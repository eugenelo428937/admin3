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8184" autoAdjust="0"/>
  </p:normalViewPr>
  <p:slideViewPr>
    <p:cSldViewPr snapToGrid="0">
      <p:cViewPr>
        <p:scale>
          <a:sx n="100" d="100"/>
          <a:sy n="100" d="100"/>
        </p:scale>
        <p:origin x="954" y="72"/>
      </p:cViewPr>
      <p:guideLst/>
    </p:cSldViewPr>
  </p:slideViewPr>
  <p:notesTextViewPr>
    <p:cViewPr>
      <p:scale>
        <a:sx n="1" d="1"/>
        <a:sy n="1" d="1"/>
      </p:scale>
      <p:origin x="0" y="-1578"/>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F6FE9607-8B95-49F9-B517-C554A3311108}" type="datetimeFigureOut">
              <a:rPr lang="en-GB" smtClean="0"/>
              <a:t>01/12/2025</a:t>
            </a:fld>
            <a:endParaRPr lang="en-GB"/>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EF47B727-FCE3-4547-ACCC-A497348296A5}" type="slidenum">
              <a:rPr lang="en-GB" smtClean="0"/>
              <a:t>‹#›</a:t>
            </a:fld>
            <a:endParaRPr lang="en-GB"/>
          </a:p>
        </p:txBody>
      </p:sp>
    </p:spTree>
    <p:extLst>
      <p:ext uri="{BB962C8B-B14F-4D97-AF65-F5344CB8AC3E}">
        <p14:creationId xmlns:p14="http://schemas.microsoft.com/office/powerpoint/2010/main" val="1106789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A year ago you asked me to update the </a:t>
            </a:r>
            <a:r>
              <a:rPr lang="en-US" sz="1200" b="0" kern="1200" dirty="0" err="1">
                <a:solidFill>
                  <a:schemeClr val="tx1"/>
                </a:solidFill>
                <a:effectLst/>
                <a:latin typeface="+mn-lt"/>
                <a:ea typeface="+mn-ea"/>
                <a:cs typeface="+mn-cs"/>
              </a:rPr>
              <a:t>estore</a:t>
            </a:r>
            <a:r>
              <a:rPr lang="en-US" sz="1200" b="0" kern="1200" dirty="0">
                <a:solidFill>
                  <a:schemeClr val="tx1"/>
                </a:solidFill>
                <a:effectLst/>
                <a:latin typeface="+mn-lt"/>
                <a:ea typeface="+mn-ea"/>
                <a:cs typeface="+mn-cs"/>
              </a:rPr>
              <a:t> layout, I explored </a:t>
            </a:r>
            <a:r>
              <a:rPr lang="en-US" sz="1200" b="0" kern="1200" dirty="0" err="1">
                <a:solidFill>
                  <a:schemeClr val="tx1"/>
                </a:solidFill>
                <a:effectLst/>
                <a:latin typeface="+mn-lt"/>
                <a:ea typeface="+mn-ea"/>
                <a:cs typeface="+mn-cs"/>
              </a:rPr>
              <a:t>modernising</a:t>
            </a:r>
            <a:r>
              <a:rPr lang="en-US" sz="1200" b="0" kern="1200" dirty="0">
                <a:solidFill>
                  <a:schemeClr val="tx1"/>
                </a:solidFill>
                <a:effectLst/>
                <a:latin typeface="+mn-lt"/>
                <a:ea typeface="+mn-ea"/>
                <a:cs typeface="+mn-cs"/>
              </a:rPr>
              <a:t> the current UI while retaining the table layout and FoxPro backend.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After several iterations of prototype, I came across some hurdles that I have difficulties overcoming.</a:t>
            </a:r>
          </a:p>
          <a:p>
            <a:endParaRPr lang="en-GB" dirty="0"/>
          </a:p>
        </p:txBody>
      </p:sp>
      <p:sp>
        <p:nvSpPr>
          <p:cNvPr id="4" name="Slide Number Placeholder 3"/>
          <p:cNvSpPr>
            <a:spLocks noGrp="1"/>
          </p:cNvSpPr>
          <p:nvPr>
            <p:ph type="sldNum" sz="quarter" idx="5"/>
          </p:nvPr>
        </p:nvSpPr>
        <p:spPr/>
        <p:txBody>
          <a:bodyPr/>
          <a:lstStyle/>
          <a:p>
            <a:fld id="{EF47B727-FCE3-4547-ACCC-A497348296A5}" type="slidenum">
              <a:rPr lang="en-GB" smtClean="0"/>
              <a:t>1</a:t>
            </a:fld>
            <a:endParaRPr lang="en-GB"/>
          </a:p>
        </p:txBody>
      </p:sp>
    </p:spTree>
    <p:extLst>
      <p:ext uri="{BB962C8B-B14F-4D97-AF65-F5344CB8AC3E}">
        <p14:creationId xmlns:p14="http://schemas.microsoft.com/office/powerpoint/2010/main" val="3923922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To make it easier to understand the thought process, I make it into 3 parts.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 initial analysis for the issues I came across, researching industry patterns and a feasibility study on what changes are need and how to implement, before showing the new layout.</a:t>
            </a:r>
          </a:p>
          <a:p>
            <a:endParaRPr lang="en-GB" dirty="0"/>
          </a:p>
        </p:txBody>
      </p:sp>
      <p:sp>
        <p:nvSpPr>
          <p:cNvPr id="4" name="Slide Number Placeholder 3"/>
          <p:cNvSpPr>
            <a:spLocks noGrp="1"/>
          </p:cNvSpPr>
          <p:nvPr>
            <p:ph type="sldNum" sz="quarter" idx="5"/>
          </p:nvPr>
        </p:nvSpPr>
        <p:spPr/>
        <p:txBody>
          <a:bodyPr/>
          <a:lstStyle/>
          <a:p>
            <a:fld id="{EF47B727-FCE3-4547-ACCC-A497348296A5}" type="slidenum">
              <a:rPr lang="en-GB" smtClean="0"/>
              <a:t>2</a:t>
            </a:fld>
            <a:endParaRPr lang="en-GB"/>
          </a:p>
        </p:txBody>
      </p:sp>
    </p:spTree>
    <p:extLst>
      <p:ext uri="{BB962C8B-B14F-4D97-AF65-F5344CB8AC3E}">
        <p14:creationId xmlns:p14="http://schemas.microsoft.com/office/powerpoint/2010/main" val="1783131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 first item I have problem solving is about the table layout. </a:t>
            </a:r>
          </a:p>
          <a:p>
            <a:endParaRPr lang="en-GB" dirty="0"/>
          </a:p>
        </p:txBody>
      </p:sp>
      <p:sp>
        <p:nvSpPr>
          <p:cNvPr id="4" name="Slide Number Placeholder 3"/>
          <p:cNvSpPr>
            <a:spLocks noGrp="1"/>
          </p:cNvSpPr>
          <p:nvPr>
            <p:ph type="sldNum" sz="quarter" idx="5"/>
          </p:nvPr>
        </p:nvSpPr>
        <p:spPr/>
        <p:txBody>
          <a:bodyPr/>
          <a:lstStyle/>
          <a:p>
            <a:fld id="{EF47B727-FCE3-4547-ACCC-A497348296A5}" type="slidenum">
              <a:rPr lang="en-GB" smtClean="0"/>
              <a:t>3</a:t>
            </a:fld>
            <a:endParaRPr lang="en-GB"/>
          </a:p>
        </p:txBody>
      </p:sp>
    </p:spTree>
    <p:extLst>
      <p:ext uri="{BB962C8B-B14F-4D97-AF65-F5344CB8AC3E}">
        <p14:creationId xmlns:p14="http://schemas.microsoft.com/office/powerpoint/2010/main" val="3730957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 had a few attempts redesigning the products table, I could not come up with a design that look decent and works well in mobile.</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For table to be responsive, row height need to be increased. </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 tried using minimal styling and content but it still feels crowded.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If we need to add more info in the future it will become even less readable.</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Another common approach is to use Bootstrap flex grid.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Table cell will wrap to next line when it is over the resolution breakpoint but the wrapping not only breaks the relationship between printed and </a:t>
            </a:r>
            <a:r>
              <a:rPr lang="en-US" sz="1200" b="0" kern="1200" dirty="0" err="1">
                <a:solidFill>
                  <a:schemeClr val="tx1"/>
                </a:solidFill>
                <a:effectLst/>
                <a:latin typeface="+mn-lt"/>
                <a:ea typeface="+mn-ea"/>
                <a:cs typeface="+mn-cs"/>
              </a:rPr>
              <a:t>ebook</a:t>
            </a:r>
            <a:r>
              <a:rPr lang="en-US" sz="1200" b="0" kern="1200" dirty="0">
                <a:solidFill>
                  <a:schemeClr val="tx1"/>
                </a:solidFill>
                <a:effectLst/>
                <a:latin typeface="+mn-lt"/>
                <a:ea typeface="+mn-ea"/>
                <a:cs typeface="+mn-cs"/>
              </a:rPr>
              <a:t> product but also disassociate the "buy both" button is referring to which two products.</a:t>
            </a:r>
          </a:p>
          <a:p>
            <a:endParaRPr lang="en-GB" dirty="0"/>
          </a:p>
        </p:txBody>
      </p:sp>
      <p:sp>
        <p:nvSpPr>
          <p:cNvPr id="4" name="Slide Number Placeholder 3"/>
          <p:cNvSpPr>
            <a:spLocks noGrp="1"/>
          </p:cNvSpPr>
          <p:nvPr>
            <p:ph type="sldNum" sz="quarter" idx="5"/>
          </p:nvPr>
        </p:nvSpPr>
        <p:spPr/>
        <p:txBody>
          <a:bodyPr/>
          <a:lstStyle/>
          <a:p>
            <a:fld id="{EF47B727-FCE3-4547-ACCC-A497348296A5}" type="slidenum">
              <a:rPr lang="en-GB" smtClean="0"/>
              <a:t>4</a:t>
            </a:fld>
            <a:endParaRPr lang="en-GB"/>
          </a:p>
        </p:txBody>
      </p:sp>
    </p:spTree>
    <p:extLst>
      <p:ext uri="{BB962C8B-B14F-4D97-AF65-F5344CB8AC3E}">
        <p14:creationId xmlns:p14="http://schemas.microsoft.com/office/powerpoint/2010/main" val="4058967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Next issue I came across is about the Information Hierarchy and Visual Hierarchy within products and the relationship of products in the table.</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Visual hierarchy is the arrangement to guide user through content in order of importance by fonts, weights, </a:t>
            </a:r>
            <a:r>
              <a:rPr lang="en-US" sz="1200" b="0" kern="1200" dirty="0" err="1">
                <a:solidFill>
                  <a:schemeClr val="tx1"/>
                </a:solidFill>
                <a:effectLst/>
                <a:latin typeface="+mn-lt"/>
                <a:ea typeface="+mn-ea"/>
                <a:cs typeface="+mn-cs"/>
              </a:rPr>
              <a:t>colour</a:t>
            </a:r>
            <a:r>
              <a:rPr lang="en-US" sz="1200" b="0" kern="1200" dirty="0">
                <a:solidFill>
                  <a:schemeClr val="tx1"/>
                </a:solidFill>
                <a:effectLst/>
                <a:latin typeface="+mn-lt"/>
                <a:ea typeface="+mn-ea"/>
                <a:cs typeface="+mn-cs"/>
              </a:rPr>
              <a:t>, contrast, and negative space.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Whereas Information hierarchy shows the importance of an information in relation to other elements.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In the product table, the row containing the bundle product ranked highest in both visual hierarchy and information hierarchy.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It has more negative space, higher font weight and different background </a:t>
            </a:r>
            <a:r>
              <a:rPr lang="en-US" sz="1200" b="0" kern="1200" dirty="0" err="1">
                <a:solidFill>
                  <a:schemeClr val="tx1"/>
                </a:solidFill>
                <a:effectLst/>
                <a:latin typeface="+mn-lt"/>
                <a:ea typeface="+mn-ea"/>
                <a:cs typeface="+mn-cs"/>
              </a:rPr>
              <a:t>colour</a:t>
            </a:r>
            <a:r>
              <a:rPr lang="en-US" sz="1200" b="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For rows with printed and </a:t>
            </a:r>
            <a:r>
              <a:rPr lang="en-US" sz="1200" b="0" kern="1200" dirty="0" err="1">
                <a:solidFill>
                  <a:schemeClr val="tx1"/>
                </a:solidFill>
                <a:effectLst/>
                <a:latin typeface="+mn-lt"/>
                <a:ea typeface="+mn-ea"/>
                <a:cs typeface="+mn-cs"/>
              </a:rPr>
              <a:t>ebook</a:t>
            </a:r>
            <a:r>
              <a:rPr lang="en-US" sz="1200" b="0" kern="1200" dirty="0">
                <a:solidFill>
                  <a:schemeClr val="tx1"/>
                </a:solidFill>
                <a:effectLst/>
                <a:latin typeface="+mn-lt"/>
                <a:ea typeface="+mn-ea"/>
                <a:cs typeface="+mn-cs"/>
              </a:rPr>
              <a:t> version and Mock Exam or Assignments and its corresponding marking product, they ranked lowest in both hierarchy.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However for rows for ASET, Mini-ASET, the Vault and Additional Mock Pack, they should have the same level of information hierarchy, but visually they are more obvious because of more negative space. In this table here, you notice the row with bundles and ASET first.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EF47B727-FCE3-4547-ACCC-A497348296A5}" type="slidenum">
              <a:rPr lang="en-GB" smtClean="0"/>
              <a:t>5</a:t>
            </a:fld>
            <a:endParaRPr lang="en-GB"/>
          </a:p>
        </p:txBody>
      </p:sp>
    </p:spTree>
    <p:extLst>
      <p:ext uri="{BB962C8B-B14F-4D97-AF65-F5344CB8AC3E}">
        <p14:creationId xmlns:p14="http://schemas.microsoft.com/office/powerpoint/2010/main" val="4209012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Another thing to note is the </a:t>
            </a:r>
            <a:r>
              <a:rPr lang="en-US" sz="1200" b="0" kern="1200" dirty="0" err="1">
                <a:solidFill>
                  <a:schemeClr val="tx1"/>
                </a:solidFill>
                <a:effectLst/>
                <a:latin typeface="+mn-lt"/>
                <a:ea typeface="+mn-ea"/>
                <a:cs typeface="+mn-cs"/>
              </a:rPr>
              <a:t>behaviour</a:t>
            </a:r>
            <a:r>
              <a:rPr lang="en-US" sz="1200" b="0" kern="1200" dirty="0">
                <a:solidFill>
                  <a:schemeClr val="tx1"/>
                </a:solidFill>
                <a:effectLst/>
                <a:latin typeface="+mn-lt"/>
                <a:ea typeface="+mn-ea"/>
                <a:cs typeface="+mn-cs"/>
              </a:rPr>
              <a:t> of the "Buy both" button.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For printed material and its corresponding </a:t>
            </a:r>
            <a:r>
              <a:rPr lang="en-US" sz="1200" b="0" kern="1200" dirty="0" err="1">
                <a:solidFill>
                  <a:schemeClr val="tx1"/>
                </a:solidFill>
                <a:effectLst/>
                <a:latin typeface="+mn-lt"/>
                <a:ea typeface="+mn-ea"/>
                <a:cs typeface="+mn-cs"/>
              </a:rPr>
              <a:t>ebook</a:t>
            </a:r>
            <a:r>
              <a:rPr lang="en-US" sz="1200" b="0" kern="1200" dirty="0">
                <a:solidFill>
                  <a:schemeClr val="tx1"/>
                </a:solidFill>
                <a:effectLst/>
                <a:latin typeface="+mn-lt"/>
                <a:ea typeface="+mn-ea"/>
                <a:cs typeface="+mn-cs"/>
              </a:rPr>
              <a:t>, they are the same product with different format.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 "Buy both" button will add both product to cart with standard and additional rate respectively.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In essence we can call this button "Buy both variations".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Whereas in the row for Mock exam and assignments with its corresponding marking product, they are different products and the "Buy both" button will add the two product with standard price. The "Buy both" button means "Buy with recommended product". In the same table the "Buy Both" button triggers different </a:t>
            </a:r>
            <a:r>
              <a:rPr lang="en-US" sz="1200" b="0" kern="1200" dirty="0" err="1">
                <a:solidFill>
                  <a:schemeClr val="tx1"/>
                </a:solidFill>
                <a:effectLst/>
                <a:latin typeface="+mn-lt"/>
                <a:ea typeface="+mn-ea"/>
                <a:cs typeface="+mn-cs"/>
              </a:rPr>
              <a:t>behaviour</a:t>
            </a:r>
            <a:r>
              <a:rPr lang="en-US" sz="1200" b="0" kern="1200" dirty="0">
                <a:solidFill>
                  <a:schemeClr val="tx1"/>
                </a:solidFill>
                <a:effectLst/>
                <a:latin typeface="+mn-lt"/>
                <a:ea typeface="+mn-ea"/>
                <a:cs typeface="+mn-cs"/>
              </a:rPr>
              <a:t>.</a:t>
            </a:r>
          </a:p>
          <a:p>
            <a:endParaRPr lang="en-GB" dirty="0"/>
          </a:p>
        </p:txBody>
      </p:sp>
      <p:sp>
        <p:nvSpPr>
          <p:cNvPr id="4" name="Slide Number Placeholder 3"/>
          <p:cNvSpPr>
            <a:spLocks noGrp="1"/>
          </p:cNvSpPr>
          <p:nvPr>
            <p:ph type="sldNum" sz="quarter" idx="5"/>
          </p:nvPr>
        </p:nvSpPr>
        <p:spPr/>
        <p:txBody>
          <a:bodyPr/>
          <a:lstStyle/>
          <a:p>
            <a:fld id="{EF47B727-FCE3-4547-ACCC-A497348296A5}" type="slidenum">
              <a:rPr lang="en-GB" smtClean="0"/>
              <a:t>6</a:t>
            </a:fld>
            <a:endParaRPr lang="en-GB"/>
          </a:p>
        </p:txBody>
      </p:sp>
    </p:spTree>
    <p:extLst>
      <p:ext uri="{BB962C8B-B14F-4D97-AF65-F5344CB8AC3E}">
        <p14:creationId xmlns:p14="http://schemas.microsoft.com/office/powerpoint/2010/main" val="2636258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 last difficulty I came across is about how the table layout is rendered.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In the </a:t>
            </a:r>
            <a:r>
              <a:rPr lang="en-US" sz="1200" b="0" kern="1200" dirty="0" err="1">
                <a:solidFill>
                  <a:schemeClr val="tx1"/>
                </a:solidFill>
                <a:effectLst/>
                <a:latin typeface="+mn-lt"/>
                <a:ea typeface="+mn-ea"/>
                <a:cs typeface="+mn-cs"/>
              </a:rPr>
              <a:t>estore_product_list</a:t>
            </a:r>
            <a:r>
              <a:rPr lang="en-US" sz="1200" b="0" kern="1200" dirty="0">
                <a:solidFill>
                  <a:schemeClr val="tx1"/>
                </a:solidFill>
                <a:effectLst/>
                <a:latin typeface="+mn-lt"/>
                <a:ea typeface="+mn-ea"/>
                <a:cs typeface="+mn-cs"/>
              </a:rPr>
              <a:t>, table is set by the initial where clause of the SQL query. It specified which product NOT to include and use the </a:t>
            </a:r>
            <a:r>
              <a:rPr lang="en-US" sz="1200" b="0" kern="1200" dirty="0" err="1">
                <a:solidFill>
                  <a:schemeClr val="tx1"/>
                </a:solidFill>
                <a:effectLst/>
                <a:latin typeface="+mn-lt"/>
                <a:ea typeface="+mn-ea"/>
                <a:cs typeface="+mn-cs"/>
              </a:rPr>
              <a:t>add_on_sale</a:t>
            </a:r>
            <a:r>
              <a:rPr lang="en-US" sz="1200" b="0" kern="1200" dirty="0">
                <a:solidFill>
                  <a:schemeClr val="tx1"/>
                </a:solidFill>
                <a:effectLst/>
                <a:latin typeface="+mn-lt"/>
                <a:ea typeface="+mn-ea"/>
                <a:cs typeface="+mn-cs"/>
              </a:rPr>
              <a:t> field to fetch which product should be on the same row.</a:t>
            </a:r>
          </a:p>
          <a:p>
            <a:endParaRPr lang="en-GB" dirty="0"/>
          </a:p>
        </p:txBody>
      </p:sp>
      <p:sp>
        <p:nvSpPr>
          <p:cNvPr id="4" name="Slide Number Placeholder 3"/>
          <p:cNvSpPr>
            <a:spLocks noGrp="1"/>
          </p:cNvSpPr>
          <p:nvPr>
            <p:ph type="sldNum" sz="quarter" idx="5"/>
          </p:nvPr>
        </p:nvSpPr>
        <p:spPr/>
        <p:txBody>
          <a:bodyPr/>
          <a:lstStyle/>
          <a:p>
            <a:fld id="{EF47B727-FCE3-4547-ACCC-A497348296A5}" type="slidenum">
              <a:rPr lang="en-GB" smtClean="0"/>
              <a:t>7</a:t>
            </a:fld>
            <a:endParaRPr lang="en-GB"/>
          </a:p>
        </p:txBody>
      </p:sp>
    </p:spTree>
    <p:extLst>
      <p:ext uri="{BB962C8B-B14F-4D97-AF65-F5344CB8AC3E}">
        <p14:creationId xmlns:p14="http://schemas.microsoft.com/office/powerpoint/2010/main" val="40037197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Imagine in the future if we need to add a third variation, for example the Hub. </a:t>
            </a:r>
          </a:p>
          <a:p>
            <a:r>
              <a:rPr lang="en-US" sz="1200" b="0" kern="1200" dirty="0">
                <a:solidFill>
                  <a:schemeClr val="tx1"/>
                </a:solidFill>
                <a:effectLst/>
                <a:latin typeface="+mn-lt"/>
                <a:ea typeface="+mn-ea"/>
                <a:cs typeface="+mn-cs"/>
              </a:rPr>
              <a:t>It requires a "Buy Both" button for either </a:t>
            </a:r>
            <a:r>
              <a:rPr lang="en-US" sz="1200" b="0" kern="1200" dirty="0" err="1">
                <a:solidFill>
                  <a:schemeClr val="tx1"/>
                </a:solidFill>
                <a:effectLst/>
                <a:latin typeface="+mn-lt"/>
                <a:ea typeface="+mn-ea"/>
                <a:cs typeface="+mn-cs"/>
              </a:rPr>
              <a:t>ebook</a:t>
            </a:r>
            <a:r>
              <a:rPr lang="en-US" sz="1200" b="0" kern="1200" dirty="0">
                <a:solidFill>
                  <a:schemeClr val="tx1"/>
                </a:solidFill>
                <a:effectLst/>
                <a:latin typeface="+mn-lt"/>
                <a:ea typeface="+mn-ea"/>
                <a:cs typeface="+mn-cs"/>
              </a:rPr>
              <a:t> or printed material, so Printed with Hub and </a:t>
            </a:r>
            <a:r>
              <a:rPr lang="en-US" sz="1200" b="0" kern="1200" dirty="0" err="1">
                <a:solidFill>
                  <a:schemeClr val="tx1"/>
                </a:solidFill>
                <a:effectLst/>
                <a:latin typeface="+mn-lt"/>
                <a:ea typeface="+mn-ea"/>
                <a:cs typeface="+mn-cs"/>
              </a:rPr>
              <a:t>ebook</a:t>
            </a:r>
            <a:r>
              <a:rPr lang="en-US" sz="1200" b="0" kern="1200" dirty="0">
                <a:solidFill>
                  <a:schemeClr val="tx1"/>
                </a:solidFill>
                <a:effectLst/>
                <a:latin typeface="+mn-lt"/>
                <a:ea typeface="+mn-ea"/>
                <a:cs typeface="+mn-cs"/>
              </a:rPr>
              <a:t> with Hub. It will be very challenging to show clearly all three variations with different buy both relationships in a table layout.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Another scenario is if we phase out all printed product in some subjects, the complexity for deciding which product to fetch first and which product to include in the </a:t>
            </a:r>
            <a:r>
              <a:rPr lang="en-US" sz="1200" b="0" kern="1200" dirty="0" err="1">
                <a:solidFill>
                  <a:schemeClr val="tx1"/>
                </a:solidFill>
                <a:effectLst/>
                <a:latin typeface="+mn-lt"/>
                <a:ea typeface="+mn-ea"/>
                <a:cs typeface="+mn-cs"/>
              </a:rPr>
              <a:t>add_on_sale</a:t>
            </a:r>
            <a:r>
              <a:rPr lang="en-US" sz="1200" b="0" kern="1200" dirty="0">
                <a:solidFill>
                  <a:schemeClr val="tx1"/>
                </a:solidFill>
                <a:effectLst/>
                <a:latin typeface="+mn-lt"/>
                <a:ea typeface="+mn-ea"/>
                <a:cs typeface="+mn-cs"/>
              </a:rPr>
              <a:t> will be hard to maintain.</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table layout is making it less flexibility and less adaptable to change. </a:t>
            </a:r>
          </a:p>
          <a:p>
            <a:r>
              <a:rPr lang="en-US" sz="1200" b="0" kern="1200" dirty="0">
                <a:solidFill>
                  <a:schemeClr val="tx1"/>
                </a:solidFill>
                <a:effectLst/>
                <a:latin typeface="+mn-lt"/>
                <a:ea typeface="+mn-ea"/>
                <a:cs typeface="+mn-cs"/>
              </a:rPr>
              <a:t>Rather than form follows function, </a:t>
            </a:r>
          </a:p>
          <a:p>
            <a:r>
              <a:rPr lang="en-US" sz="1200" b="0" kern="1200" dirty="0">
                <a:solidFill>
                  <a:schemeClr val="tx1"/>
                </a:solidFill>
                <a:effectLst/>
                <a:latin typeface="+mn-lt"/>
                <a:ea typeface="+mn-ea"/>
                <a:cs typeface="+mn-cs"/>
              </a:rPr>
              <a:t>the form, the layout in this case, </a:t>
            </a:r>
          </a:p>
          <a:p>
            <a:r>
              <a:rPr lang="en-US" sz="1200" b="0" kern="1200" dirty="0">
                <a:solidFill>
                  <a:schemeClr val="tx1"/>
                </a:solidFill>
                <a:effectLst/>
                <a:latin typeface="+mn-lt"/>
                <a:ea typeface="+mn-ea"/>
                <a:cs typeface="+mn-cs"/>
              </a:rPr>
              <a:t>is limiting the function, the </a:t>
            </a:r>
            <a:r>
              <a:rPr lang="en-US" sz="1200" b="0" kern="1200" dirty="0" err="1">
                <a:solidFill>
                  <a:schemeClr val="tx1"/>
                </a:solidFill>
                <a:effectLst/>
                <a:latin typeface="+mn-lt"/>
                <a:ea typeface="+mn-ea"/>
                <a:cs typeface="+mn-cs"/>
              </a:rPr>
              <a:t>behaviour</a:t>
            </a:r>
            <a:r>
              <a:rPr lang="en-US" sz="1200" b="0" kern="1200" dirty="0">
                <a:solidFill>
                  <a:schemeClr val="tx1"/>
                </a:solidFill>
                <a:effectLst/>
                <a:latin typeface="+mn-lt"/>
                <a:ea typeface="+mn-ea"/>
                <a:cs typeface="+mn-cs"/>
              </a:rPr>
              <a:t> of products.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 have created a more in-depth analysis in the wiki.</a:t>
            </a:r>
          </a:p>
          <a:p>
            <a:endParaRPr lang="en-GB" dirty="0"/>
          </a:p>
        </p:txBody>
      </p:sp>
      <p:sp>
        <p:nvSpPr>
          <p:cNvPr id="4" name="Slide Number Placeholder 3"/>
          <p:cNvSpPr>
            <a:spLocks noGrp="1"/>
          </p:cNvSpPr>
          <p:nvPr>
            <p:ph type="sldNum" sz="quarter" idx="5"/>
          </p:nvPr>
        </p:nvSpPr>
        <p:spPr/>
        <p:txBody>
          <a:bodyPr/>
          <a:lstStyle/>
          <a:p>
            <a:fld id="{EF47B727-FCE3-4547-ACCC-A497348296A5}" type="slidenum">
              <a:rPr lang="en-GB" smtClean="0"/>
              <a:t>8</a:t>
            </a:fld>
            <a:endParaRPr lang="en-GB"/>
          </a:p>
        </p:txBody>
      </p:sp>
    </p:spTree>
    <p:extLst>
      <p:ext uri="{BB962C8B-B14F-4D97-AF65-F5344CB8AC3E}">
        <p14:creationId xmlns:p14="http://schemas.microsoft.com/office/powerpoint/2010/main" val="36204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After identifying the issue of using a table layout, I researched into how other company overcome this issue.</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 studies a few companies that provide actuarial education and some other e-commerce stores to see how they handle displaying product. Also, focusing on mobile navigation menu as well as common elements and functionality.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It includes </a:t>
            </a:r>
            <a:r>
              <a:rPr lang="en-US" sz="1200" b="0" kern="1200" dirty="0" err="1">
                <a:solidFill>
                  <a:schemeClr val="tx1"/>
                </a:solidFill>
                <a:effectLst/>
                <a:latin typeface="+mn-lt"/>
                <a:ea typeface="+mn-ea"/>
                <a:cs typeface="+mn-cs"/>
              </a:rPr>
              <a:t>iFOA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Actex</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ThinkActuary</a:t>
            </a:r>
            <a:r>
              <a:rPr lang="en-US" sz="1200" b="0" kern="1200" dirty="0">
                <a:solidFill>
                  <a:schemeClr val="tx1"/>
                </a:solidFill>
                <a:effectLst/>
                <a:latin typeface="+mn-lt"/>
                <a:ea typeface="+mn-ea"/>
                <a:cs typeface="+mn-cs"/>
              </a:rPr>
              <a:t>, Oxford </a:t>
            </a:r>
            <a:r>
              <a:rPr lang="en-US" sz="1200" b="0" kern="1200" dirty="0" err="1">
                <a:solidFill>
                  <a:schemeClr val="tx1"/>
                </a:solidFill>
                <a:effectLst/>
                <a:latin typeface="+mn-lt"/>
                <a:ea typeface="+mn-ea"/>
                <a:cs typeface="+mn-cs"/>
              </a:rPr>
              <a:t>Univeristy</a:t>
            </a:r>
            <a:r>
              <a:rPr lang="en-US" sz="1200" b="0" kern="1200" dirty="0">
                <a:solidFill>
                  <a:schemeClr val="tx1"/>
                </a:solidFill>
                <a:effectLst/>
                <a:latin typeface="+mn-lt"/>
                <a:ea typeface="+mn-ea"/>
                <a:cs typeface="+mn-cs"/>
              </a:rPr>
              <a:t> Press, Amazon and apple. They shared common pattern.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IFoA uses a horizontal card for products. Each card includes price, availability, and descriptions. It also include login function in the navigation menu on the left. When clicking on the cart button it stays on the same page and opens up the cart preview panel.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On </a:t>
            </a:r>
            <a:r>
              <a:rPr lang="en-US" sz="1200" b="0" kern="1200" dirty="0" err="1">
                <a:solidFill>
                  <a:schemeClr val="tx1"/>
                </a:solidFill>
                <a:effectLst/>
                <a:latin typeface="+mn-lt"/>
                <a:ea typeface="+mn-ea"/>
                <a:cs typeface="+mn-cs"/>
              </a:rPr>
              <a:t>ActEx</a:t>
            </a:r>
            <a:r>
              <a:rPr lang="en-US" sz="1200" b="0" kern="1200" dirty="0">
                <a:solidFill>
                  <a:schemeClr val="tx1"/>
                </a:solidFill>
                <a:effectLst/>
                <a:latin typeface="+mn-lt"/>
                <a:ea typeface="+mn-ea"/>
                <a:cs typeface="+mn-cs"/>
              </a:rPr>
              <a:t>, They use a larger horizontal tiles to display products with price, descriptions, and buttons for samples. On the navigation menu at the top, you can find the user related functions. When clicking on the cart button it opens up the cart preview panel on the same page without reloading.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Other sites like Oxford </a:t>
            </a:r>
            <a:r>
              <a:rPr lang="en-US" sz="1200" b="0" kern="1200" dirty="0" err="1">
                <a:solidFill>
                  <a:schemeClr val="tx1"/>
                </a:solidFill>
                <a:effectLst/>
                <a:latin typeface="+mn-lt"/>
                <a:ea typeface="+mn-ea"/>
                <a:cs typeface="+mn-cs"/>
              </a:rPr>
              <a:t>Univeristy</a:t>
            </a:r>
            <a:r>
              <a:rPr lang="en-US" sz="1200" b="0" kern="1200" dirty="0">
                <a:solidFill>
                  <a:schemeClr val="tx1"/>
                </a:solidFill>
                <a:effectLst/>
                <a:latin typeface="+mn-lt"/>
                <a:ea typeface="+mn-ea"/>
                <a:cs typeface="+mn-cs"/>
              </a:rPr>
              <a:t> Press, Amazon and apple all shared similar approach.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EF47B727-FCE3-4547-ACCC-A497348296A5}" type="slidenum">
              <a:rPr lang="en-GB" smtClean="0"/>
              <a:t>9</a:t>
            </a:fld>
            <a:endParaRPr lang="en-GB"/>
          </a:p>
        </p:txBody>
      </p:sp>
    </p:spTree>
    <p:extLst>
      <p:ext uri="{BB962C8B-B14F-4D97-AF65-F5344CB8AC3E}">
        <p14:creationId xmlns:p14="http://schemas.microsoft.com/office/powerpoint/2010/main" val="4016962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In summary it includes product card layout in grid format. Each card have a fixed height and width and includes product description and prices. </a:t>
            </a:r>
            <a:r>
              <a:rPr lang="en-US" sz="1200" b="0" kern="1200" dirty="0" err="1">
                <a:solidFill>
                  <a:schemeClr val="tx1"/>
                </a:solidFill>
                <a:effectLst/>
                <a:latin typeface="+mn-lt"/>
                <a:ea typeface="+mn-ea"/>
                <a:cs typeface="+mn-cs"/>
              </a:rPr>
              <a:t>ActEx</a:t>
            </a:r>
            <a:r>
              <a:rPr lang="en-US" sz="1200" b="0" kern="1200" dirty="0">
                <a:solidFill>
                  <a:schemeClr val="tx1"/>
                </a:solidFill>
                <a:effectLst/>
                <a:latin typeface="+mn-lt"/>
                <a:ea typeface="+mn-ea"/>
                <a:cs typeface="+mn-cs"/>
              </a:rPr>
              <a:t> and other e-commerce store have filtering and searching.</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User related functions are incorporated into the navigation bar and accessible thru out the site.</a:t>
            </a:r>
          </a:p>
          <a:p>
            <a:r>
              <a:rPr lang="en-GB" dirty="0"/>
              <a:t>Including login logout and profile function.</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There is a cart preview panel that opens up when adding product to cart, without the need of page reload.</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Navigation menu is accessible by a hamburger icon in mobile. It opens up a drawer in a layered structure menu for general product category to more specific subcategory on each level.</a:t>
            </a:r>
          </a:p>
          <a:p>
            <a:endParaRPr lang="en-GB" dirty="0"/>
          </a:p>
        </p:txBody>
      </p:sp>
      <p:sp>
        <p:nvSpPr>
          <p:cNvPr id="4" name="Slide Number Placeholder 3"/>
          <p:cNvSpPr>
            <a:spLocks noGrp="1"/>
          </p:cNvSpPr>
          <p:nvPr>
            <p:ph type="sldNum" sz="quarter" idx="5"/>
          </p:nvPr>
        </p:nvSpPr>
        <p:spPr/>
        <p:txBody>
          <a:bodyPr/>
          <a:lstStyle/>
          <a:p>
            <a:fld id="{EF47B727-FCE3-4547-ACCC-A497348296A5}" type="slidenum">
              <a:rPr lang="en-GB" smtClean="0"/>
              <a:t>10</a:t>
            </a:fld>
            <a:endParaRPr lang="en-GB"/>
          </a:p>
        </p:txBody>
      </p:sp>
    </p:spTree>
    <p:extLst>
      <p:ext uri="{BB962C8B-B14F-4D97-AF65-F5344CB8AC3E}">
        <p14:creationId xmlns:p14="http://schemas.microsoft.com/office/powerpoint/2010/main" val="978175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After identifying how others handles the functionality, I did a feasibility study and explore how the features above can be applied to our e-Store.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To keep this demo short, I have created a separate high level documentation about what needs to be changed for each features.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In short, if we update the UI while keeping the table layout and most of </a:t>
            </a:r>
            <a:r>
              <a:rPr lang="en-US" sz="1200" b="0" kern="1200" dirty="0" err="1">
                <a:solidFill>
                  <a:schemeClr val="tx1"/>
                </a:solidFill>
                <a:effectLst/>
                <a:latin typeface="+mn-lt"/>
                <a:ea typeface="+mn-ea"/>
                <a:cs typeface="+mn-cs"/>
              </a:rPr>
              <a:t>foxpro</a:t>
            </a:r>
            <a:r>
              <a:rPr lang="en-US" sz="1200" b="0" kern="1200" dirty="0">
                <a:solidFill>
                  <a:schemeClr val="tx1"/>
                </a:solidFill>
                <a:effectLst/>
                <a:latin typeface="+mn-lt"/>
                <a:ea typeface="+mn-ea"/>
                <a:cs typeface="+mn-cs"/>
              </a:rPr>
              <a:t> code, we can only make marginal improvement on the products page. We might be able to refactor the cart panel and login functions into the navigation bar.</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This approach is safer but it is like going the long way around and we will need to trace our footsteps in each iteration. After we updated the backend, we still need to update a huge portion of the layout.</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If we can update the both the layout and backend code, it can provide a more </a:t>
            </a:r>
            <a:r>
              <a:rPr lang="en-US" sz="1200" b="0" kern="1200" dirty="0" err="1">
                <a:solidFill>
                  <a:schemeClr val="tx1"/>
                </a:solidFill>
                <a:effectLst/>
                <a:latin typeface="+mn-lt"/>
                <a:ea typeface="+mn-ea"/>
                <a:cs typeface="+mn-cs"/>
              </a:rPr>
              <a:t>noticible</a:t>
            </a:r>
            <a:r>
              <a:rPr lang="en-US" sz="1200" b="0" kern="1200" dirty="0">
                <a:solidFill>
                  <a:schemeClr val="tx1"/>
                </a:solidFill>
                <a:effectLst/>
                <a:latin typeface="+mn-lt"/>
                <a:ea typeface="+mn-ea"/>
                <a:cs typeface="+mn-cs"/>
              </a:rPr>
              <a:t> value. It requires less work in the long run but it will have more significant value.</a:t>
            </a:r>
          </a:p>
          <a:p>
            <a:endParaRPr lang="en-GB" dirty="0"/>
          </a:p>
          <a:p>
            <a:r>
              <a:rPr lang="en-US" sz="1200" b="0" kern="1200" dirty="0">
                <a:solidFill>
                  <a:schemeClr val="tx1"/>
                </a:solidFill>
                <a:effectLst/>
                <a:latin typeface="+mn-lt"/>
                <a:ea typeface="+mn-ea"/>
                <a:cs typeface="+mn-cs"/>
              </a:rPr>
              <a:t>However, it is still a very long road away if our ultimate goal is to have a fully </a:t>
            </a:r>
            <a:r>
              <a:rPr lang="en-US" sz="1200" b="0" kern="1200" dirty="0" err="1">
                <a:solidFill>
                  <a:schemeClr val="tx1"/>
                </a:solidFill>
                <a:effectLst/>
                <a:latin typeface="+mn-lt"/>
                <a:ea typeface="+mn-ea"/>
                <a:cs typeface="+mn-cs"/>
              </a:rPr>
              <a:t>modernised</a:t>
            </a:r>
            <a:r>
              <a:rPr lang="en-US" sz="1200" b="0" kern="1200" dirty="0">
                <a:solidFill>
                  <a:schemeClr val="tx1"/>
                </a:solidFill>
                <a:effectLst/>
                <a:latin typeface="+mn-lt"/>
                <a:ea typeface="+mn-ea"/>
                <a:cs typeface="+mn-cs"/>
              </a:rPr>
              <a:t> online store.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Therefore, I would like to introduce our new ActEd Online Store.</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EF47B727-FCE3-4547-ACCC-A497348296A5}" type="slidenum">
              <a:rPr lang="en-GB" smtClean="0"/>
              <a:t>11</a:t>
            </a:fld>
            <a:endParaRPr lang="en-GB"/>
          </a:p>
        </p:txBody>
      </p:sp>
    </p:spTree>
    <p:extLst>
      <p:ext uri="{BB962C8B-B14F-4D97-AF65-F5344CB8AC3E}">
        <p14:creationId xmlns:p14="http://schemas.microsoft.com/office/powerpoint/2010/main" val="39336975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Therefore, I would like to introduce,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 our new ActEd Online Store.</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You probably know I am terrible in explaining how things work, it might be better to show you the end product. It is something I have been working on the past year. It is by no means 100% complete, but it is now in a good enough state to illustrate its function.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 will first briefly talk about the tech stack, then I will let you to play around the site while I walk you thru its functions.</a:t>
            </a:r>
          </a:p>
          <a:p>
            <a:endParaRPr lang="en-GB" dirty="0"/>
          </a:p>
        </p:txBody>
      </p:sp>
      <p:sp>
        <p:nvSpPr>
          <p:cNvPr id="4" name="Slide Number Placeholder 3"/>
          <p:cNvSpPr>
            <a:spLocks noGrp="1"/>
          </p:cNvSpPr>
          <p:nvPr>
            <p:ph type="sldNum" sz="quarter" idx="5"/>
          </p:nvPr>
        </p:nvSpPr>
        <p:spPr/>
        <p:txBody>
          <a:bodyPr/>
          <a:lstStyle/>
          <a:p>
            <a:fld id="{EF47B727-FCE3-4547-ACCC-A497348296A5}" type="slidenum">
              <a:rPr lang="en-GB" smtClean="0"/>
              <a:t>12</a:t>
            </a:fld>
            <a:endParaRPr lang="en-GB"/>
          </a:p>
        </p:txBody>
      </p:sp>
    </p:spTree>
    <p:extLst>
      <p:ext uri="{BB962C8B-B14F-4D97-AF65-F5344CB8AC3E}">
        <p14:creationId xmlns:p14="http://schemas.microsoft.com/office/powerpoint/2010/main" val="484538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This application is build with PostgreSQL Database.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Python as the backend programming language with Django as the web framework and Object relational mapper. It uses Json Web Token and Django built in functions for authentication.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err="1">
                <a:solidFill>
                  <a:schemeClr val="tx1"/>
                </a:solidFill>
                <a:effectLst/>
                <a:latin typeface="+mn-lt"/>
                <a:ea typeface="+mn-ea"/>
                <a:cs typeface="+mn-cs"/>
              </a:rPr>
              <a:t>GraphQL</a:t>
            </a:r>
            <a:r>
              <a:rPr lang="en-US" sz="1200" b="0" kern="1200" dirty="0">
                <a:solidFill>
                  <a:schemeClr val="tx1"/>
                </a:solidFill>
                <a:effectLst/>
                <a:latin typeface="+mn-lt"/>
                <a:ea typeface="+mn-ea"/>
                <a:cs typeface="+mn-cs"/>
              </a:rPr>
              <a:t> to communicate to Administrate, </a:t>
            </a:r>
            <a:r>
              <a:rPr lang="en-US" sz="1200" b="0" kern="1200" dirty="0" err="1">
                <a:solidFill>
                  <a:schemeClr val="tx1"/>
                </a:solidFill>
                <a:effectLst/>
                <a:latin typeface="+mn-lt"/>
                <a:ea typeface="+mn-ea"/>
                <a:cs typeface="+mn-cs"/>
              </a:rPr>
              <a:t>MailJet</a:t>
            </a:r>
            <a:r>
              <a:rPr lang="en-US" sz="1200" b="0" kern="1200" dirty="0">
                <a:solidFill>
                  <a:schemeClr val="tx1"/>
                </a:solidFill>
                <a:effectLst/>
                <a:latin typeface="+mn-lt"/>
                <a:ea typeface="+mn-ea"/>
                <a:cs typeface="+mn-cs"/>
              </a:rPr>
              <a:t> Markup Language for email template and </a:t>
            </a:r>
            <a:r>
              <a:rPr lang="en-US" sz="1200" b="0" kern="1200" dirty="0" err="1">
                <a:solidFill>
                  <a:schemeClr val="tx1"/>
                </a:solidFill>
                <a:effectLst/>
                <a:latin typeface="+mn-lt"/>
                <a:ea typeface="+mn-ea"/>
                <a:cs typeface="+mn-cs"/>
              </a:rPr>
              <a:t>JsonLogic</a:t>
            </a:r>
            <a:r>
              <a:rPr lang="en-US" sz="1200" b="0" kern="1200" dirty="0">
                <a:solidFill>
                  <a:schemeClr val="tx1"/>
                </a:solidFill>
                <a:effectLst/>
                <a:latin typeface="+mn-lt"/>
                <a:ea typeface="+mn-ea"/>
                <a:cs typeface="+mn-cs"/>
              </a:rPr>
              <a:t> for dynamic rules evaluation between frontend and backend.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In the frontend, it uses ReactJS </a:t>
            </a:r>
            <a:r>
              <a:rPr lang="en-US" sz="1200" b="0" kern="1200" dirty="0" err="1">
                <a:solidFill>
                  <a:schemeClr val="tx1"/>
                </a:solidFill>
                <a:effectLst/>
                <a:latin typeface="+mn-lt"/>
                <a:ea typeface="+mn-ea"/>
                <a:cs typeface="+mn-cs"/>
              </a:rPr>
              <a:t>javascript</a:t>
            </a:r>
            <a:r>
              <a:rPr lang="en-US" sz="1200" b="0" kern="1200" dirty="0">
                <a:solidFill>
                  <a:schemeClr val="tx1"/>
                </a:solidFill>
                <a:effectLst/>
                <a:latin typeface="+mn-lt"/>
                <a:ea typeface="+mn-ea"/>
                <a:cs typeface="+mn-cs"/>
              </a:rPr>
              <a:t> library and Google's Material Design Component.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EF47B727-FCE3-4547-ACCC-A497348296A5}" type="slidenum">
              <a:rPr lang="en-GB" smtClean="0"/>
              <a:t>13</a:t>
            </a:fld>
            <a:endParaRPr lang="en-GB"/>
          </a:p>
        </p:txBody>
      </p:sp>
    </p:spTree>
    <p:extLst>
      <p:ext uri="{BB962C8B-B14F-4D97-AF65-F5344CB8AC3E}">
        <p14:creationId xmlns:p14="http://schemas.microsoft.com/office/powerpoint/2010/main" val="3332304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And here is the landing page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Show https://acted-estore-uat.up.railway.app/home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On the top is the navigation bar, it incorporated the searching, cart preview and user related functions.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User can now browse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by Subjects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product Category like core study materials and revision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and specific type of product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Show https://acted-estore-uat.up.railway.app/styleguide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 have included a style guide on the help icon. It includes all the design elements.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typography are well defined using Google Material UI system.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font weights, letter spacing, and line height are carefully designed for each font variant.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Different spacing is specified so they are consistent thru out the site.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It takes reference from the </a:t>
            </a:r>
            <a:r>
              <a:rPr lang="en-GB" dirty="0" err="1"/>
              <a:t>Liftkit</a:t>
            </a:r>
            <a:r>
              <a:rPr lang="en-GB" dirty="0"/>
              <a:t> CSS framework that is based on the golden ratio it provides a structured approach for spacing elements.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Colour palette is based on BPP tonal palettes and Material UI colour system.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On the third tab is different type of Product Cards.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r>
              <a:rPr lang="en-US" sz="1200" b="0" kern="1200" dirty="0">
                <a:solidFill>
                  <a:schemeClr val="tx1"/>
                </a:solidFill>
                <a:effectLst/>
                <a:latin typeface="+mn-lt"/>
                <a:ea typeface="+mn-ea"/>
                <a:cs typeface="+mn-cs"/>
              </a:rPr>
              <a:t>There are 6 types of product card, Materials, Marking, tutorials, Bundles, Online classroom and Marking Voucher. </a:t>
            </a:r>
          </a:p>
          <a:p>
            <a:r>
              <a:rPr lang="en-US" sz="1200" b="0" kern="1200" dirty="0">
                <a:solidFill>
                  <a:schemeClr val="tx1"/>
                </a:solidFill>
                <a:effectLst/>
                <a:latin typeface="+mn-lt"/>
                <a:ea typeface="+mn-ea"/>
                <a:cs typeface="+mn-cs"/>
              </a:rPr>
              <a:t>Each with its own customized content tailored to the specific product type.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Remember I mentioned the issue with a table layout and the relationship between </a:t>
            </a:r>
            <a:r>
              <a:rPr lang="en-US" sz="1200" b="0" kern="1200" dirty="0" err="1">
                <a:solidFill>
                  <a:schemeClr val="tx1"/>
                </a:solidFill>
                <a:effectLst/>
                <a:latin typeface="+mn-lt"/>
                <a:ea typeface="+mn-ea"/>
                <a:cs typeface="+mn-cs"/>
              </a:rPr>
              <a:t>ebook</a:t>
            </a:r>
            <a:r>
              <a:rPr lang="en-US" sz="1200" b="0" kern="1200" dirty="0">
                <a:solidFill>
                  <a:schemeClr val="tx1"/>
                </a:solidFill>
                <a:effectLst/>
                <a:latin typeface="+mn-lt"/>
                <a:ea typeface="+mn-ea"/>
                <a:cs typeface="+mn-cs"/>
              </a:rPr>
              <a:t> and printed product. </a:t>
            </a:r>
          </a:p>
          <a:p>
            <a:r>
              <a:rPr lang="en-US" sz="1200" b="0" kern="1200" dirty="0">
                <a:solidFill>
                  <a:schemeClr val="tx1"/>
                </a:solidFill>
                <a:effectLst/>
                <a:latin typeface="+mn-lt"/>
                <a:ea typeface="+mn-ea"/>
                <a:cs typeface="+mn-cs"/>
              </a:rPr>
              <a:t>If a product has two variations, they are  listed in the card content.</a:t>
            </a:r>
          </a:p>
          <a:p>
            <a:r>
              <a:rPr lang="en-US" sz="1200" b="0" kern="1200" dirty="0">
                <a:solidFill>
                  <a:schemeClr val="tx1"/>
                </a:solidFill>
                <a:effectLst/>
                <a:latin typeface="+mn-lt"/>
                <a:ea typeface="+mn-ea"/>
                <a:cs typeface="+mn-cs"/>
              </a:rPr>
              <a:t>For example, material product will have </a:t>
            </a:r>
            <a:r>
              <a:rPr lang="en-US" sz="1200" b="0" kern="1200" dirty="0" err="1">
                <a:solidFill>
                  <a:schemeClr val="tx1"/>
                </a:solidFill>
                <a:effectLst/>
                <a:latin typeface="+mn-lt"/>
                <a:ea typeface="+mn-ea"/>
                <a:cs typeface="+mn-cs"/>
              </a:rPr>
              <a:t>ebook</a:t>
            </a:r>
            <a:r>
              <a:rPr lang="en-US" sz="1200" b="0" kern="1200" dirty="0">
                <a:solidFill>
                  <a:schemeClr val="tx1"/>
                </a:solidFill>
                <a:effectLst/>
                <a:latin typeface="+mn-lt"/>
                <a:ea typeface="+mn-ea"/>
                <a:cs typeface="+mn-cs"/>
              </a:rPr>
              <a:t> and printed. And Online classroom will have UK and India as their variations.</a:t>
            </a:r>
          </a:p>
          <a:p>
            <a:r>
              <a:rPr lang="en-US" sz="1200" b="0" kern="1200" dirty="0">
                <a:solidFill>
                  <a:schemeClr val="tx1"/>
                </a:solidFill>
                <a:effectLst/>
                <a:latin typeface="+mn-lt"/>
                <a:ea typeface="+mn-ea"/>
                <a:cs typeface="+mn-cs"/>
              </a:rPr>
              <a:t>It provides the flexibility to add or remove variations without impacting the layout.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add to cart button will have 3 different behavior.</a:t>
            </a:r>
          </a:p>
          <a:p>
            <a:r>
              <a:rPr lang="en-US" sz="1200" b="0" kern="1200" dirty="0">
                <a:solidFill>
                  <a:schemeClr val="tx1"/>
                </a:solidFill>
                <a:effectLst/>
                <a:latin typeface="+mn-lt"/>
                <a:ea typeface="+mn-ea"/>
                <a:cs typeface="+mn-cs"/>
              </a:rPr>
              <a:t>The normal add to cart button,</a:t>
            </a:r>
          </a:p>
          <a:p>
            <a:r>
              <a:rPr lang="en-US" sz="1200" b="0" kern="1200" dirty="0">
                <a:solidFill>
                  <a:schemeClr val="tx1"/>
                </a:solidFill>
                <a:effectLst/>
                <a:latin typeface="+mn-lt"/>
                <a:ea typeface="+mn-ea"/>
                <a:cs typeface="+mn-cs"/>
              </a:rPr>
              <a:t>Buy both variations button, </a:t>
            </a:r>
          </a:p>
          <a:p>
            <a:r>
              <a:rPr lang="en-US" sz="1200" b="0" kern="1200" dirty="0">
                <a:solidFill>
                  <a:schemeClr val="tx1"/>
                </a:solidFill>
                <a:effectLst/>
                <a:latin typeface="+mn-lt"/>
                <a:ea typeface="+mn-ea"/>
                <a:cs typeface="+mn-cs"/>
              </a:rPr>
              <a:t>And Buy with recommended product button.</a:t>
            </a:r>
          </a:p>
          <a:p>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For materials product that has the Buy Both button available for </a:t>
            </a:r>
            <a:r>
              <a:rPr lang="en-US" sz="1200" b="0" kern="1200" dirty="0" err="1">
                <a:solidFill>
                  <a:schemeClr val="tx1"/>
                </a:solidFill>
                <a:effectLst/>
                <a:latin typeface="+mn-lt"/>
                <a:ea typeface="+mn-ea"/>
                <a:cs typeface="+mn-cs"/>
              </a:rPr>
              <a:t>ebook</a:t>
            </a:r>
            <a:r>
              <a:rPr lang="en-US" sz="1200" b="0" kern="1200" dirty="0">
                <a:solidFill>
                  <a:schemeClr val="tx1"/>
                </a:solidFill>
                <a:effectLst/>
                <a:latin typeface="+mn-lt"/>
                <a:ea typeface="+mn-ea"/>
                <a:cs typeface="+mn-cs"/>
              </a:rPr>
              <a:t> and printed materials, it is replaced with a speed dial button. </a:t>
            </a:r>
          </a:p>
          <a:p>
            <a:r>
              <a:rPr lang="en-US" sz="1200" b="0" kern="1200" dirty="0">
                <a:solidFill>
                  <a:schemeClr val="tx1"/>
                </a:solidFill>
                <a:effectLst/>
                <a:latin typeface="+mn-lt"/>
                <a:ea typeface="+mn-ea"/>
                <a:cs typeface="+mn-cs"/>
              </a:rPr>
              <a:t>When clicking on the button will provide two speed dial action button to add both variation to the cart or only add the current selection.</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Mock Exam or assignments and its marking products, the buy both button will now become the Buy with recommended button.</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Bundle product card will have the content listed, and marking product card will shows the marking deadlines information with warnings if any deadlines are expired.</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tutorial product, each card is separated by subjects and location. I will talk about the tutorial product card more when we are ordering tutorial product. </a:t>
            </a:r>
          </a:p>
          <a:p>
            <a:endParaRPr lang="en-US" sz="1200" b="0" kern="1200" dirty="0">
              <a:solidFill>
                <a:schemeClr val="tx1"/>
              </a:solidFill>
              <a:effectLst/>
              <a:latin typeface="+mn-lt"/>
              <a:ea typeface="+mn-ea"/>
              <a:cs typeface="+mn-cs"/>
            </a:endParaRPr>
          </a:p>
          <a:p>
            <a:r>
              <a:rPr lang="en-US" dirty="0"/>
              <a:t>The style guide also showed some common elements like buttons and alert boxes.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Show https://acted-estore-uat.up.railway.app/home</a:t>
            </a:r>
          </a:p>
          <a:p>
            <a:endParaRPr lang="en-US" dirty="0"/>
          </a:p>
          <a:p>
            <a:r>
              <a:rPr lang="en-US" dirty="0"/>
              <a:t>Let me show you how the application behaves in mobile and tablet resolution. You can see it adapts to different resolution seamlessly.</a:t>
            </a:r>
          </a:p>
          <a:p>
            <a:r>
              <a:rPr lang="en-US" dirty="0"/>
              <a:t>The navigation menu is smooth. Drawer slides in and out of different levels of navigation links.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Show https://acted-estore-uat.up.railway.app/products</a:t>
            </a:r>
          </a:p>
          <a:p>
            <a:endParaRPr lang="en-US" dirty="0"/>
          </a:p>
          <a:p>
            <a:r>
              <a:rPr lang="en-US" dirty="0"/>
              <a:t>In the chat, I have send you a link of the new site.</a:t>
            </a:r>
          </a:p>
          <a:p>
            <a:r>
              <a:rPr lang="en-US" dirty="0"/>
              <a:t>Can you share your screen and I can walk you thru the functions.</a:t>
            </a:r>
          </a:p>
          <a:p>
            <a:endParaRPr lang="en-US" dirty="0"/>
          </a:p>
        </p:txBody>
      </p:sp>
      <p:sp>
        <p:nvSpPr>
          <p:cNvPr id="4" name="Slide Number Placeholder 3"/>
          <p:cNvSpPr>
            <a:spLocks noGrp="1"/>
          </p:cNvSpPr>
          <p:nvPr>
            <p:ph type="sldNum" sz="quarter" idx="5"/>
          </p:nvPr>
        </p:nvSpPr>
        <p:spPr/>
        <p:txBody>
          <a:bodyPr/>
          <a:lstStyle/>
          <a:p>
            <a:fld id="{EF47B727-FCE3-4547-ACCC-A497348296A5}" type="slidenum">
              <a:rPr lang="en-GB" smtClean="0"/>
              <a:t>14</a:t>
            </a:fld>
            <a:endParaRPr lang="en-GB"/>
          </a:p>
        </p:txBody>
      </p:sp>
    </p:spTree>
    <p:extLst>
      <p:ext uri="{BB962C8B-B14F-4D97-AF65-F5344CB8AC3E}">
        <p14:creationId xmlns:p14="http://schemas.microsoft.com/office/powerpoint/2010/main" val="1382156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You can find the login function and user related functions in the navigation menu. </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Try Click on the login button, this is the login screen, you can register a new account by clicking on the "Create account" button.</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registration is a step by step process to </a:t>
            </a:r>
            <a:r>
              <a:rPr lang="en-US" sz="1200" b="0" kern="1200" dirty="0" err="1">
                <a:solidFill>
                  <a:schemeClr val="tx1"/>
                </a:solidFill>
                <a:effectLst/>
                <a:latin typeface="+mn-lt"/>
                <a:ea typeface="+mn-ea"/>
                <a:cs typeface="+mn-cs"/>
              </a:rPr>
              <a:t>minimise</a:t>
            </a:r>
            <a:r>
              <a:rPr lang="en-US" sz="1200" b="0" kern="1200" dirty="0">
                <a:solidFill>
                  <a:schemeClr val="tx1"/>
                </a:solidFill>
                <a:effectLst/>
                <a:latin typeface="+mn-lt"/>
                <a:ea typeface="+mn-ea"/>
                <a:cs typeface="+mn-cs"/>
              </a:rPr>
              <a:t> cognitive load and provide better accessibility to mobile resolution. </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After you have entered your name and email.</a:t>
            </a:r>
          </a:p>
          <a:p>
            <a:r>
              <a:rPr lang="en-US" sz="1200" b="0" kern="1200" dirty="0">
                <a:solidFill>
                  <a:schemeClr val="tx1"/>
                </a:solidFill>
                <a:effectLst/>
                <a:latin typeface="+mn-lt"/>
                <a:ea typeface="+mn-ea"/>
                <a:cs typeface="+mn-cs"/>
              </a:rPr>
              <a:t>When you enter a phone number, it uses Google phone number </a:t>
            </a:r>
            <a:r>
              <a:rPr lang="en-US" sz="1200" b="0" kern="1200" dirty="0" err="1">
                <a:solidFill>
                  <a:schemeClr val="tx1"/>
                </a:solidFill>
                <a:effectLst/>
                <a:latin typeface="+mn-lt"/>
                <a:ea typeface="+mn-ea"/>
                <a:cs typeface="+mn-cs"/>
              </a:rPr>
              <a:t>javascript</a:t>
            </a:r>
            <a:r>
              <a:rPr lang="en-US" sz="1200" b="0" kern="1200" dirty="0">
                <a:solidFill>
                  <a:schemeClr val="tx1"/>
                </a:solidFill>
                <a:effectLst/>
                <a:latin typeface="+mn-lt"/>
                <a:ea typeface="+mn-ea"/>
                <a:cs typeface="+mn-cs"/>
              </a:rPr>
              <a:t> library to provide international validation and auto formatting. </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You can try using a UK number and a number from Vietnam. It will standardized the input with space and add zeros at the front.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next step is home address.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Home and Work Address also has a similar mechanism.</a:t>
            </a:r>
          </a:p>
          <a:p>
            <a:r>
              <a:rPr lang="en-US" sz="1200" b="0" kern="1200" dirty="0">
                <a:solidFill>
                  <a:schemeClr val="tx1"/>
                </a:solidFill>
                <a:effectLst/>
                <a:latin typeface="+mn-lt"/>
                <a:ea typeface="+mn-ea"/>
                <a:cs typeface="+mn-cs"/>
              </a:rPr>
              <a:t>When you selected a country, it will show the Postcode field if the selected country uses postcode and the address </a:t>
            </a:r>
            <a:r>
              <a:rPr lang="en-US" sz="1200" b="0" kern="1200" dirty="0" err="1">
                <a:solidFill>
                  <a:schemeClr val="tx1"/>
                </a:solidFill>
                <a:effectLst/>
                <a:latin typeface="+mn-lt"/>
                <a:ea typeface="+mn-ea"/>
                <a:cs typeface="+mn-cs"/>
              </a:rPr>
              <a:t>searchbox</a:t>
            </a:r>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Also it will show the button for manual address entry.</a:t>
            </a:r>
          </a:p>
          <a:p>
            <a:r>
              <a:rPr lang="en-US" sz="1200" b="0" kern="1200" dirty="0">
                <a:solidFill>
                  <a:schemeClr val="tx1"/>
                </a:solidFill>
                <a:effectLst/>
                <a:latin typeface="+mn-lt"/>
                <a:ea typeface="+mn-ea"/>
                <a:cs typeface="+mn-cs"/>
              </a:rPr>
              <a:t>When you enter the postcode and first few character of your address, press enter, it will send a request to </a:t>
            </a:r>
            <a:r>
              <a:rPr lang="en-US" sz="1200" b="0" kern="1200" dirty="0" err="1">
                <a:solidFill>
                  <a:schemeClr val="tx1"/>
                </a:solidFill>
                <a:effectLst/>
                <a:latin typeface="+mn-lt"/>
                <a:ea typeface="+mn-ea"/>
                <a:cs typeface="+mn-cs"/>
              </a:rPr>
              <a:t>postcoder</a:t>
            </a:r>
            <a:r>
              <a:rPr lang="en-US" sz="1200" b="0" kern="1200" dirty="0">
                <a:solidFill>
                  <a:schemeClr val="tx1"/>
                </a:solidFill>
                <a:effectLst/>
                <a:latin typeface="+mn-lt"/>
                <a:ea typeface="+mn-ea"/>
                <a:cs typeface="+mn-cs"/>
              </a:rPr>
              <a:t> API for address lookup. </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At the moment to save credit, </a:t>
            </a:r>
            <a:r>
              <a:rPr lang="en-US" sz="1200" b="0" kern="1200" dirty="0" err="1">
                <a:solidFill>
                  <a:schemeClr val="tx1"/>
                </a:solidFill>
                <a:effectLst/>
                <a:latin typeface="+mn-lt"/>
                <a:ea typeface="+mn-ea"/>
                <a:cs typeface="+mn-cs"/>
              </a:rPr>
              <a:t>i</a:t>
            </a:r>
            <a:r>
              <a:rPr lang="en-US" sz="1200" b="0" kern="1200" dirty="0">
                <a:solidFill>
                  <a:schemeClr val="tx1"/>
                </a:solidFill>
                <a:effectLst/>
                <a:latin typeface="+mn-lt"/>
                <a:ea typeface="+mn-ea"/>
                <a:cs typeface="+mn-cs"/>
              </a:rPr>
              <a:t> made this textbox to made the </a:t>
            </a:r>
            <a:r>
              <a:rPr lang="en-US" sz="1200" b="0" kern="1200" dirty="0" err="1">
                <a:solidFill>
                  <a:schemeClr val="tx1"/>
                </a:solidFill>
                <a:effectLst/>
                <a:latin typeface="+mn-lt"/>
                <a:ea typeface="+mn-ea"/>
                <a:cs typeface="+mn-cs"/>
              </a:rPr>
              <a:t>api</a:t>
            </a:r>
            <a:r>
              <a:rPr lang="en-US" sz="1200" b="0" kern="1200" dirty="0">
                <a:solidFill>
                  <a:schemeClr val="tx1"/>
                </a:solidFill>
                <a:effectLst/>
                <a:latin typeface="+mn-lt"/>
                <a:ea typeface="+mn-ea"/>
                <a:cs typeface="+mn-cs"/>
              </a:rPr>
              <a:t> call when user press enter, when it is live, the suggested address should be updated as user types. </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the Country is not supported by the Postcoder service, it will flow to manual address input.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When you select one of the suggested address, it will autofill the address form.</a:t>
            </a:r>
          </a:p>
          <a:p>
            <a:r>
              <a:rPr lang="en-US" sz="1200" b="0" kern="1200" dirty="0">
                <a:solidFill>
                  <a:schemeClr val="tx1"/>
                </a:solidFill>
                <a:effectLst/>
                <a:latin typeface="+mn-lt"/>
                <a:ea typeface="+mn-ea"/>
                <a:cs typeface="+mn-cs"/>
              </a:rPr>
              <a:t>Similar to the phone </a:t>
            </a:r>
            <a:r>
              <a:rPr lang="en-US" sz="1200" b="0" kern="1200" dirty="0" err="1">
                <a:solidFill>
                  <a:schemeClr val="tx1"/>
                </a:solidFill>
                <a:effectLst/>
                <a:latin typeface="+mn-lt"/>
                <a:ea typeface="+mn-ea"/>
                <a:cs typeface="+mn-cs"/>
              </a:rPr>
              <a:t>numbervalidation</a:t>
            </a:r>
            <a:r>
              <a:rPr lang="en-US" sz="1200" b="0" kern="1200" dirty="0">
                <a:solidFill>
                  <a:schemeClr val="tx1"/>
                </a:solidFill>
                <a:effectLst/>
                <a:latin typeface="+mn-lt"/>
                <a:ea typeface="+mn-ea"/>
                <a:cs typeface="+mn-cs"/>
              </a:rPr>
              <a:t>, it will call the Google address input API to dynamically generate fields according to the selected country and also applied related validation for mandatory fields on the fly. </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example, if you select South Africa, there will be a Suburb field. If you selected US, you will see the state dropdown. If you select Ireland, it uses Eircode instead of postcode.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phone number and address validation services will minimize input error and more efficient when admin team processing orders.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Then there is the work address, delivery preference and setting your password.</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When user successfully registered, they will receive an email for verification of their email address. </a:t>
            </a:r>
          </a:p>
          <a:p>
            <a:r>
              <a:rPr lang="en-US" sz="1200" b="0" kern="1200" dirty="0">
                <a:solidFill>
                  <a:schemeClr val="tx1"/>
                </a:solidFill>
                <a:effectLst/>
                <a:latin typeface="+mn-lt"/>
                <a:ea typeface="+mn-ea"/>
                <a:cs typeface="+mn-cs"/>
              </a:rPr>
              <a:t>User will need to verify before the account is active. This also make sure they have entered their email correctly.</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they changed their email address when user updates their profile, it will also require verification. </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Password reset will create an email with a token with expiry window. After the password reset is successful it will trigger an email notification.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with the account setup you are now ready to order. You can logout first so you can see the whole workflow.</a:t>
            </a:r>
          </a:p>
          <a:p>
            <a:endParaRPr lang="en-GB" dirty="0"/>
          </a:p>
        </p:txBody>
      </p:sp>
      <p:sp>
        <p:nvSpPr>
          <p:cNvPr id="4" name="Slide Number Placeholder 3"/>
          <p:cNvSpPr>
            <a:spLocks noGrp="1"/>
          </p:cNvSpPr>
          <p:nvPr>
            <p:ph type="sldNum" sz="quarter" idx="5"/>
          </p:nvPr>
        </p:nvSpPr>
        <p:spPr/>
        <p:txBody>
          <a:bodyPr/>
          <a:lstStyle/>
          <a:p>
            <a:fld id="{EF47B727-FCE3-4547-ACCC-A497348296A5}" type="slidenum">
              <a:rPr lang="en-GB" smtClean="0"/>
              <a:t>15</a:t>
            </a:fld>
            <a:endParaRPr lang="en-GB"/>
          </a:p>
        </p:txBody>
      </p:sp>
    </p:spTree>
    <p:extLst>
      <p:ext uri="{BB962C8B-B14F-4D97-AF65-F5344CB8AC3E}">
        <p14:creationId xmlns:p14="http://schemas.microsoft.com/office/powerpoint/2010/main" val="2772050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master-page3">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59200"/>
            <a:ext cx="10972080" cy="1084680"/>
          </a:xfrm>
          <a:prstGeom prst="rect">
            <a:avLst/>
          </a:prstGeom>
          <a:noFill/>
          <a:ln w="0">
            <a:noFill/>
          </a:ln>
        </p:spPr>
        <p:txBody>
          <a:bodyPr lIns="0" tIns="0" rIns="0" bIns="0" anchor="ctr">
            <a:spAutoFit/>
          </a:bodyPr>
          <a:lstStyle/>
          <a:p>
            <a:pPr indent="0" algn="ctr">
              <a:buNone/>
            </a:pPr>
            <a:endParaRPr lang="en-GB" sz="4400" b="0" u="none" strike="noStrike">
              <a:solidFill>
                <a:srgbClr val="000000"/>
              </a:solidFill>
              <a:effectLst/>
              <a:uFillTx/>
              <a:latin typeface="Arial"/>
            </a:endParaRPr>
          </a:p>
        </p:txBody>
      </p:sp>
      <p:sp>
        <p:nvSpPr>
          <p:cNvPr id="5" name="PlaceHolder 2"/>
          <p:cNvSpPr>
            <a:spLocks noGrp="1"/>
          </p:cNvSpPr>
          <p:nvPr>
            <p:ph type="subTitle"/>
          </p:nvPr>
        </p:nvSpPr>
        <p:spPr>
          <a:xfrm>
            <a:off x="609480" y="1520280"/>
            <a:ext cx="10972080" cy="3768480"/>
          </a:xfrm>
          <a:prstGeom prst="rect">
            <a:avLst/>
          </a:prstGeom>
          <a:noFill/>
          <a:ln w="0">
            <a:noFill/>
          </a:ln>
        </p:spPr>
        <p:txBody>
          <a:bodyPr lIns="0" tIns="0" rIns="0" bIns="0" anchor="ctr">
            <a:spAutoFit/>
          </a:bodyPr>
          <a:lstStyle/>
          <a:p>
            <a:pPr indent="0" algn="ctr">
              <a:buNone/>
            </a:pPr>
            <a:endParaRPr lang="en-GB" sz="3200" b="0" u="none" strike="noStrike">
              <a:solidFill>
                <a:srgbClr val="000000"/>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page3">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r>
              <a:rPr lang="en-GB" sz="4400" b="0" u="none" strike="noStrike">
                <a:solidFill>
                  <a:srgbClr val="000000"/>
                </a:solidFill>
                <a:effectLst/>
                <a:uFillTx/>
                <a:latin typeface="Arial"/>
              </a:rPr>
              <a:t>Click to edit the title text format</a:t>
            </a:r>
          </a:p>
        </p:txBody>
      </p:sp>
      <p:sp>
        <p:nvSpPr>
          <p:cNvPr id="3" name="PlaceHolder 2"/>
          <p:cNvSpPr>
            <a:spLocks noGrp="1"/>
          </p:cNvSpPr>
          <p:nvPr>
            <p:ph type="body"/>
          </p:nvPr>
        </p:nvSpPr>
        <p:spPr>
          <a:xfrm>
            <a:off x="609480" y="1520280"/>
            <a:ext cx="10972080" cy="37684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GB"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GB"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GB"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GB"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 name="Freeform: Shape 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 name="Freeform: Shape 7"/>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 name="Freeform: Shape 8"/>
          <p:cNvSpPr/>
          <p:nvPr/>
        </p:nvSpPr>
        <p:spPr>
          <a:xfrm>
            <a:off x="752400" y="3390840"/>
            <a:ext cx="2476800" cy="9720"/>
          </a:xfrm>
          <a:custGeom>
            <a:avLst/>
            <a:gdLst/>
            <a:ahLst/>
            <a:cxnLst/>
            <a:rect l="0" t="0" r="r" b="b"/>
            <a:pathLst>
              <a:path w="6880" h="27">
                <a:moveTo>
                  <a:pt x="0" y="0"/>
                </a:moveTo>
                <a:lnTo>
                  <a:pt x="6880" y="0"/>
                </a:lnTo>
                <a:lnTo>
                  <a:pt x="6880" y="27"/>
                </a:lnTo>
                <a:lnTo>
                  <a:pt x="0" y="27"/>
                </a:lnTo>
                <a:lnTo>
                  <a:pt x="0" y="0"/>
                </a:lnTo>
                <a:close/>
              </a:path>
            </a:pathLst>
          </a:custGeom>
          <a:solidFill>
            <a:srgbClr val="2F2F2F">
              <a:alpha val="45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0" name="TextBox 9"/>
          <p:cNvSpPr txBox="1"/>
          <p:nvPr/>
        </p:nvSpPr>
        <p:spPr>
          <a:xfrm>
            <a:off x="747720" y="2869560"/>
            <a:ext cx="2499840" cy="603720"/>
          </a:xfrm>
          <a:prstGeom prst="rect">
            <a:avLst/>
          </a:prstGeom>
          <a:noFill/>
          <a:ln w="0">
            <a:noFill/>
          </a:ln>
        </p:spPr>
        <p:txBody>
          <a:bodyPr wrap="none" lIns="0" tIns="0" rIns="0" bIns="0" anchor="t">
            <a:spAutoFit/>
          </a:bodyPr>
          <a:lstStyle/>
          <a:p>
            <a:r>
              <a:rPr lang="en-GB" sz="3930" b="0" u="none" strike="noStrike">
                <a:solidFill>
                  <a:srgbClr val="2F2F2F"/>
                </a:solidFill>
                <a:effectLst/>
                <a:uFillTx/>
                <a:latin typeface="Inter"/>
                <a:ea typeface="Inter"/>
              </a:rPr>
              <a:t>BPP ActEd</a:t>
            </a:r>
            <a:endParaRPr lang="en-GB" sz="3930" b="0" u="none" strike="noStrike">
              <a:solidFill>
                <a:srgbClr val="000000"/>
              </a:solidFill>
              <a:effectLst/>
              <a:uFillTx/>
              <a:latin typeface="Times New Roman"/>
            </a:endParaRPr>
          </a:p>
        </p:txBody>
      </p:sp>
      <p:sp>
        <p:nvSpPr>
          <p:cNvPr id="11" name="TextBox 10"/>
          <p:cNvSpPr txBox="1"/>
          <p:nvPr/>
        </p:nvSpPr>
        <p:spPr>
          <a:xfrm>
            <a:off x="747720" y="3349440"/>
            <a:ext cx="2943720" cy="373680"/>
          </a:xfrm>
          <a:prstGeom prst="rect">
            <a:avLst/>
          </a:prstGeom>
          <a:noFill/>
          <a:ln w="0">
            <a:noFill/>
          </a:ln>
        </p:spPr>
        <p:txBody>
          <a:bodyPr wrap="none" lIns="0" tIns="0" rIns="0" bIns="0" anchor="t">
            <a:spAutoFit/>
          </a:bodyPr>
          <a:lstStyle/>
          <a:p>
            <a:r>
              <a:rPr lang="en-GB" sz="2420" b="0" u="none" strike="noStrike">
                <a:solidFill>
                  <a:srgbClr val="2F2F2F"/>
                </a:solidFill>
                <a:effectLst/>
                <a:uFillTx/>
                <a:latin typeface="Inter"/>
                <a:ea typeface="Inter"/>
              </a:rPr>
              <a:t>E-Store UI Redesign</a:t>
            </a:r>
            <a:endParaRPr lang="en-GB" sz="2420" b="0" u="none" strike="noStrike">
              <a:solidFill>
                <a:srgbClr val="000000"/>
              </a:solidFill>
              <a:effectLst/>
              <a:uFillTx/>
              <a:latin typeface="Times New Roman"/>
            </a:endParaRPr>
          </a:p>
        </p:txBody>
      </p:sp>
      <p:sp>
        <p:nvSpPr>
          <p:cNvPr id="12" name="TextBox 11"/>
          <p:cNvSpPr txBox="1"/>
          <p:nvPr/>
        </p:nvSpPr>
        <p:spPr>
          <a:xfrm>
            <a:off x="11783160" y="6335280"/>
            <a:ext cx="22824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1</a:t>
            </a:r>
            <a:endParaRPr lang="en-GB" sz="1800" b="0" u="none" strike="noStrike">
              <a:solidFill>
                <a:srgbClr val="000000"/>
              </a:solidFill>
              <a:effectLst/>
              <a:uFillTx/>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Shape 1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 name="Freeform: Shape 1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 name="Freeform: Shape 1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 name="TextBox 15"/>
          <p:cNvSpPr txBox="1"/>
          <p:nvPr/>
        </p:nvSpPr>
        <p:spPr>
          <a:xfrm>
            <a:off x="747720" y="2086920"/>
            <a:ext cx="1015920" cy="474480"/>
          </a:xfrm>
          <a:prstGeom prst="rect">
            <a:avLst/>
          </a:prstGeom>
          <a:noFill/>
          <a:ln w="0">
            <a:noFill/>
          </a:ln>
        </p:spPr>
        <p:txBody>
          <a:bodyPr wrap="none" lIns="0" tIns="0" rIns="0" bIns="0" anchor="t">
            <a:spAutoFit/>
          </a:bodyPr>
          <a:lstStyle/>
          <a:p>
            <a:r>
              <a:rPr lang="en-GB" sz="3080" b="0" u="none" strike="noStrike">
                <a:solidFill>
                  <a:srgbClr val="2F2F2F"/>
                </a:solidFill>
                <a:effectLst/>
                <a:uFillTx/>
                <a:latin typeface="Inter"/>
                <a:ea typeface="Inter"/>
              </a:rPr>
              <a:t>Part 1</a:t>
            </a:r>
            <a:endParaRPr lang="en-GB" sz="3080" b="0" u="none" strike="noStrike">
              <a:solidFill>
                <a:srgbClr val="000000"/>
              </a:solidFill>
              <a:effectLst/>
              <a:uFillTx/>
              <a:latin typeface="Times New Roman"/>
            </a:endParaRPr>
          </a:p>
        </p:txBody>
      </p:sp>
      <p:sp>
        <p:nvSpPr>
          <p:cNvPr id="17" name="TextBox 16"/>
          <p:cNvSpPr txBox="1"/>
          <p:nvPr/>
        </p:nvSpPr>
        <p:spPr>
          <a:xfrm>
            <a:off x="909360" y="2720520"/>
            <a:ext cx="1505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Initial Analysis</a:t>
            </a:r>
            <a:endParaRPr lang="en-GB" sz="1500" b="0" u="none" strike="noStrike">
              <a:solidFill>
                <a:srgbClr val="000000"/>
              </a:solidFill>
              <a:effectLst/>
              <a:uFillTx/>
              <a:latin typeface="Times New Roman"/>
            </a:endParaRPr>
          </a:p>
        </p:txBody>
      </p:sp>
      <p:sp>
        <p:nvSpPr>
          <p:cNvPr id="18" name="TextBox 17"/>
          <p:cNvSpPr txBox="1"/>
          <p:nvPr/>
        </p:nvSpPr>
        <p:spPr>
          <a:xfrm>
            <a:off x="909360" y="3082320"/>
            <a:ext cx="266544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 Industry Patterns Research</a:t>
            </a:r>
            <a:endParaRPr lang="en-GB" sz="1500" b="0" u="none" strike="noStrike" dirty="0">
              <a:solidFill>
                <a:srgbClr val="000000"/>
              </a:solidFill>
              <a:effectLst/>
              <a:uFillTx/>
              <a:latin typeface="Times New Roman"/>
            </a:endParaRPr>
          </a:p>
        </p:txBody>
      </p:sp>
      <p:sp>
        <p:nvSpPr>
          <p:cNvPr id="19" name="TextBox 18"/>
          <p:cNvSpPr txBox="1"/>
          <p:nvPr/>
        </p:nvSpPr>
        <p:spPr>
          <a:xfrm>
            <a:off x="909360" y="3434760"/>
            <a:ext cx="170496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 Feasibility Study</a:t>
            </a:r>
            <a:endParaRPr lang="en-GB" sz="1500" b="0" u="none" strike="noStrike" dirty="0">
              <a:solidFill>
                <a:srgbClr val="000000"/>
              </a:solidFill>
              <a:effectLst/>
              <a:uFillTx/>
              <a:latin typeface="Times New Roman"/>
            </a:endParaRPr>
          </a:p>
        </p:txBody>
      </p:sp>
      <p:sp>
        <p:nvSpPr>
          <p:cNvPr id="20" name="TextBox 19"/>
          <p:cNvSpPr txBox="1"/>
          <p:nvPr/>
        </p:nvSpPr>
        <p:spPr>
          <a:xfrm>
            <a:off x="747720" y="3868200"/>
            <a:ext cx="1095480" cy="474480"/>
          </a:xfrm>
          <a:prstGeom prst="rect">
            <a:avLst/>
          </a:prstGeom>
          <a:noFill/>
          <a:ln w="0">
            <a:noFill/>
          </a:ln>
        </p:spPr>
        <p:txBody>
          <a:bodyPr wrap="none" lIns="0" tIns="0" rIns="0" bIns="0" anchor="t">
            <a:spAutoFit/>
          </a:bodyPr>
          <a:lstStyle/>
          <a:p>
            <a:r>
              <a:rPr lang="en-GB" sz="3080" b="0" u="none" strike="noStrike">
                <a:solidFill>
                  <a:srgbClr val="2F2F2F"/>
                </a:solidFill>
                <a:effectLst/>
                <a:uFillTx/>
                <a:latin typeface="Inter"/>
                <a:ea typeface="Inter"/>
              </a:rPr>
              <a:t>Part 2</a:t>
            </a:r>
            <a:endParaRPr lang="en-GB" sz="3080" b="0" u="none" strike="noStrike">
              <a:solidFill>
                <a:srgbClr val="000000"/>
              </a:solidFill>
              <a:effectLst/>
              <a:uFillTx/>
              <a:latin typeface="Times New Roman"/>
            </a:endParaRPr>
          </a:p>
        </p:txBody>
      </p:sp>
      <p:sp>
        <p:nvSpPr>
          <p:cNvPr id="21" name="TextBox 20"/>
          <p:cNvSpPr txBox="1"/>
          <p:nvPr/>
        </p:nvSpPr>
        <p:spPr>
          <a:xfrm>
            <a:off x="909360" y="4511160"/>
            <a:ext cx="75852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 Demo</a:t>
            </a:r>
            <a:endParaRPr lang="en-GB" sz="1500" b="0" u="none" strike="noStrike" dirty="0">
              <a:solidFill>
                <a:srgbClr val="000000"/>
              </a:solidFill>
              <a:effectLst/>
              <a:uFillTx/>
              <a:latin typeface="Times New Roman"/>
            </a:endParaRPr>
          </a:p>
        </p:txBody>
      </p:sp>
      <p:sp>
        <p:nvSpPr>
          <p:cNvPr id="22" name="TextBox 21"/>
          <p:cNvSpPr txBox="1"/>
          <p:nvPr/>
        </p:nvSpPr>
        <p:spPr>
          <a:xfrm>
            <a:off x="11783160" y="6335280"/>
            <a:ext cx="22824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2</a:t>
            </a:r>
            <a:endParaRPr lang="en-GB" sz="18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reeform: Shape 2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 name="Freeform: Shape 2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 name="Freeform: Shape 2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 name="TextBox 25"/>
          <p:cNvSpPr txBox="1"/>
          <p:nvPr/>
        </p:nvSpPr>
        <p:spPr>
          <a:xfrm>
            <a:off x="747720" y="3134880"/>
            <a:ext cx="3007440" cy="474480"/>
          </a:xfrm>
          <a:prstGeom prst="rect">
            <a:avLst/>
          </a:prstGeom>
          <a:noFill/>
          <a:ln w="0">
            <a:noFill/>
          </a:ln>
        </p:spPr>
        <p:txBody>
          <a:bodyPr wrap="none" lIns="0" tIns="0" rIns="0" bIns="0" anchor="t">
            <a:spAutoFit/>
          </a:bodyPr>
          <a:lstStyle/>
          <a:p>
            <a:r>
              <a:rPr lang="en-GB" sz="3080" b="0" u="none" strike="noStrike">
                <a:solidFill>
                  <a:srgbClr val="2F2F2F"/>
                </a:solidFill>
                <a:effectLst/>
                <a:uFillTx/>
                <a:latin typeface="Inter"/>
                <a:ea typeface="Inter"/>
              </a:rPr>
              <a:t>1. Initial Analysis</a:t>
            </a:r>
            <a:endParaRPr lang="en-GB" sz="3080" b="0" u="none" strike="noStrike">
              <a:solidFill>
                <a:srgbClr val="000000"/>
              </a:solidFill>
              <a:effectLst/>
              <a:uFillTx/>
              <a:latin typeface="Times New Roman"/>
            </a:endParaRPr>
          </a:p>
        </p:txBody>
      </p:sp>
      <p:sp>
        <p:nvSpPr>
          <p:cNvPr id="27" name="TextBox 26"/>
          <p:cNvSpPr txBox="1"/>
          <p:nvPr/>
        </p:nvSpPr>
        <p:spPr>
          <a:xfrm>
            <a:off x="11783160" y="6335280"/>
            <a:ext cx="22824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3</a:t>
            </a:r>
            <a:endParaRPr lang="en-GB" sz="1800" b="0" u="none" strike="noStrike">
              <a:solidFill>
                <a:srgbClr val="000000"/>
              </a:solidFill>
              <a:effectLst/>
              <a:uFillTx/>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Shape 27"/>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 name="Freeform: Shape 2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 name="Freeform: Shape 2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 name="Freeform: Shape 30"/>
          <p:cNvSpPr/>
          <p:nvPr/>
        </p:nvSpPr>
        <p:spPr>
          <a:xfrm>
            <a:off x="752400" y="2466720"/>
            <a:ext cx="10696680" cy="4391280"/>
          </a:xfrm>
          <a:custGeom>
            <a:avLst/>
            <a:gdLst/>
            <a:ahLst/>
            <a:cxnLst/>
            <a:rect l="0" t="0" r="r" b="b"/>
            <a:pathLst>
              <a:path w="29713" h="12198">
                <a:moveTo>
                  <a:pt x="0" y="0"/>
                </a:moveTo>
                <a:lnTo>
                  <a:pt x="29713" y="0"/>
                </a:lnTo>
                <a:lnTo>
                  <a:pt x="29713" y="12198"/>
                </a:lnTo>
                <a:lnTo>
                  <a:pt x="0" y="1219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2" name="Freeform: Shape 31"/>
          <p:cNvSpPr/>
          <p:nvPr/>
        </p:nvSpPr>
        <p:spPr>
          <a:xfrm>
            <a:off x="752400" y="2466720"/>
            <a:ext cx="3591000" cy="419400"/>
          </a:xfrm>
          <a:custGeom>
            <a:avLst/>
            <a:gdLst/>
            <a:ahLst/>
            <a:cxnLst/>
            <a:rect l="0" t="0" r="r" b="b"/>
            <a:pathLst>
              <a:path w="9975" h="1165">
                <a:moveTo>
                  <a:pt x="0" y="0"/>
                </a:moveTo>
                <a:lnTo>
                  <a:pt x="9975" y="0"/>
                </a:lnTo>
                <a:lnTo>
                  <a:pt x="9975" y="1165"/>
                </a:lnTo>
                <a:lnTo>
                  <a:pt x="0" y="11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3" name="Freeform: Shape 32"/>
          <p:cNvSpPr/>
          <p:nvPr/>
        </p:nvSpPr>
        <p:spPr>
          <a:xfrm>
            <a:off x="4343040" y="2466720"/>
            <a:ext cx="3572280" cy="419400"/>
          </a:xfrm>
          <a:custGeom>
            <a:avLst/>
            <a:gdLst/>
            <a:ahLst/>
            <a:cxnLst/>
            <a:rect l="0" t="0" r="r" b="b"/>
            <a:pathLst>
              <a:path w="9923" h="1165">
                <a:moveTo>
                  <a:pt x="0" y="0"/>
                </a:moveTo>
                <a:lnTo>
                  <a:pt x="9923" y="0"/>
                </a:lnTo>
                <a:lnTo>
                  <a:pt x="9923" y="1165"/>
                </a:lnTo>
                <a:lnTo>
                  <a:pt x="0" y="11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4" name="Freeform: Shape 33"/>
          <p:cNvSpPr/>
          <p:nvPr/>
        </p:nvSpPr>
        <p:spPr>
          <a:xfrm>
            <a:off x="7914960" y="2466720"/>
            <a:ext cx="3534120" cy="419400"/>
          </a:xfrm>
          <a:custGeom>
            <a:avLst/>
            <a:gdLst/>
            <a:ahLst/>
            <a:cxnLst/>
            <a:rect l="0" t="0" r="r" b="b"/>
            <a:pathLst>
              <a:path w="9817" h="1165">
                <a:moveTo>
                  <a:pt x="0" y="0"/>
                </a:moveTo>
                <a:lnTo>
                  <a:pt x="9817" y="0"/>
                </a:lnTo>
                <a:lnTo>
                  <a:pt x="9817" y="1165"/>
                </a:lnTo>
                <a:lnTo>
                  <a:pt x="0" y="11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5" name="Freeform: Shape 34"/>
          <p:cNvSpPr/>
          <p:nvPr/>
        </p:nvSpPr>
        <p:spPr>
          <a:xfrm>
            <a:off x="752400" y="2466720"/>
            <a:ext cx="3591000" cy="419400"/>
          </a:xfrm>
          <a:custGeom>
            <a:avLst/>
            <a:gdLst/>
            <a:ahLst/>
            <a:cxnLst/>
            <a:rect l="0" t="0" r="r" b="b"/>
            <a:pathLst>
              <a:path w="9975" h="1165">
                <a:moveTo>
                  <a:pt x="0" y="0"/>
                </a:moveTo>
                <a:lnTo>
                  <a:pt x="9975" y="0"/>
                </a:lnTo>
                <a:lnTo>
                  <a:pt x="9975" y="1165"/>
                </a:lnTo>
                <a:lnTo>
                  <a:pt x="0" y="11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6" name="Freeform: Shape 35"/>
          <p:cNvSpPr/>
          <p:nvPr/>
        </p:nvSpPr>
        <p:spPr>
          <a:xfrm>
            <a:off x="4343040" y="2466720"/>
            <a:ext cx="3572280" cy="419400"/>
          </a:xfrm>
          <a:custGeom>
            <a:avLst/>
            <a:gdLst/>
            <a:ahLst/>
            <a:cxnLst/>
            <a:rect l="0" t="0" r="r" b="b"/>
            <a:pathLst>
              <a:path w="9923" h="1165">
                <a:moveTo>
                  <a:pt x="0" y="0"/>
                </a:moveTo>
                <a:lnTo>
                  <a:pt x="9923" y="0"/>
                </a:lnTo>
                <a:lnTo>
                  <a:pt x="9923" y="1165"/>
                </a:lnTo>
                <a:lnTo>
                  <a:pt x="0" y="11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7" name="Freeform: Shape 36"/>
          <p:cNvSpPr/>
          <p:nvPr/>
        </p:nvSpPr>
        <p:spPr>
          <a:xfrm>
            <a:off x="7914960" y="2466720"/>
            <a:ext cx="3534120" cy="419400"/>
          </a:xfrm>
          <a:custGeom>
            <a:avLst/>
            <a:gdLst/>
            <a:ahLst/>
            <a:cxnLst/>
            <a:rect l="0" t="0" r="r" b="b"/>
            <a:pathLst>
              <a:path w="9817" h="1165">
                <a:moveTo>
                  <a:pt x="0" y="0"/>
                </a:moveTo>
                <a:lnTo>
                  <a:pt x="9817" y="0"/>
                </a:lnTo>
                <a:lnTo>
                  <a:pt x="9817" y="1165"/>
                </a:lnTo>
                <a:lnTo>
                  <a:pt x="0" y="1165"/>
                </a:lnTo>
                <a:lnTo>
                  <a:pt x="0" y="0"/>
                </a:lnTo>
                <a:close/>
              </a:path>
            </a:pathLst>
          </a:custGeom>
          <a:solidFill>
            <a:srgbClr val="EDEDE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8" name="Freeform: Shape 37"/>
          <p:cNvSpPr/>
          <p:nvPr/>
        </p:nvSpPr>
        <p:spPr>
          <a:xfrm>
            <a:off x="752400" y="2885760"/>
            <a:ext cx="3591000" cy="3972240"/>
          </a:xfrm>
          <a:custGeom>
            <a:avLst/>
            <a:gdLst/>
            <a:ahLst/>
            <a:cxnLst/>
            <a:rect l="0" t="0" r="r" b="b"/>
            <a:pathLst>
              <a:path w="9975" h="11034">
                <a:moveTo>
                  <a:pt x="0" y="0"/>
                </a:moveTo>
                <a:lnTo>
                  <a:pt x="9975" y="0"/>
                </a:lnTo>
                <a:lnTo>
                  <a:pt x="9975" y="11034"/>
                </a:lnTo>
                <a:lnTo>
                  <a:pt x="0" y="11034"/>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9" name="Freeform: Shape 38"/>
          <p:cNvSpPr/>
          <p:nvPr/>
        </p:nvSpPr>
        <p:spPr>
          <a:xfrm>
            <a:off x="4343040" y="2885760"/>
            <a:ext cx="3572280" cy="3972240"/>
          </a:xfrm>
          <a:custGeom>
            <a:avLst/>
            <a:gdLst/>
            <a:ahLst/>
            <a:cxnLst/>
            <a:rect l="0" t="0" r="r" b="b"/>
            <a:pathLst>
              <a:path w="9923" h="11034">
                <a:moveTo>
                  <a:pt x="0" y="0"/>
                </a:moveTo>
                <a:lnTo>
                  <a:pt x="9923" y="0"/>
                </a:lnTo>
                <a:lnTo>
                  <a:pt x="9923" y="11034"/>
                </a:lnTo>
                <a:lnTo>
                  <a:pt x="0" y="11034"/>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40" name="Freeform: Shape 39"/>
          <p:cNvSpPr/>
          <p:nvPr/>
        </p:nvSpPr>
        <p:spPr>
          <a:xfrm>
            <a:off x="7914960" y="2885760"/>
            <a:ext cx="3534120" cy="3972240"/>
          </a:xfrm>
          <a:custGeom>
            <a:avLst/>
            <a:gdLst/>
            <a:ahLst/>
            <a:cxnLst/>
            <a:rect l="0" t="0" r="r" b="b"/>
            <a:pathLst>
              <a:path w="9817" h="11034">
                <a:moveTo>
                  <a:pt x="0" y="0"/>
                </a:moveTo>
                <a:lnTo>
                  <a:pt x="9817" y="0"/>
                </a:lnTo>
                <a:lnTo>
                  <a:pt x="9817" y="11034"/>
                </a:lnTo>
                <a:lnTo>
                  <a:pt x="0" y="11034"/>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41" name="Freeform: Shape 40"/>
          <p:cNvSpPr/>
          <p:nvPr/>
        </p:nvSpPr>
        <p:spPr>
          <a:xfrm>
            <a:off x="752400" y="2885760"/>
            <a:ext cx="3591000" cy="3972240"/>
          </a:xfrm>
          <a:custGeom>
            <a:avLst/>
            <a:gdLst/>
            <a:ahLst/>
            <a:cxnLst/>
            <a:rect l="0" t="0" r="r" b="b"/>
            <a:pathLst>
              <a:path w="9975" h="11034">
                <a:moveTo>
                  <a:pt x="0" y="0"/>
                </a:moveTo>
                <a:lnTo>
                  <a:pt x="9975" y="0"/>
                </a:lnTo>
                <a:lnTo>
                  <a:pt x="9975" y="11034"/>
                </a:lnTo>
                <a:lnTo>
                  <a:pt x="0" y="1103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42" name="Freeform: Shape 41"/>
          <p:cNvSpPr/>
          <p:nvPr/>
        </p:nvSpPr>
        <p:spPr>
          <a:xfrm>
            <a:off x="4343040" y="2885760"/>
            <a:ext cx="3572280" cy="3972240"/>
          </a:xfrm>
          <a:custGeom>
            <a:avLst/>
            <a:gdLst/>
            <a:ahLst/>
            <a:cxnLst/>
            <a:rect l="0" t="0" r="r" b="b"/>
            <a:pathLst>
              <a:path w="9923" h="11034">
                <a:moveTo>
                  <a:pt x="0" y="0"/>
                </a:moveTo>
                <a:lnTo>
                  <a:pt x="9923" y="0"/>
                </a:lnTo>
                <a:lnTo>
                  <a:pt x="9923" y="11034"/>
                </a:lnTo>
                <a:lnTo>
                  <a:pt x="0" y="1103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43" name="Freeform: Shape 42"/>
          <p:cNvSpPr/>
          <p:nvPr/>
        </p:nvSpPr>
        <p:spPr>
          <a:xfrm>
            <a:off x="7914960" y="2885760"/>
            <a:ext cx="3534120" cy="3972240"/>
          </a:xfrm>
          <a:custGeom>
            <a:avLst/>
            <a:gdLst/>
            <a:ahLst/>
            <a:cxnLst/>
            <a:rect l="0" t="0" r="r" b="b"/>
            <a:pathLst>
              <a:path w="9817" h="11034">
                <a:moveTo>
                  <a:pt x="0" y="0"/>
                </a:moveTo>
                <a:lnTo>
                  <a:pt x="9817" y="0"/>
                </a:lnTo>
                <a:lnTo>
                  <a:pt x="9817" y="11034"/>
                </a:lnTo>
                <a:lnTo>
                  <a:pt x="0" y="11034"/>
                </a:lnTo>
                <a:lnTo>
                  <a:pt x="0" y="0"/>
                </a:lnTo>
                <a:close/>
              </a:path>
            </a:pathLst>
          </a:custGeom>
          <a:solidFill>
            <a:srgbClr val="EDEDE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44" name="Freeform: Shape 43"/>
          <p:cNvSpPr/>
          <p:nvPr/>
        </p:nvSpPr>
        <p:spPr>
          <a:xfrm>
            <a:off x="952200" y="1428480"/>
            <a:ext cx="57600" cy="57600"/>
          </a:xfrm>
          <a:custGeom>
            <a:avLst/>
            <a:gdLst/>
            <a:ahLst/>
            <a:cxnLst/>
            <a:rect l="0" t="0" r="r" b="b"/>
            <a:pathLst>
              <a:path w="160" h="160">
                <a:moveTo>
                  <a:pt x="160" y="81"/>
                </a:moveTo>
                <a:cubicBezTo>
                  <a:pt x="160" y="91"/>
                  <a:pt x="158" y="101"/>
                  <a:pt x="154" y="111"/>
                </a:cubicBezTo>
                <a:cubicBezTo>
                  <a:pt x="150" y="121"/>
                  <a:pt x="144" y="129"/>
                  <a:pt x="137" y="137"/>
                </a:cubicBezTo>
                <a:cubicBezTo>
                  <a:pt x="129" y="144"/>
                  <a:pt x="121" y="150"/>
                  <a:pt x="110" y="154"/>
                </a:cubicBezTo>
                <a:cubicBezTo>
                  <a:pt x="100"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59"/>
                  <a:pt x="6" y="49"/>
                </a:cubicBezTo>
                <a:cubicBezTo>
                  <a:pt x="10" y="40"/>
                  <a:pt x="16" y="31"/>
                  <a:pt x="24" y="23"/>
                </a:cubicBezTo>
                <a:cubicBezTo>
                  <a:pt x="31" y="16"/>
                  <a:pt x="40" y="10"/>
                  <a:pt x="49" y="6"/>
                </a:cubicBezTo>
                <a:cubicBezTo>
                  <a:pt x="59" y="2"/>
                  <a:pt x="69" y="0"/>
                  <a:pt x="80" y="0"/>
                </a:cubicBezTo>
                <a:cubicBezTo>
                  <a:pt x="90" y="0"/>
                  <a:pt x="100" y="2"/>
                  <a:pt x="110" y="6"/>
                </a:cubicBezTo>
                <a:cubicBezTo>
                  <a:pt x="121" y="10"/>
                  <a:pt x="129" y="16"/>
                  <a:pt x="137" y="23"/>
                </a:cubicBezTo>
                <a:cubicBezTo>
                  <a:pt x="144" y="31"/>
                  <a:pt x="150" y="40"/>
                  <a:pt x="154" y="49"/>
                </a:cubicBezTo>
                <a:cubicBezTo>
                  <a:pt x="158" y="59"/>
                  <a:pt x="160" y="70"/>
                  <a:pt x="160" y="81"/>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45" name="TextBox 44"/>
          <p:cNvSpPr txBox="1"/>
          <p:nvPr/>
        </p:nvSpPr>
        <p:spPr>
          <a:xfrm>
            <a:off x="747720" y="758520"/>
            <a:ext cx="5471280" cy="373680"/>
          </a:xfrm>
          <a:prstGeom prst="rect">
            <a:avLst/>
          </a:prstGeom>
          <a:noFill/>
          <a:ln w="0">
            <a:noFill/>
          </a:ln>
        </p:spPr>
        <p:txBody>
          <a:bodyPr wrap="none" lIns="0" tIns="0" rIns="0" bIns="0" anchor="t">
            <a:spAutoFit/>
          </a:bodyPr>
          <a:lstStyle/>
          <a:p>
            <a:r>
              <a:rPr lang="en-GB" sz="2420" b="0" u="none" strike="noStrike">
                <a:solidFill>
                  <a:srgbClr val="2F2F2F"/>
                </a:solidFill>
                <a:effectLst/>
                <a:uFillTx/>
                <a:latin typeface="Inter"/>
                <a:ea typeface="Inter"/>
              </a:rPr>
              <a:t>1.1 Table layout vs mobile friendliness</a:t>
            </a:r>
            <a:endParaRPr lang="en-GB" sz="2420" b="0" u="none" strike="noStrike">
              <a:solidFill>
                <a:srgbClr val="000000"/>
              </a:solidFill>
              <a:effectLst/>
              <a:uFillTx/>
              <a:latin typeface="Times New Roman"/>
            </a:endParaRPr>
          </a:p>
        </p:txBody>
      </p:sp>
      <p:sp>
        <p:nvSpPr>
          <p:cNvPr id="46" name="Freeform: Shape 45"/>
          <p:cNvSpPr/>
          <p:nvPr/>
        </p:nvSpPr>
        <p:spPr>
          <a:xfrm>
            <a:off x="952200" y="1780920"/>
            <a:ext cx="57600" cy="57600"/>
          </a:xfrm>
          <a:custGeom>
            <a:avLst/>
            <a:gdLst/>
            <a:ahLst/>
            <a:cxnLst/>
            <a:rect l="0" t="0" r="r" b="b"/>
            <a:pathLst>
              <a:path w="160" h="160">
                <a:moveTo>
                  <a:pt x="160" y="81"/>
                </a:moveTo>
                <a:cubicBezTo>
                  <a:pt x="160" y="91"/>
                  <a:pt x="158" y="101"/>
                  <a:pt x="154" y="111"/>
                </a:cubicBezTo>
                <a:cubicBezTo>
                  <a:pt x="150" y="121"/>
                  <a:pt x="144" y="129"/>
                  <a:pt x="137" y="137"/>
                </a:cubicBezTo>
                <a:cubicBezTo>
                  <a:pt x="129" y="144"/>
                  <a:pt x="121" y="150"/>
                  <a:pt x="110" y="154"/>
                </a:cubicBezTo>
                <a:cubicBezTo>
                  <a:pt x="100"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60"/>
                  <a:pt x="6" y="50"/>
                </a:cubicBezTo>
                <a:cubicBezTo>
                  <a:pt x="10" y="40"/>
                  <a:pt x="16" y="32"/>
                  <a:pt x="24" y="23"/>
                </a:cubicBezTo>
                <a:cubicBezTo>
                  <a:pt x="31" y="16"/>
                  <a:pt x="40" y="10"/>
                  <a:pt x="49" y="6"/>
                </a:cubicBezTo>
                <a:cubicBezTo>
                  <a:pt x="59" y="2"/>
                  <a:pt x="69" y="0"/>
                  <a:pt x="80" y="0"/>
                </a:cubicBezTo>
                <a:cubicBezTo>
                  <a:pt x="90" y="0"/>
                  <a:pt x="100" y="2"/>
                  <a:pt x="110" y="6"/>
                </a:cubicBezTo>
                <a:cubicBezTo>
                  <a:pt x="121" y="10"/>
                  <a:pt x="129" y="16"/>
                  <a:pt x="137" y="23"/>
                </a:cubicBezTo>
                <a:cubicBezTo>
                  <a:pt x="144" y="32"/>
                  <a:pt x="150" y="40"/>
                  <a:pt x="154" y="50"/>
                </a:cubicBezTo>
                <a:cubicBezTo>
                  <a:pt x="158" y="60"/>
                  <a:pt x="160" y="70"/>
                  <a:pt x="160" y="81"/>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47" name="TextBox 46"/>
          <p:cNvSpPr txBox="1"/>
          <p:nvPr/>
        </p:nvSpPr>
        <p:spPr>
          <a:xfrm>
            <a:off x="1128600" y="1329840"/>
            <a:ext cx="275508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Increase row height for Mobile</a:t>
            </a:r>
            <a:endParaRPr lang="en-GB" sz="1500" b="0" u="none" strike="noStrike" dirty="0">
              <a:solidFill>
                <a:srgbClr val="000000"/>
              </a:solidFill>
              <a:effectLst/>
              <a:uFillTx/>
              <a:latin typeface="Times New Roman"/>
            </a:endParaRPr>
          </a:p>
        </p:txBody>
      </p:sp>
      <p:sp>
        <p:nvSpPr>
          <p:cNvPr id="48" name="Freeform: Shape 47"/>
          <p:cNvSpPr/>
          <p:nvPr/>
        </p:nvSpPr>
        <p:spPr>
          <a:xfrm>
            <a:off x="952200" y="2133360"/>
            <a:ext cx="57600" cy="57600"/>
          </a:xfrm>
          <a:custGeom>
            <a:avLst/>
            <a:gdLst/>
            <a:ahLst/>
            <a:cxnLst/>
            <a:rect l="0" t="0" r="r" b="b"/>
            <a:pathLst>
              <a:path w="160" h="160">
                <a:moveTo>
                  <a:pt x="160" y="80"/>
                </a:moveTo>
                <a:cubicBezTo>
                  <a:pt x="160" y="90"/>
                  <a:pt x="158" y="100"/>
                  <a:pt x="154" y="110"/>
                </a:cubicBezTo>
                <a:cubicBezTo>
                  <a:pt x="150" y="120"/>
                  <a:pt x="144" y="128"/>
                  <a:pt x="137" y="136"/>
                </a:cubicBezTo>
                <a:cubicBezTo>
                  <a:pt x="129" y="143"/>
                  <a:pt x="121" y="149"/>
                  <a:pt x="110" y="153"/>
                </a:cubicBezTo>
                <a:cubicBezTo>
                  <a:pt x="100" y="158"/>
                  <a:pt x="90" y="160"/>
                  <a:pt x="80" y="160"/>
                </a:cubicBezTo>
                <a:cubicBezTo>
                  <a:pt x="69" y="160"/>
                  <a:pt x="59" y="158"/>
                  <a:pt x="49" y="153"/>
                </a:cubicBezTo>
                <a:cubicBezTo>
                  <a:pt x="40" y="149"/>
                  <a:pt x="31" y="143"/>
                  <a:pt x="24" y="136"/>
                </a:cubicBezTo>
                <a:cubicBezTo>
                  <a:pt x="16" y="128"/>
                  <a:pt x="10" y="120"/>
                  <a:pt x="6" y="110"/>
                </a:cubicBezTo>
                <a:cubicBezTo>
                  <a:pt x="2" y="100"/>
                  <a:pt x="0" y="90"/>
                  <a:pt x="0" y="80"/>
                </a:cubicBezTo>
                <a:cubicBezTo>
                  <a:pt x="0" y="69"/>
                  <a:pt x="2" y="59"/>
                  <a:pt x="6" y="49"/>
                </a:cubicBezTo>
                <a:cubicBezTo>
                  <a:pt x="10" y="39"/>
                  <a:pt x="16" y="31"/>
                  <a:pt x="24" y="23"/>
                </a:cubicBezTo>
                <a:cubicBezTo>
                  <a:pt x="31" y="16"/>
                  <a:pt x="40" y="10"/>
                  <a:pt x="49" y="6"/>
                </a:cubicBezTo>
                <a:cubicBezTo>
                  <a:pt x="59" y="2"/>
                  <a:pt x="69" y="0"/>
                  <a:pt x="80" y="0"/>
                </a:cubicBezTo>
                <a:cubicBezTo>
                  <a:pt x="90" y="0"/>
                  <a:pt x="100" y="2"/>
                  <a:pt x="110" y="6"/>
                </a:cubicBezTo>
                <a:cubicBezTo>
                  <a:pt x="121" y="10"/>
                  <a:pt x="129" y="16"/>
                  <a:pt x="137" y="23"/>
                </a:cubicBezTo>
                <a:cubicBezTo>
                  <a:pt x="144" y="31"/>
                  <a:pt x="150" y="39"/>
                  <a:pt x="154" y="49"/>
                </a:cubicBezTo>
                <a:cubicBezTo>
                  <a:pt x="158" y="59"/>
                  <a:pt x="160" y="69"/>
                  <a:pt x="160" y="80"/>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49" name="TextBox 48"/>
          <p:cNvSpPr txBox="1"/>
          <p:nvPr/>
        </p:nvSpPr>
        <p:spPr>
          <a:xfrm>
            <a:off x="1128600" y="1682280"/>
            <a:ext cx="333360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Adding more info = worse readability</a:t>
            </a:r>
            <a:endParaRPr lang="en-GB" sz="1500" b="0" u="none" strike="noStrike" dirty="0">
              <a:solidFill>
                <a:srgbClr val="000000"/>
              </a:solidFill>
              <a:effectLst/>
              <a:uFillTx/>
              <a:latin typeface="Times New Roman"/>
            </a:endParaRPr>
          </a:p>
        </p:txBody>
      </p:sp>
      <p:sp>
        <p:nvSpPr>
          <p:cNvPr id="50" name="TextBox 49"/>
          <p:cNvSpPr txBox="1"/>
          <p:nvPr/>
        </p:nvSpPr>
        <p:spPr>
          <a:xfrm>
            <a:off x="1128600" y="2034720"/>
            <a:ext cx="573480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Flex grid breaks the relationship of Printed, </a:t>
            </a:r>
            <a:r>
              <a:rPr lang="en-GB" sz="1500" b="0" u="none" strike="noStrike" dirty="0" err="1">
                <a:solidFill>
                  <a:srgbClr val="2F2F2F"/>
                </a:solidFill>
                <a:effectLst/>
                <a:uFillTx/>
                <a:latin typeface="Inter"/>
                <a:ea typeface="Inter"/>
              </a:rPr>
              <a:t>ebook</a:t>
            </a:r>
            <a:r>
              <a:rPr lang="en-GB" sz="1500" b="0" u="none" strike="noStrike" dirty="0">
                <a:solidFill>
                  <a:srgbClr val="2F2F2F"/>
                </a:solidFill>
                <a:effectLst/>
                <a:uFillTx/>
                <a:latin typeface="Inter"/>
                <a:ea typeface="Inter"/>
              </a:rPr>
              <a:t> and Buy both</a:t>
            </a:r>
            <a:endParaRPr lang="en-GB" sz="1500" b="0" u="none" strike="noStrike" dirty="0">
              <a:solidFill>
                <a:srgbClr val="000000"/>
              </a:solidFill>
              <a:effectLst/>
              <a:uFillTx/>
              <a:latin typeface="Times New Roman"/>
            </a:endParaRPr>
          </a:p>
        </p:txBody>
      </p:sp>
      <p:sp>
        <p:nvSpPr>
          <p:cNvPr id="51" name="TextBox 50"/>
          <p:cNvSpPr txBox="1"/>
          <p:nvPr/>
        </p:nvSpPr>
        <p:spPr>
          <a:xfrm>
            <a:off x="1995120" y="2558520"/>
            <a:ext cx="109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Minimal info</a:t>
            </a:r>
            <a:endParaRPr lang="en-GB" sz="1500" b="0" u="none" strike="noStrike">
              <a:solidFill>
                <a:srgbClr val="000000"/>
              </a:solidFill>
              <a:effectLst/>
              <a:uFillTx/>
              <a:latin typeface="Times New Roman"/>
            </a:endParaRPr>
          </a:p>
        </p:txBody>
      </p:sp>
      <p:sp>
        <p:nvSpPr>
          <p:cNvPr id="52" name="TextBox 51"/>
          <p:cNvSpPr txBox="1"/>
          <p:nvPr/>
        </p:nvSpPr>
        <p:spPr>
          <a:xfrm>
            <a:off x="5634360" y="2558520"/>
            <a:ext cx="995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Info Added</a:t>
            </a:r>
            <a:endParaRPr lang="en-GB" sz="1500" b="0" u="none" strike="noStrike">
              <a:solidFill>
                <a:srgbClr val="000000"/>
              </a:solidFill>
              <a:effectLst/>
              <a:uFillTx/>
              <a:latin typeface="Times New Roman"/>
            </a:endParaRPr>
          </a:p>
        </p:txBody>
      </p:sp>
      <p:pic>
        <p:nvPicPr>
          <p:cNvPr id="53" name="Picture 52"/>
          <p:cNvPicPr/>
          <p:nvPr/>
        </p:nvPicPr>
        <p:blipFill>
          <a:blip r:embed="rId3"/>
          <a:stretch/>
        </p:blipFill>
        <p:spPr>
          <a:xfrm>
            <a:off x="1066680" y="2943360"/>
            <a:ext cx="2952360" cy="5714640"/>
          </a:xfrm>
          <a:prstGeom prst="rect">
            <a:avLst/>
          </a:prstGeom>
          <a:noFill/>
          <a:ln w="0">
            <a:noFill/>
          </a:ln>
        </p:spPr>
      </p:pic>
      <p:pic>
        <p:nvPicPr>
          <p:cNvPr id="54" name="Picture 53"/>
          <p:cNvPicPr/>
          <p:nvPr/>
        </p:nvPicPr>
        <p:blipFill>
          <a:blip r:embed="rId4"/>
          <a:stretch/>
        </p:blipFill>
        <p:spPr>
          <a:xfrm>
            <a:off x="4657680" y="2943360"/>
            <a:ext cx="2943000" cy="5714640"/>
          </a:xfrm>
          <a:prstGeom prst="rect">
            <a:avLst/>
          </a:prstGeom>
          <a:noFill/>
          <a:ln w="0">
            <a:noFill/>
          </a:ln>
        </p:spPr>
      </p:pic>
      <p:pic>
        <p:nvPicPr>
          <p:cNvPr id="55" name="Picture 54"/>
          <p:cNvPicPr/>
          <p:nvPr/>
        </p:nvPicPr>
        <p:blipFill>
          <a:blip r:embed="rId5"/>
          <a:stretch/>
        </p:blipFill>
        <p:spPr>
          <a:xfrm>
            <a:off x="8201160" y="2943360"/>
            <a:ext cx="2952360" cy="5714640"/>
          </a:xfrm>
          <a:prstGeom prst="rect">
            <a:avLst/>
          </a:prstGeom>
          <a:noFill/>
          <a:ln w="0">
            <a:noFill/>
          </a:ln>
        </p:spPr>
      </p:pic>
      <p:sp>
        <p:nvSpPr>
          <p:cNvPr id="56" name="TextBox 55"/>
          <p:cNvSpPr txBox="1"/>
          <p:nvPr/>
        </p:nvSpPr>
        <p:spPr>
          <a:xfrm>
            <a:off x="9280080" y="2558520"/>
            <a:ext cx="8046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Flex Grid</a:t>
            </a:r>
            <a:endParaRPr lang="en-GB" sz="1500" b="0" u="none" strike="noStrike">
              <a:solidFill>
                <a:srgbClr val="000000"/>
              </a:solidFill>
              <a:effectLst/>
              <a:uFillTx/>
              <a:latin typeface="Times New Roman"/>
            </a:endParaRPr>
          </a:p>
        </p:txBody>
      </p:sp>
      <p:sp>
        <p:nvSpPr>
          <p:cNvPr id="57" name="TextBox 56"/>
          <p:cNvSpPr txBox="1"/>
          <p:nvPr/>
        </p:nvSpPr>
        <p:spPr>
          <a:xfrm>
            <a:off x="11783160" y="6335280"/>
            <a:ext cx="22824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4</a:t>
            </a:r>
            <a:endParaRPr lang="en-GB" sz="18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6" grpId="0" animBg="1"/>
      <p:bldP spid="47" grpId="0"/>
      <p:bldP spid="48" grpId="0" animBg="1"/>
      <p:bldP spid="49" grpId="0"/>
      <p:bldP spid="50" grpId="0"/>
      <p:bldP spid="51" grpId="0"/>
      <p:bldP spid="52" grpId="0"/>
      <p:bldP spid="5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Freeform: Shape 57"/>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59" name="Freeform: Shape 5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0" name="Freeform: Shape 5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1" name="Freeform: Shape 60"/>
          <p:cNvSpPr/>
          <p:nvPr/>
        </p:nvSpPr>
        <p:spPr>
          <a:xfrm>
            <a:off x="752400" y="1828440"/>
            <a:ext cx="10696680" cy="3715200"/>
          </a:xfrm>
          <a:custGeom>
            <a:avLst/>
            <a:gdLst/>
            <a:ahLst/>
            <a:cxnLst/>
            <a:rect l="0" t="0" r="r" b="b"/>
            <a:pathLst>
              <a:path w="29713" h="10320">
                <a:moveTo>
                  <a:pt x="0" y="0"/>
                </a:moveTo>
                <a:lnTo>
                  <a:pt x="29713" y="0"/>
                </a:lnTo>
                <a:lnTo>
                  <a:pt x="29713" y="10320"/>
                </a:lnTo>
                <a:lnTo>
                  <a:pt x="0" y="1032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2" name="Freeform: Shape 61"/>
          <p:cNvSpPr/>
          <p:nvPr/>
        </p:nvSpPr>
        <p:spPr>
          <a:xfrm>
            <a:off x="752400" y="1838160"/>
            <a:ext cx="1905120" cy="733680"/>
          </a:xfrm>
          <a:custGeom>
            <a:avLst/>
            <a:gdLst/>
            <a:ahLst/>
            <a:cxnLst/>
            <a:rect l="0" t="0" r="r" b="b"/>
            <a:pathLst>
              <a:path w="5292" h="2038">
                <a:moveTo>
                  <a:pt x="0" y="0"/>
                </a:moveTo>
                <a:lnTo>
                  <a:pt x="5292" y="0"/>
                </a:lnTo>
                <a:lnTo>
                  <a:pt x="5292"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3" name="Freeform: Shape 62"/>
          <p:cNvSpPr/>
          <p:nvPr/>
        </p:nvSpPr>
        <p:spPr>
          <a:xfrm>
            <a:off x="2657160" y="1838160"/>
            <a:ext cx="1800720" cy="733680"/>
          </a:xfrm>
          <a:custGeom>
            <a:avLst/>
            <a:gdLst/>
            <a:ahLst/>
            <a:cxnLst/>
            <a:rect l="0" t="0" r="r" b="b"/>
            <a:pathLst>
              <a:path w="5002" h="2038">
                <a:moveTo>
                  <a:pt x="0" y="0"/>
                </a:moveTo>
                <a:lnTo>
                  <a:pt x="5002" y="0"/>
                </a:lnTo>
                <a:lnTo>
                  <a:pt x="5002"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4" name="Freeform: Shape 63"/>
          <p:cNvSpPr/>
          <p:nvPr/>
        </p:nvSpPr>
        <p:spPr>
          <a:xfrm>
            <a:off x="4457520" y="1838160"/>
            <a:ext cx="1905480" cy="733680"/>
          </a:xfrm>
          <a:custGeom>
            <a:avLst/>
            <a:gdLst/>
            <a:ahLst/>
            <a:cxnLst/>
            <a:rect l="0" t="0" r="r" b="b"/>
            <a:pathLst>
              <a:path w="5293" h="2038">
                <a:moveTo>
                  <a:pt x="0" y="0"/>
                </a:moveTo>
                <a:lnTo>
                  <a:pt x="5293" y="0"/>
                </a:lnTo>
                <a:lnTo>
                  <a:pt x="5293"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5" name="Freeform: Shape 64"/>
          <p:cNvSpPr/>
          <p:nvPr/>
        </p:nvSpPr>
        <p:spPr>
          <a:xfrm>
            <a:off x="6362640" y="1838160"/>
            <a:ext cx="1714680" cy="733680"/>
          </a:xfrm>
          <a:custGeom>
            <a:avLst/>
            <a:gdLst/>
            <a:ahLst/>
            <a:cxnLst/>
            <a:rect l="0" t="0" r="r" b="b"/>
            <a:pathLst>
              <a:path w="4763" h="2038">
                <a:moveTo>
                  <a:pt x="0" y="0"/>
                </a:moveTo>
                <a:lnTo>
                  <a:pt x="4763" y="0"/>
                </a:lnTo>
                <a:lnTo>
                  <a:pt x="4763"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6" name="Freeform: Shape 65"/>
          <p:cNvSpPr/>
          <p:nvPr/>
        </p:nvSpPr>
        <p:spPr>
          <a:xfrm>
            <a:off x="8076960" y="1838160"/>
            <a:ext cx="1715040" cy="733680"/>
          </a:xfrm>
          <a:custGeom>
            <a:avLst/>
            <a:gdLst/>
            <a:ahLst/>
            <a:cxnLst/>
            <a:rect l="0" t="0" r="r" b="b"/>
            <a:pathLst>
              <a:path w="4764" h="2038">
                <a:moveTo>
                  <a:pt x="0" y="0"/>
                </a:moveTo>
                <a:lnTo>
                  <a:pt x="4764" y="0"/>
                </a:lnTo>
                <a:lnTo>
                  <a:pt x="4764"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7" name="Freeform: Shape 66"/>
          <p:cNvSpPr/>
          <p:nvPr/>
        </p:nvSpPr>
        <p:spPr>
          <a:xfrm>
            <a:off x="9791640" y="1838160"/>
            <a:ext cx="1648080" cy="733680"/>
          </a:xfrm>
          <a:custGeom>
            <a:avLst/>
            <a:gdLst/>
            <a:ahLst/>
            <a:cxnLst/>
            <a:rect l="0" t="0" r="r" b="b"/>
            <a:pathLst>
              <a:path w="4578" h="2038">
                <a:moveTo>
                  <a:pt x="0" y="0"/>
                </a:moveTo>
                <a:lnTo>
                  <a:pt x="4578" y="0"/>
                </a:lnTo>
                <a:lnTo>
                  <a:pt x="4578"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8" name="Freeform: Shape 67"/>
          <p:cNvSpPr/>
          <p:nvPr/>
        </p:nvSpPr>
        <p:spPr>
          <a:xfrm>
            <a:off x="752400" y="1838160"/>
            <a:ext cx="1905120" cy="733680"/>
          </a:xfrm>
          <a:custGeom>
            <a:avLst/>
            <a:gdLst/>
            <a:ahLst/>
            <a:cxnLst/>
            <a:rect l="0" t="0" r="r" b="b"/>
            <a:pathLst>
              <a:path w="5292" h="2038">
                <a:moveTo>
                  <a:pt x="0" y="0"/>
                </a:moveTo>
                <a:lnTo>
                  <a:pt x="5292" y="0"/>
                </a:lnTo>
                <a:lnTo>
                  <a:pt x="5292"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9" name="Freeform: Shape 68"/>
          <p:cNvSpPr/>
          <p:nvPr/>
        </p:nvSpPr>
        <p:spPr>
          <a:xfrm>
            <a:off x="2657160" y="1838160"/>
            <a:ext cx="1800720" cy="733680"/>
          </a:xfrm>
          <a:custGeom>
            <a:avLst/>
            <a:gdLst/>
            <a:ahLst/>
            <a:cxnLst/>
            <a:rect l="0" t="0" r="r" b="b"/>
            <a:pathLst>
              <a:path w="5002" h="2038">
                <a:moveTo>
                  <a:pt x="0" y="0"/>
                </a:moveTo>
                <a:lnTo>
                  <a:pt x="5002" y="0"/>
                </a:lnTo>
                <a:lnTo>
                  <a:pt x="5002"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0" name="Freeform: Shape 69"/>
          <p:cNvSpPr/>
          <p:nvPr/>
        </p:nvSpPr>
        <p:spPr>
          <a:xfrm>
            <a:off x="4457520" y="1838160"/>
            <a:ext cx="1905480" cy="733680"/>
          </a:xfrm>
          <a:custGeom>
            <a:avLst/>
            <a:gdLst/>
            <a:ahLst/>
            <a:cxnLst/>
            <a:rect l="0" t="0" r="r" b="b"/>
            <a:pathLst>
              <a:path w="5293" h="2038">
                <a:moveTo>
                  <a:pt x="0" y="0"/>
                </a:moveTo>
                <a:lnTo>
                  <a:pt x="5293" y="0"/>
                </a:lnTo>
                <a:lnTo>
                  <a:pt x="5293"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1" name="Freeform: Shape 70"/>
          <p:cNvSpPr/>
          <p:nvPr/>
        </p:nvSpPr>
        <p:spPr>
          <a:xfrm>
            <a:off x="6362640" y="1838160"/>
            <a:ext cx="1714680" cy="733680"/>
          </a:xfrm>
          <a:custGeom>
            <a:avLst/>
            <a:gdLst/>
            <a:ahLst/>
            <a:cxnLst/>
            <a:rect l="0" t="0" r="r" b="b"/>
            <a:pathLst>
              <a:path w="4763" h="2038">
                <a:moveTo>
                  <a:pt x="0" y="0"/>
                </a:moveTo>
                <a:lnTo>
                  <a:pt x="4763" y="0"/>
                </a:lnTo>
                <a:lnTo>
                  <a:pt x="4763"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2" name="Freeform: Shape 71"/>
          <p:cNvSpPr/>
          <p:nvPr/>
        </p:nvSpPr>
        <p:spPr>
          <a:xfrm>
            <a:off x="8076960" y="1838160"/>
            <a:ext cx="1715040" cy="733680"/>
          </a:xfrm>
          <a:custGeom>
            <a:avLst/>
            <a:gdLst/>
            <a:ahLst/>
            <a:cxnLst/>
            <a:rect l="0" t="0" r="r" b="b"/>
            <a:pathLst>
              <a:path w="4764" h="2038">
                <a:moveTo>
                  <a:pt x="0" y="0"/>
                </a:moveTo>
                <a:lnTo>
                  <a:pt x="4764" y="0"/>
                </a:lnTo>
                <a:lnTo>
                  <a:pt x="4764"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3" name="Freeform: Shape 72"/>
          <p:cNvSpPr/>
          <p:nvPr/>
        </p:nvSpPr>
        <p:spPr>
          <a:xfrm>
            <a:off x="9791640" y="1838160"/>
            <a:ext cx="1648080" cy="733680"/>
          </a:xfrm>
          <a:custGeom>
            <a:avLst/>
            <a:gdLst/>
            <a:ahLst/>
            <a:cxnLst/>
            <a:rect l="0" t="0" r="r" b="b"/>
            <a:pathLst>
              <a:path w="4578" h="2038">
                <a:moveTo>
                  <a:pt x="0" y="0"/>
                </a:moveTo>
                <a:lnTo>
                  <a:pt x="4578" y="0"/>
                </a:lnTo>
                <a:lnTo>
                  <a:pt x="4578" y="2038"/>
                </a:lnTo>
                <a:lnTo>
                  <a:pt x="0" y="2038"/>
                </a:lnTo>
                <a:lnTo>
                  <a:pt x="0" y="0"/>
                </a:lnTo>
                <a:close/>
              </a:path>
            </a:pathLst>
          </a:custGeom>
          <a:solidFill>
            <a:srgbClr val="FFFFD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4" name="Freeform: Shape 73"/>
          <p:cNvSpPr/>
          <p:nvPr/>
        </p:nvSpPr>
        <p:spPr>
          <a:xfrm>
            <a:off x="752400" y="2571480"/>
            <a:ext cx="1905120" cy="1048320"/>
          </a:xfrm>
          <a:custGeom>
            <a:avLst/>
            <a:gdLst/>
            <a:ahLst/>
            <a:cxnLst/>
            <a:rect l="0" t="0" r="r" b="b"/>
            <a:pathLst>
              <a:path w="5292" h="2912">
                <a:moveTo>
                  <a:pt x="0" y="0"/>
                </a:moveTo>
                <a:lnTo>
                  <a:pt x="5292" y="0"/>
                </a:lnTo>
                <a:lnTo>
                  <a:pt x="5292" y="2912"/>
                </a:lnTo>
                <a:lnTo>
                  <a:pt x="0" y="291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5" name="Freeform: Shape 74"/>
          <p:cNvSpPr/>
          <p:nvPr/>
        </p:nvSpPr>
        <p:spPr>
          <a:xfrm>
            <a:off x="2657160" y="2571480"/>
            <a:ext cx="1800720" cy="1048320"/>
          </a:xfrm>
          <a:custGeom>
            <a:avLst/>
            <a:gdLst/>
            <a:ahLst/>
            <a:cxnLst/>
            <a:rect l="0" t="0" r="r" b="b"/>
            <a:pathLst>
              <a:path w="5002" h="2912">
                <a:moveTo>
                  <a:pt x="0" y="0"/>
                </a:moveTo>
                <a:lnTo>
                  <a:pt x="5002" y="0"/>
                </a:lnTo>
                <a:lnTo>
                  <a:pt x="5002" y="2912"/>
                </a:lnTo>
                <a:lnTo>
                  <a:pt x="0" y="291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6" name="Freeform: Shape 75"/>
          <p:cNvSpPr/>
          <p:nvPr/>
        </p:nvSpPr>
        <p:spPr>
          <a:xfrm>
            <a:off x="4457520" y="2571480"/>
            <a:ext cx="1905480" cy="1048320"/>
          </a:xfrm>
          <a:custGeom>
            <a:avLst/>
            <a:gdLst/>
            <a:ahLst/>
            <a:cxnLst/>
            <a:rect l="0" t="0" r="r" b="b"/>
            <a:pathLst>
              <a:path w="5293" h="2912">
                <a:moveTo>
                  <a:pt x="0" y="0"/>
                </a:moveTo>
                <a:lnTo>
                  <a:pt x="5293" y="0"/>
                </a:lnTo>
                <a:lnTo>
                  <a:pt x="5293" y="2912"/>
                </a:lnTo>
                <a:lnTo>
                  <a:pt x="0" y="291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7" name="Freeform: Shape 76"/>
          <p:cNvSpPr/>
          <p:nvPr/>
        </p:nvSpPr>
        <p:spPr>
          <a:xfrm>
            <a:off x="6362640" y="2571480"/>
            <a:ext cx="1714680" cy="1048320"/>
          </a:xfrm>
          <a:custGeom>
            <a:avLst/>
            <a:gdLst/>
            <a:ahLst/>
            <a:cxnLst/>
            <a:rect l="0" t="0" r="r" b="b"/>
            <a:pathLst>
              <a:path w="4763" h="2912">
                <a:moveTo>
                  <a:pt x="0" y="0"/>
                </a:moveTo>
                <a:lnTo>
                  <a:pt x="4763" y="0"/>
                </a:lnTo>
                <a:lnTo>
                  <a:pt x="4763" y="2912"/>
                </a:lnTo>
                <a:lnTo>
                  <a:pt x="0" y="291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8" name="Freeform: Shape 77"/>
          <p:cNvSpPr/>
          <p:nvPr/>
        </p:nvSpPr>
        <p:spPr>
          <a:xfrm>
            <a:off x="8076960" y="2571480"/>
            <a:ext cx="1715040" cy="1048320"/>
          </a:xfrm>
          <a:custGeom>
            <a:avLst/>
            <a:gdLst/>
            <a:ahLst/>
            <a:cxnLst/>
            <a:rect l="0" t="0" r="r" b="b"/>
            <a:pathLst>
              <a:path w="4764" h="2912">
                <a:moveTo>
                  <a:pt x="0" y="0"/>
                </a:moveTo>
                <a:lnTo>
                  <a:pt x="4764" y="0"/>
                </a:lnTo>
                <a:lnTo>
                  <a:pt x="4764" y="2912"/>
                </a:lnTo>
                <a:lnTo>
                  <a:pt x="0" y="291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9" name="Freeform: Shape 78"/>
          <p:cNvSpPr/>
          <p:nvPr/>
        </p:nvSpPr>
        <p:spPr>
          <a:xfrm>
            <a:off x="9791640" y="2571480"/>
            <a:ext cx="1648080" cy="1048320"/>
          </a:xfrm>
          <a:custGeom>
            <a:avLst/>
            <a:gdLst/>
            <a:ahLst/>
            <a:cxnLst/>
            <a:rect l="0" t="0" r="r" b="b"/>
            <a:pathLst>
              <a:path w="4578" h="2912">
                <a:moveTo>
                  <a:pt x="0" y="0"/>
                </a:moveTo>
                <a:lnTo>
                  <a:pt x="4578" y="0"/>
                </a:lnTo>
                <a:lnTo>
                  <a:pt x="4578" y="2912"/>
                </a:lnTo>
                <a:lnTo>
                  <a:pt x="0" y="291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0" name="Freeform: Shape 79"/>
          <p:cNvSpPr/>
          <p:nvPr/>
        </p:nvSpPr>
        <p:spPr>
          <a:xfrm>
            <a:off x="752400" y="2571480"/>
            <a:ext cx="1905120" cy="1048320"/>
          </a:xfrm>
          <a:custGeom>
            <a:avLst/>
            <a:gdLst/>
            <a:ahLst/>
            <a:cxnLst/>
            <a:rect l="0" t="0" r="r" b="b"/>
            <a:pathLst>
              <a:path w="5292" h="2912">
                <a:moveTo>
                  <a:pt x="0" y="0"/>
                </a:moveTo>
                <a:lnTo>
                  <a:pt x="5292" y="0"/>
                </a:lnTo>
                <a:lnTo>
                  <a:pt x="5292" y="2912"/>
                </a:lnTo>
                <a:lnTo>
                  <a:pt x="0" y="291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1" name="Freeform: Shape 80"/>
          <p:cNvSpPr/>
          <p:nvPr/>
        </p:nvSpPr>
        <p:spPr>
          <a:xfrm>
            <a:off x="2657160" y="2571480"/>
            <a:ext cx="1800720" cy="1048320"/>
          </a:xfrm>
          <a:custGeom>
            <a:avLst/>
            <a:gdLst/>
            <a:ahLst/>
            <a:cxnLst/>
            <a:rect l="0" t="0" r="r" b="b"/>
            <a:pathLst>
              <a:path w="5002" h="2912">
                <a:moveTo>
                  <a:pt x="0" y="0"/>
                </a:moveTo>
                <a:lnTo>
                  <a:pt x="5002" y="0"/>
                </a:lnTo>
                <a:lnTo>
                  <a:pt x="5002" y="2912"/>
                </a:lnTo>
                <a:lnTo>
                  <a:pt x="0" y="291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2" name="Freeform: Shape 81"/>
          <p:cNvSpPr/>
          <p:nvPr/>
        </p:nvSpPr>
        <p:spPr>
          <a:xfrm>
            <a:off x="4457520" y="2571480"/>
            <a:ext cx="1905480" cy="1048320"/>
          </a:xfrm>
          <a:custGeom>
            <a:avLst/>
            <a:gdLst/>
            <a:ahLst/>
            <a:cxnLst/>
            <a:rect l="0" t="0" r="r" b="b"/>
            <a:pathLst>
              <a:path w="5293" h="2912">
                <a:moveTo>
                  <a:pt x="0" y="0"/>
                </a:moveTo>
                <a:lnTo>
                  <a:pt x="5293" y="0"/>
                </a:lnTo>
                <a:lnTo>
                  <a:pt x="5293" y="2912"/>
                </a:lnTo>
                <a:lnTo>
                  <a:pt x="0" y="291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3" name="Freeform: Shape 82"/>
          <p:cNvSpPr/>
          <p:nvPr/>
        </p:nvSpPr>
        <p:spPr>
          <a:xfrm>
            <a:off x="6362640" y="2571480"/>
            <a:ext cx="1714680" cy="1048320"/>
          </a:xfrm>
          <a:custGeom>
            <a:avLst/>
            <a:gdLst/>
            <a:ahLst/>
            <a:cxnLst/>
            <a:rect l="0" t="0" r="r" b="b"/>
            <a:pathLst>
              <a:path w="4763" h="2912">
                <a:moveTo>
                  <a:pt x="0" y="0"/>
                </a:moveTo>
                <a:lnTo>
                  <a:pt x="4763" y="0"/>
                </a:lnTo>
                <a:lnTo>
                  <a:pt x="4763" y="2912"/>
                </a:lnTo>
                <a:lnTo>
                  <a:pt x="0" y="291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4" name="Freeform: Shape 83"/>
          <p:cNvSpPr/>
          <p:nvPr/>
        </p:nvSpPr>
        <p:spPr>
          <a:xfrm>
            <a:off x="8076960" y="2571480"/>
            <a:ext cx="1715040" cy="1048320"/>
          </a:xfrm>
          <a:custGeom>
            <a:avLst/>
            <a:gdLst/>
            <a:ahLst/>
            <a:cxnLst/>
            <a:rect l="0" t="0" r="r" b="b"/>
            <a:pathLst>
              <a:path w="4764" h="2912">
                <a:moveTo>
                  <a:pt x="0" y="0"/>
                </a:moveTo>
                <a:lnTo>
                  <a:pt x="4764" y="0"/>
                </a:lnTo>
                <a:lnTo>
                  <a:pt x="4764" y="2912"/>
                </a:lnTo>
                <a:lnTo>
                  <a:pt x="0" y="291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5" name="Freeform: Shape 84"/>
          <p:cNvSpPr/>
          <p:nvPr/>
        </p:nvSpPr>
        <p:spPr>
          <a:xfrm>
            <a:off x="9791640" y="2571480"/>
            <a:ext cx="1648080" cy="1048320"/>
          </a:xfrm>
          <a:custGeom>
            <a:avLst/>
            <a:gdLst/>
            <a:ahLst/>
            <a:cxnLst/>
            <a:rect l="0" t="0" r="r" b="b"/>
            <a:pathLst>
              <a:path w="4578" h="2912">
                <a:moveTo>
                  <a:pt x="0" y="0"/>
                </a:moveTo>
                <a:lnTo>
                  <a:pt x="4578" y="0"/>
                </a:lnTo>
                <a:lnTo>
                  <a:pt x="4578" y="2912"/>
                </a:lnTo>
                <a:lnTo>
                  <a:pt x="0" y="2912"/>
                </a:lnTo>
                <a:lnTo>
                  <a:pt x="0" y="0"/>
                </a:lnTo>
                <a:close/>
              </a:path>
            </a:pathLst>
          </a:custGeom>
          <a:solidFill>
            <a:srgbClr val="FFFFD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6" name="Freeform: Shape 85"/>
          <p:cNvSpPr/>
          <p:nvPr/>
        </p:nvSpPr>
        <p:spPr>
          <a:xfrm>
            <a:off x="752400" y="3619440"/>
            <a:ext cx="1905120" cy="438480"/>
          </a:xfrm>
          <a:custGeom>
            <a:avLst/>
            <a:gdLst/>
            <a:ahLst/>
            <a:cxnLst/>
            <a:rect l="0" t="0" r="r" b="b"/>
            <a:pathLst>
              <a:path w="5292" h="1218">
                <a:moveTo>
                  <a:pt x="0" y="0"/>
                </a:moveTo>
                <a:lnTo>
                  <a:pt x="5292" y="0"/>
                </a:lnTo>
                <a:lnTo>
                  <a:pt x="5292"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7" name="Freeform: Shape 86"/>
          <p:cNvSpPr/>
          <p:nvPr/>
        </p:nvSpPr>
        <p:spPr>
          <a:xfrm>
            <a:off x="2657160" y="3619440"/>
            <a:ext cx="1800720" cy="438480"/>
          </a:xfrm>
          <a:custGeom>
            <a:avLst/>
            <a:gdLst/>
            <a:ahLst/>
            <a:cxnLst/>
            <a:rect l="0" t="0" r="r" b="b"/>
            <a:pathLst>
              <a:path w="5002" h="1218">
                <a:moveTo>
                  <a:pt x="0" y="0"/>
                </a:moveTo>
                <a:lnTo>
                  <a:pt x="5002" y="0"/>
                </a:lnTo>
                <a:lnTo>
                  <a:pt x="5002"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8" name="Freeform: Shape 87"/>
          <p:cNvSpPr/>
          <p:nvPr/>
        </p:nvSpPr>
        <p:spPr>
          <a:xfrm>
            <a:off x="4457520" y="3619440"/>
            <a:ext cx="1905480" cy="438480"/>
          </a:xfrm>
          <a:custGeom>
            <a:avLst/>
            <a:gdLst/>
            <a:ahLst/>
            <a:cxnLst/>
            <a:rect l="0" t="0" r="r" b="b"/>
            <a:pathLst>
              <a:path w="5293" h="1218">
                <a:moveTo>
                  <a:pt x="0" y="0"/>
                </a:moveTo>
                <a:lnTo>
                  <a:pt x="5293" y="0"/>
                </a:lnTo>
                <a:lnTo>
                  <a:pt x="5293"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9" name="Freeform: Shape 88"/>
          <p:cNvSpPr/>
          <p:nvPr/>
        </p:nvSpPr>
        <p:spPr>
          <a:xfrm>
            <a:off x="6362640" y="3619440"/>
            <a:ext cx="1714680" cy="438480"/>
          </a:xfrm>
          <a:custGeom>
            <a:avLst/>
            <a:gdLst/>
            <a:ahLst/>
            <a:cxnLst/>
            <a:rect l="0" t="0" r="r" b="b"/>
            <a:pathLst>
              <a:path w="4763" h="1218">
                <a:moveTo>
                  <a:pt x="0" y="0"/>
                </a:moveTo>
                <a:lnTo>
                  <a:pt x="4763" y="0"/>
                </a:lnTo>
                <a:lnTo>
                  <a:pt x="4763"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0" name="Freeform: Shape 89"/>
          <p:cNvSpPr/>
          <p:nvPr/>
        </p:nvSpPr>
        <p:spPr>
          <a:xfrm>
            <a:off x="8076960" y="3619440"/>
            <a:ext cx="1715040" cy="438480"/>
          </a:xfrm>
          <a:custGeom>
            <a:avLst/>
            <a:gdLst/>
            <a:ahLst/>
            <a:cxnLst/>
            <a:rect l="0" t="0" r="r" b="b"/>
            <a:pathLst>
              <a:path w="4764" h="1218">
                <a:moveTo>
                  <a:pt x="0" y="0"/>
                </a:moveTo>
                <a:lnTo>
                  <a:pt x="4764" y="0"/>
                </a:lnTo>
                <a:lnTo>
                  <a:pt x="4764"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1" name="Freeform: Shape 90"/>
          <p:cNvSpPr/>
          <p:nvPr/>
        </p:nvSpPr>
        <p:spPr>
          <a:xfrm>
            <a:off x="9791640" y="3619440"/>
            <a:ext cx="1648080" cy="438480"/>
          </a:xfrm>
          <a:custGeom>
            <a:avLst/>
            <a:gdLst/>
            <a:ahLst/>
            <a:cxnLst/>
            <a:rect l="0" t="0" r="r" b="b"/>
            <a:pathLst>
              <a:path w="4578" h="1218">
                <a:moveTo>
                  <a:pt x="0" y="0"/>
                </a:moveTo>
                <a:lnTo>
                  <a:pt x="4578" y="0"/>
                </a:lnTo>
                <a:lnTo>
                  <a:pt x="4578"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2" name="Freeform: Shape 91"/>
          <p:cNvSpPr/>
          <p:nvPr/>
        </p:nvSpPr>
        <p:spPr>
          <a:xfrm>
            <a:off x="752400" y="3619440"/>
            <a:ext cx="1905120" cy="438480"/>
          </a:xfrm>
          <a:custGeom>
            <a:avLst/>
            <a:gdLst/>
            <a:ahLst/>
            <a:cxnLst/>
            <a:rect l="0" t="0" r="r" b="b"/>
            <a:pathLst>
              <a:path w="5292" h="1218">
                <a:moveTo>
                  <a:pt x="0" y="0"/>
                </a:moveTo>
                <a:lnTo>
                  <a:pt x="5292" y="0"/>
                </a:lnTo>
                <a:lnTo>
                  <a:pt x="5292"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3" name="Freeform: Shape 92"/>
          <p:cNvSpPr/>
          <p:nvPr/>
        </p:nvSpPr>
        <p:spPr>
          <a:xfrm>
            <a:off x="2657160" y="3619440"/>
            <a:ext cx="1800720" cy="438480"/>
          </a:xfrm>
          <a:custGeom>
            <a:avLst/>
            <a:gdLst/>
            <a:ahLst/>
            <a:cxnLst/>
            <a:rect l="0" t="0" r="r" b="b"/>
            <a:pathLst>
              <a:path w="5002" h="1218">
                <a:moveTo>
                  <a:pt x="0" y="0"/>
                </a:moveTo>
                <a:lnTo>
                  <a:pt x="5002" y="0"/>
                </a:lnTo>
                <a:lnTo>
                  <a:pt x="5002"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4" name="Freeform: Shape 93"/>
          <p:cNvSpPr/>
          <p:nvPr/>
        </p:nvSpPr>
        <p:spPr>
          <a:xfrm>
            <a:off x="4457520" y="3619440"/>
            <a:ext cx="1905480" cy="438480"/>
          </a:xfrm>
          <a:custGeom>
            <a:avLst/>
            <a:gdLst/>
            <a:ahLst/>
            <a:cxnLst/>
            <a:rect l="0" t="0" r="r" b="b"/>
            <a:pathLst>
              <a:path w="5293" h="1218">
                <a:moveTo>
                  <a:pt x="0" y="0"/>
                </a:moveTo>
                <a:lnTo>
                  <a:pt x="5293" y="0"/>
                </a:lnTo>
                <a:lnTo>
                  <a:pt x="5293"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5" name="Freeform: Shape 94"/>
          <p:cNvSpPr/>
          <p:nvPr/>
        </p:nvSpPr>
        <p:spPr>
          <a:xfrm>
            <a:off x="6362640" y="3619440"/>
            <a:ext cx="1714680" cy="438480"/>
          </a:xfrm>
          <a:custGeom>
            <a:avLst/>
            <a:gdLst/>
            <a:ahLst/>
            <a:cxnLst/>
            <a:rect l="0" t="0" r="r" b="b"/>
            <a:pathLst>
              <a:path w="4763" h="1218">
                <a:moveTo>
                  <a:pt x="0" y="0"/>
                </a:moveTo>
                <a:lnTo>
                  <a:pt x="4763" y="0"/>
                </a:lnTo>
                <a:lnTo>
                  <a:pt x="4763"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6" name="Freeform: Shape 95"/>
          <p:cNvSpPr/>
          <p:nvPr/>
        </p:nvSpPr>
        <p:spPr>
          <a:xfrm>
            <a:off x="8076960" y="3619440"/>
            <a:ext cx="1715040" cy="438480"/>
          </a:xfrm>
          <a:custGeom>
            <a:avLst/>
            <a:gdLst/>
            <a:ahLst/>
            <a:cxnLst/>
            <a:rect l="0" t="0" r="r" b="b"/>
            <a:pathLst>
              <a:path w="4764" h="1218">
                <a:moveTo>
                  <a:pt x="0" y="0"/>
                </a:moveTo>
                <a:lnTo>
                  <a:pt x="4764" y="0"/>
                </a:lnTo>
                <a:lnTo>
                  <a:pt x="476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7" name="Freeform: Shape 96"/>
          <p:cNvSpPr/>
          <p:nvPr/>
        </p:nvSpPr>
        <p:spPr>
          <a:xfrm>
            <a:off x="9791640" y="3619440"/>
            <a:ext cx="1648080" cy="438480"/>
          </a:xfrm>
          <a:custGeom>
            <a:avLst/>
            <a:gdLst/>
            <a:ahLst/>
            <a:cxnLst/>
            <a:rect l="0" t="0" r="r" b="b"/>
            <a:pathLst>
              <a:path w="4578" h="1218">
                <a:moveTo>
                  <a:pt x="0" y="0"/>
                </a:moveTo>
                <a:lnTo>
                  <a:pt x="4578" y="0"/>
                </a:lnTo>
                <a:lnTo>
                  <a:pt x="4578" y="1218"/>
                </a:lnTo>
                <a:lnTo>
                  <a:pt x="0" y="1218"/>
                </a:lnTo>
                <a:lnTo>
                  <a:pt x="0" y="0"/>
                </a:lnTo>
                <a:close/>
              </a:path>
            </a:pathLst>
          </a:custGeom>
          <a:solidFill>
            <a:srgbClr val="FFFFD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8" name="Freeform: Shape 97"/>
          <p:cNvSpPr/>
          <p:nvPr/>
        </p:nvSpPr>
        <p:spPr>
          <a:xfrm>
            <a:off x="752400" y="4057560"/>
            <a:ext cx="1905120" cy="733680"/>
          </a:xfrm>
          <a:custGeom>
            <a:avLst/>
            <a:gdLst/>
            <a:ahLst/>
            <a:cxnLst/>
            <a:rect l="0" t="0" r="r" b="b"/>
            <a:pathLst>
              <a:path w="5292" h="2038">
                <a:moveTo>
                  <a:pt x="0" y="0"/>
                </a:moveTo>
                <a:lnTo>
                  <a:pt x="5292" y="0"/>
                </a:lnTo>
                <a:lnTo>
                  <a:pt x="5292"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9" name="Freeform: Shape 98"/>
          <p:cNvSpPr/>
          <p:nvPr/>
        </p:nvSpPr>
        <p:spPr>
          <a:xfrm>
            <a:off x="2657160" y="4057560"/>
            <a:ext cx="1800720" cy="733680"/>
          </a:xfrm>
          <a:custGeom>
            <a:avLst/>
            <a:gdLst/>
            <a:ahLst/>
            <a:cxnLst/>
            <a:rect l="0" t="0" r="r" b="b"/>
            <a:pathLst>
              <a:path w="5002" h="2038">
                <a:moveTo>
                  <a:pt x="0" y="0"/>
                </a:moveTo>
                <a:lnTo>
                  <a:pt x="5002" y="0"/>
                </a:lnTo>
                <a:lnTo>
                  <a:pt x="5002"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0" name="Freeform: Shape 99"/>
          <p:cNvSpPr/>
          <p:nvPr/>
        </p:nvSpPr>
        <p:spPr>
          <a:xfrm>
            <a:off x="4457520" y="4057560"/>
            <a:ext cx="1905480" cy="733680"/>
          </a:xfrm>
          <a:custGeom>
            <a:avLst/>
            <a:gdLst/>
            <a:ahLst/>
            <a:cxnLst/>
            <a:rect l="0" t="0" r="r" b="b"/>
            <a:pathLst>
              <a:path w="5293" h="2038">
                <a:moveTo>
                  <a:pt x="0" y="0"/>
                </a:moveTo>
                <a:lnTo>
                  <a:pt x="5293" y="0"/>
                </a:lnTo>
                <a:lnTo>
                  <a:pt x="5293"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1" name="Freeform: Shape 100"/>
          <p:cNvSpPr/>
          <p:nvPr/>
        </p:nvSpPr>
        <p:spPr>
          <a:xfrm>
            <a:off x="6362640" y="4057560"/>
            <a:ext cx="1714680" cy="733680"/>
          </a:xfrm>
          <a:custGeom>
            <a:avLst/>
            <a:gdLst/>
            <a:ahLst/>
            <a:cxnLst/>
            <a:rect l="0" t="0" r="r" b="b"/>
            <a:pathLst>
              <a:path w="4763" h="2038">
                <a:moveTo>
                  <a:pt x="0" y="0"/>
                </a:moveTo>
                <a:lnTo>
                  <a:pt x="4763" y="0"/>
                </a:lnTo>
                <a:lnTo>
                  <a:pt x="4763"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2" name="Freeform: Shape 101"/>
          <p:cNvSpPr/>
          <p:nvPr/>
        </p:nvSpPr>
        <p:spPr>
          <a:xfrm>
            <a:off x="8076960" y="4057560"/>
            <a:ext cx="1715040" cy="733680"/>
          </a:xfrm>
          <a:custGeom>
            <a:avLst/>
            <a:gdLst/>
            <a:ahLst/>
            <a:cxnLst/>
            <a:rect l="0" t="0" r="r" b="b"/>
            <a:pathLst>
              <a:path w="4764" h="2038">
                <a:moveTo>
                  <a:pt x="0" y="0"/>
                </a:moveTo>
                <a:lnTo>
                  <a:pt x="4764" y="0"/>
                </a:lnTo>
                <a:lnTo>
                  <a:pt x="4764"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3" name="Freeform: Shape 102"/>
          <p:cNvSpPr/>
          <p:nvPr/>
        </p:nvSpPr>
        <p:spPr>
          <a:xfrm>
            <a:off x="9791640" y="4057560"/>
            <a:ext cx="1648080" cy="733680"/>
          </a:xfrm>
          <a:custGeom>
            <a:avLst/>
            <a:gdLst/>
            <a:ahLst/>
            <a:cxnLst/>
            <a:rect l="0" t="0" r="r" b="b"/>
            <a:pathLst>
              <a:path w="4578" h="2038">
                <a:moveTo>
                  <a:pt x="0" y="0"/>
                </a:moveTo>
                <a:lnTo>
                  <a:pt x="4578" y="0"/>
                </a:lnTo>
                <a:lnTo>
                  <a:pt x="4578"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4" name="Freeform: Shape 103"/>
          <p:cNvSpPr/>
          <p:nvPr/>
        </p:nvSpPr>
        <p:spPr>
          <a:xfrm>
            <a:off x="752400" y="4057560"/>
            <a:ext cx="1905120" cy="733680"/>
          </a:xfrm>
          <a:custGeom>
            <a:avLst/>
            <a:gdLst/>
            <a:ahLst/>
            <a:cxnLst/>
            <a:rect l="0" t="0" r="r" b="b"/>
            <a:pathLst>
              <a:path w="5292" h="2038">
                <a:moveTo>
                  <a:pt x="0" y="0"/>
                </a:moveTo>
                <a:lnTo>
                  <a:pt x="5292" y="0"/>
                </a:lnTo>
                <a:lnTo>
                  <a:pt x="5292"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5" name="Freeform: Shape 104"/>
          <p:cNvSpPr/>
          <p:nvPr/>
        </p:nvSpPr>
        <p:spPr>
          <a:xfrm>
            <a:off x="2657160" y="4057560"/>
            <a:ext cx="1800720" cy="733680"/>
          </a:xfrm>
          <a:custGeom>
            <a:avLst/>
            <a:gdLst/>
            <a:ahLst/>
            <a:cxnLst/>
            <a:rect l="0" t="0" r="r" b="b"/>
            <a:pathLst>
              <a:path w="5002" h="2038">
                <a:moveTo>
                  <a:pt x="0" y="0"/>
                </a:moveTo>
                <a:lnTo>
                  <a:pt x="5002" y="0"/>
                </a:lnTo>
                <a:lnTo>
                  <a:pt x="5002"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6" name="Freeform: Shape 105"/>
          <p:cNvSpPr/>
          <p:nvPr/>
        </p:nvSpPr>
        <p:spPr>
          <a:xfrm>
            <a:off x="4457520" y="4057560"/>
            <a:ext cx="1905480" cy="733680"/>
          </a:xfrm>
          <a:custGeom>
            <a:avLst/>
            <a:gdLst/>
            <a:ahLst/>
            <a:cxnLst/>
            <a:rect l="0" t="0" r="r" b="b"/>
            <a:pathLst>
              <a:path w="5293" h="2038">
                <a:moveTo>
                  <a:pt x="0" y="0"/>
                </a:moveTo>
                <a:lnTo>
                  <a:pt x="5293" y="0"/>
                </a:lnTo>
                <a:lnTo>
                  <a:pt x="5293"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7" name="Freeform: Shape 106"/>
          <p:cNvSpPr/>
          <p:nvPr/>
        </p:nvSpPr>
        <p:spPr>
          <a:xfrm>
            <a:off x="6362640" y="4057560"/>
            <a:ext cx="1714680" cy="733680"/>
          </a:xfrm>
          <a:custGeom>
            <a:avLst/>
            <a:gdLst/>
            <a:ahLst/>
            <a:cxnLst/>
            <a:rect l="0" t="0" r="r" b="b"/>
            <a:pathLst>
              <a:path w="4763" h="2038">
                <a:moveTo>
                  <a:pt x="0" y="0"/>
                </a:moveTo>
                <a:lnTo>
                  <a:pt x="4763" y="0"/>
                </a:lnTo>
                <a:lnTo>
                  <a:pt x="4763"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8" name="Freeform: Shape 107"/>
          <p:cNvSpPr/>
          <p:nvPr/>
        </p:nvSpPr>
        <p:spPr>
          <a:xfrm>
            <a:off x="8076960" y="4057560"/>
            <a:ext cx="1715040" cy="733680"/>
          </a:xfrm>
          <a:custGeom>
            <a:avLst/>
            <a:gdLst/>
            <a:ahLst/>
            <a:cxnLst/>
            <a:rect l="0" t="0" r="r" b="b"/>
            <a:pathLst>
              <a:path w="4764" h="2038">
                <a:moveTo>
                  <a:pt x="0" y="0"/>
                </a:moveTo>
                <a:lnTo>
                  <a:pt x="4764" y="0"/>
                </a:lnTo>
                <a:lnTo>
                  <a:pt x="4764"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9" name="Freeform: Shape 108"/>
          <p:cNvSpPr/>
          <p:nvPr/>
        </p:nvSpPr>
        <p:spPr>
          <a:xfrm>
            <a:off x="9791640" y="4057560"/>
            <a:ext cx="1648080" cy="733680"/>
          </a:xfrm>
          <a:custGeom>
            <a:avLst/>
            <a:gdLst/>
            <a:ahLst/>
            <a:cxnLst/>
            <a:rect l="0" t="0" r="r" b="b"/>
            <a:pathLst>
              <a:path w="4578" h="2038">
                <a:moveTo>
                  <a:pt x="0" y="0"/>
                </a:moveTo>
                <a:lnTo>
                  <a:pt x="4578" y="0"/>
                </a:lnTo>
                <a:lnTo>
                  <a:pt x="4578" y="2038"/>
                </a:lnTo>
                <a:lnTo>
                  <a:pt x="0" y="2038"/>
                </a:lnTo>
                <a:lnTo>
                  <a:pt x="0" y="0"/>
                </a:lnTo>
                <a:close/>
              </a:path>
            </a:pathLst>
          </a:custGeom>
          <a:solidFill>
            <a:srgbClr val="FFFFD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0" name="Freeform: Shape 109"/>
          <p:cNvSpPr/>
          <p:nvPr/>
        </p:nvSpPr>
        <p:spPr>
          <a:xfrm>
            <a:off x="752400" y="4790880"/>
            <a:ext cx="1905120" cy="743400"/>
          </a:xfrm>
          <a:custGeom>
            <a:avLst/>
            <a:gdLst/>
            <a:ahLst/>
            <a:cxnLst/>
            <a:rect l="0" t="0" r="r" b="b"/>
            <a:pathLst>
              <a:path w="5292" h="2065">
                <a:moveTo>
                  <a:pt x="0" y="0"/>
                </a:moveTo>
                <a:lnTo>
                  <a:pt x="5292" y="0"/>
                </a:lnTo>
                <a:lnTo>
                  <a:pt x="5292"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1" name="Freeform: Shape 110"/>
          <p:cNvSpPr/>
          <p:nvPr/>
        </p:nvSpPr>
        <p:spPr>
          <a:xfrm>
            <a:off x="2657160" y="4790880"/>
            <a:ext cx="1800720" cy="743400"/>
          </a:xfrm>
          <a:custGeom>
            <a:avLst/>
            <a:gdLst/>
            <a:ahLst/>
            <a:cxnLst/>
            <a:rect l="0" t="0" r="r" b="b"/>
            <a:pathLst>
              <a:path w="5002" h="2065">
                <a:moveTo>
                  <a:pt x="0" y="0"/>
                </a:moveTo>
                <a:lnTo>
                  <a:pt x="5002" y="0"/>
                </a:lnTo>
                <a:lnTo>
                  <a:pt x="5002"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2" name="Freeform: Shape 111"/>
          <p:cNvSpPr/>
          <p:nvPr/>
        </p:nvSpPr>
        <p:spPr>
          <a:xfrm>
            <a:off x="4457520" y="4790880"/>
            <a:ext cx="1905480" cy="743400"/>
          </a:xfrm>
          <a:custGeom>
            <a:avLst/>
            <a:gdLst/>
            <a:ahLst/>
            <a:cxnLst/>
            <a:rect l="0" t="0" r="r" b="b"/>
            <a:pathLst>
              <a:path w="5293" h="2065">
                <a:moveTo>
                  <a:pt x="0" y="0"/>
                </a:moveTo>
                <a:lnTo>
                  <a:pt x="5293" y="0"/>
                </a:lnTo>
                <a:lnTo>
                  <a:pt x="5293"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3" name="Freeform: Shape 112"/>
          <p:cNvSpPr/>
          <p:nvPr/>
        </p:nvSpPr>
        <p:spPr>
          <a:xfrm>
            <a:off x="6362640" y="4790880"/>
            <a:ext cx="1714680" cy="743400"/>
          </a:xfrm>
          <a:custGeom>
            <a:avLst/>
            <a:gdLst/>
            <a:ahLst/>
            <a:cxnLst/>
            <a:rect l="0" t="0" r="r" b="b"/>
            <a:pathLst>
              <a:path w="4763" h="2065">
                <a:moveTo>
                  <a:pt x="0" y="0"/>
                </a:moveTo>
                <a:lnTo>
                  <a:pt x="4763" y="0"/>
                </a:lnTo>
                <a:lnTo>
                  <a:pt x="4763"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4" name="Freeform: Shape 113"/>
          <p:cNvSpPr/>
          <p:nvPr/>
        </p:nvSpPr>
        <p:spPr>
          <a:xfrm>
            <a:off x="8076960" y="4790880"/>
            <a:ext cx="1715040" cy="743400"/>
          </a:xfrm>
          <a:custGeom>
            <a:avLst/>
            <a:gdLst/>
            <a:ahLst/>
            <a:cxnLst/>
            <a:rect l="0" t="0" r="r" b="b"/>
            <a:pathLst>
              <a:path w="4764" h="2065">
                <a:moveTo>
                  <a:pt x="0" y="0"/>
                </a:moveTo>
                <a:lnTo>
                  <a:pt x="4764" y="0"/>
                </a:lnTo>
                <a:lnTo>
                  <a:pt x="4764"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5" name="Freeform: Shape 114"/>
          <p:cNvSpPr/>
          <p:nvPr/>
        </p:nvSpPr>
        <p:spPr>
          <a:xfrm>
            <a:off x="9791640" y="4790880"/>
            <a:ext cx="1648080" cy="743400"/>
          </a:xfrm>
          <a:custGeom>
            <a:avLst/>
            <a:gdLst/>
            <a:ahLst/>
            <a:cxnLst/>
            <a:rect l="0" t="0" r="r" b="b"/>
            <a:pathLst>
              <a:path w="4578" h="2065">
                <a:moveTo>
                  <a:pt x="0" y="0"/>
                </a:moveTo>
                <a:lnTo>
                  <a:pt x="4578" y="0"/>
                </a:lnTo>
                <a:lnTo>
                  <a:pt x="4578"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6" name="Freeform: Shape 115"/>
          <p:cNvSpPr/>
          <p:nvPr/>
        </p:nvSpPr>
        <p:spPr>
          <a:xfrm>
            <a:off x="752400" y="4790880"/>
            <a:ext cx="1905120" cy="743400"/>
          </a:xfrm>
          <a:custGeom>
            <a:avLst/>
            <a:gdLst/>
            <a:ahLst/>
            <a:cxnLst/>
            <a:rect l="0" t="0" r="r" b="b"/>
            <a:pathLst>
              <a:path w="5292" h="2065">
                <a:moveTo>
                  <a:pt x="0" y="0"/>
                </a:moveTo>
                <a:lnTo>
                  <a:pt x="5292" y="0"/>
                </a:lnTo>
                <a:lnTo>
                  <a:pt x="5292"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7" name="Freeform: Shape 116"/>
          <p:cNvSpPr/>
          <p:nvPr/>
        </p:nvSpPr>
        <p:spPr>
          <a:xfrm>
            <a:off x="2657160" y="4790880"/>
            <a:ext cx="1800720" cy="743400"/>
          </a:xfrm>
          <a:custGeom>
            <a:avLst/>
            <a:gdLst/>
            <a:ahLst/>
            <a:cxnLst/>
            <a:rect l="0" t="0" r="r" b="b"/>
            <a:pathLst>
              <a:path w="5002" h="2065">
                <a:moveTo>
                  <a:pt x="0" y="0"/>
                </a:moveTo>
                <a:lnTo>
                  <a:pt x="5002" y="0"/>
                </a:lnTo>
                <a:lnTo>
                  <a:pt x="5002"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8" name="Freeform: Shape 117"/>
          <p:cNvSpPr/>
          <p:nvPr/>
        </p:nvSpPr>
        <p:spPr>
          <a:xfrm>
            <a:off x="4457520" y="4790880"/>
            <a:ext cx="1905480" cy="743400"/>
          </a:xfrm>
          <a:custGeom>
            <a:avLst/>
            <a:gdLst/>
            <a:ahLst/>
            <a:cxnLst/>
            <a:rect l="0" t="0" r="r" b="b"/>
            <a:pathLst>
              <a:path w="5293" h="2065">
                <a:moveTo>
                  <a:pt x="0" y="0"/>
                </a:moveTo>
                <a:lnTo>
                  <a:pt x="5293" y="0"/>
                </a:lnTo>
                <a:lnTo>
                  <a:pt x="5293"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9" name="Freeform: Shape 118"/>
          <p:cNvSpPr/>
          <p:nvPr/>
        </p:nvSpPr>
        <p:spPr>
          <a:xfrm>
            <a:off x="6362640" y="4790880"/>
            <a:ext cx="1714680" cy="743400"/>
          </a:xfrm>
          <a:custGeom>
            <a:avLst/>
            <a:gdLst/>
            <a:ahLst/>
            <a:cxnLst/>
            <a:rect l="0" t="0" r="r" b="b"/>
            <a:pathLst>
              <a:path w="4763" h="2065">
                <a:moveTo>
                  <a:pt x="0" y="0"/>
                </a:moveTo>
                <a:lnTo>
                  <a:pt x="4763" y="0"/>
                </a:lnTo>
                <a:lnTo>
                  <a:pt x="4763"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0" name="Freeform: Shape 119"/>
          <p:cNvSpPr/>
          <p:nvPr/>
        </p:nvSpPr>
        <p:spPr>
          <a:xfrm>
            <a:off x="8076960" y="4790880"/>
            <a:ext cx="1715040" cy="743400"/>
          </a:xfrm>
          <a:custGeom>
            <a:avLst/>
            <a:gdLst/>
            <a:ahLst/>
            <a:cxnLst/>
            <a:rect l="0" t="0" r="r" b="b"/>
            <a:pathLst>
              <a:path w="4764" h="2065">
                <a:moveTo>
                  <a:pt x="0" y="0"/>
                </a:moveTo>
                <a:lnTo>
                  <a:pt x="4764" y="0"/>
                </a:lnTo>
                <a:lnTo>
                  <a:pt x="4764"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1" name="Freeform: Shape 120"/>
          <p:cNvSpPr/>
          <p:nvPr/>
        </p:nvSpPr>
        <p:spPr>
          <a:xfrm>
            <a:off x="9791640" y="4790880"/>
            <a:ext cx="1648080" cy="743400"/>
          </a:xfrm>
          <a:custGeom>
            <a:avLst/>
            <a:gdLst/>
            <a:ahLst/>
            <a:cxnLst/>
            <a:rect l="0" t="0" r="r" b="b"/>
            <a:pathLst>
              <a:path w="4578" h="2065">
                <a:moveTo>
                  <a:pt x="0" y="0"/>
                </a:moveTo>
                <a:lnTo>
                  <a:pt x="4578" y="0"/>
                </a:lnTo>
                <a:lnTo>
                  <a:pt x="4578" y="2065"/>
                </a:lnTo>
                <a:lnTo>
                  <a:pt x="0" y="2065"/>
                </a:lnTo>
                <a:lnTo>
                  <a:pt x="0" y="0"/>
                </a:lnTo>
                <a:close/>
              </a:path>
            </a:pathLst>
          </a:custGeom>
          <a:solidFill>
            <a:srgbClr val="FFFFD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2" name="Freeform: Shape 121"/>
          <p:cNvSpPr/>
          <p:nvPr/>
        </p:nvSpPr>
        <p:spPr>
          <a:xfrm>
            <a:off x="752400" y="1828440"/>
            <a:ext cx="9720" cy="753120"/>
          </a:xfrm>
          <a:custGeom>
            <a:avLst/>
            <a:gdLst/>
            <a:ahLst/>
            <a:cxnLst/>
            <a:rect l="0" t="0" r="r" b="b"/>
            <a:pathLst>
              <a:path w="27" h="2092">
                <a:moveTo>
                  <a:pt x="0" y="0"/>
                </a:moveTo>
                <a:lnTo>
                  <a:pt x="27" y="0"/>
                </a:lnTo>
                <a:lnTo>
                  <a:pt x="27" y="2092"/>
                </a:lnTo>
                <a:lnTo>
                  <a:pt x="0" y="2092"/>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23" name="Freeform: Shape 122"/>
          <p:cNvSpPr/>
          <p:nvPr/>
        </p:nvSpPr>
        <p:spPr>
          <a:xfrm>
            <a:off x="752400" y="1828440"/>
            <a:ext cx="1914840" cy="10080"/>
          </a:xfrm>
          <a:custGeom>
            <a:avLst/>
            <a:gdLst/>
            <a:ahLst/>
            <a:cxnLst/>
            <a:rect l="0" t="0" r="r" b="b"/>
            <a:pathLst>
              <a:path w="5319" h="28">
                <a:moveTo>
                  <a:pt x="0" y="0"/>
                </a:moveTo>
                <a:lnTo>
                  <a:pt x="5319" y="0"/>
                </a:lnTo>
                <a:lnTo>
                  <a:pt x="5319" y="28"/>
                </a:lnTo>
                <a:lnTo>
                  <a:pt x="0" y="2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24" name="Freeform: Shape 123"/>
          <p:cNvSpPr/>
          <p:nvPr/>
        </p:nvSpPr>
        <p:spPr>
          <a:xfrm>
            <a:off x="2657160" y="1828440"/>
            <a:ext cx="10080" cy="753120"/>
          </a:xfrm>
          <a:custGeom>
            <a:avLst/>
            <a:gdLst/>
            <a:ahLst/>
            <a:cxnLst/>
            <a:rect l="0" t="0" r="r" b="b"/>
            <a:pathLst>
              <a:path w="28" h="2092">
                <a:moveTo>
                  <a:pt x="0" y="0"/>
                </a:moveTo>
                <a:lnTo>
                  <a:pt x="28" y="0"/>
                </a:lnTo>
                <a:lnTo>
                  <a:pt x="28" y="2092"/>
                </a:lnTo>
                <a:lnTo>
                  <a:pt x="0" y="2092"/>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25" name="Freeform: Shape 124"/>
          <p:cNvSpPr/>
          <p:nvPr/>
        </p:nvSpPr>
        <p:spPr>
          <a:xfrm>
            <a:off x="2666880" y="1828440"/>
            <a:ext cx="1800360" cy="10080"/>
          </a:xfrm>
          <a:custGeom>
            <a:avLst/>
            <a:gdLst/>
            <a:ahLst/>
            <a:cxnLst/>
            <a:rect l="0" t="0" r="r" b="b"/>
            <a:pathLst>
              <a:path w="5001" h="28">
                <a:moveTo>
                  <a:pt x="0" y="0"/>
                </a:moveTo>
                <a:lnTo>
                  <a:pt x="5001" y="0"/>
                </a:lnTo>
                <a:lnTo>
                  <a:pt x="5001" y="28"/>
                </a:lnTo>
                <a:lnTo>
                  <a:pt x="0" y="2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26" name="Freeform: Shape 125"/>
          <p:cNvSpPr/>
          <p:nvPr/>
        </p:nvSpPr>
        <p:spPr>
          <a:xfrm>
            <a:off x="4457520" y="1828440"/>
            <a:ext cx="9720" cy="753120"/>
          </a:xfrm>
          <a:custGeom>
            <a:avLst/>
            <a:gdLst/>
            <a:ahLst/>
            <a:cxnLst/>
            <a:rect l="0" t="0" r="r" b="b"/>
            <a:pathLst>
              <a:path w="27" h="2092">
                <a:moveTo>
                  <a:pt x="0" y="0"/>
                </a:moveTo>
                <a:lnTo>
                  <a:pt x="27" y="0"/>
                </a:lnTo>
                <a:lnTo>
                  <a:pt x="27" y="2092"/>
                </a:lnTo>
                <a:lnTo>
                  <a:pt x="0" y="2092"/>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27" name="Freeform: Shape 126"/>
          <p:cNvSpPr/>
          <p:nvPr/>
        </p:nvSpPr>
        <p:spPr>
          <a:xfrm>
            <a:off x="4466880" y="1828440"/>
            <a:ext cx="1905480" cy="10080"/>
          </a:xfrm>
          <a:custGeom>
            <a:avLst/>
            <a:gdLst/>
            <a:ahLst/>
            <a:cxnLst/>
            <a:rect l="0" t="0" r="r" b="b"/>
            <a:pathLst>
              <a:path w="5293" h="28">
                <a:moveTo>
                  <a:pt x="0" y="0"/>
                </a:moveTo>
                <a:lnTo>
                  <a:pt x="5293" y="0"/>
                </a:lnTo>
                <a:lnTo>
                  <a:pt x="5293" y="28"/>
                </a:lnTo>
                <a:lnTo>
                  <a:pt x="0" y="2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28" name="Freeform: Shape 127"/>
          <p:cNvSpPr/>
          <p:nvPr/>
        </p:nvSpPr>
        <p:spPr>
          <a:xfrm>
            <a:off x="6362640" y="1828440"/>
            <a:ext cx="9720" cy="753120"/>
          </a:xfrm>
          <a:custGeom>
            <a:avLst/>
            <a:gdLst/>
            <a:ahLst/>
            <a:cxnLst/>
            <a:rect l="0" t="0" r="r" b="b"/>
            <a:pathLst>
              <a:path w="27" h="2092">
                <a:moveTo>
                  <a:pt x="0" y="0"/>
                </a:moveTo>
                <a:lnTo>
                  <a:pt x="27" y="0"/>
                </a:lnTo>
                <a:lnTo>
                  <a:pt x="27" y="2092"/>
                </a:lnTo>
                <a:lnTo>
                  <a:pt x="0" y="2092"/>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29" name="Freeform: Shape 128"/>
          <p:cNvSpPr/>
          <p:nvPr/>
        </p:nvSpPr>
        <p:spPr>
          <a:xfrm>
            <a:off x="6372000" y="1828440"/>
            <a:ext cx="1715040" cy="10080"/>
          </a:xfrm>
          <a:custGeom>
            <a:avLst/>
            <a:gdLst/>
            <a:ahLst/>
            <a:cxnLst/>
            <a:rect l="0" t="0" r="r" b="b"/>
            <a:pathLst>
              <a:path w="4764" h="28">
                <a:moveTo>
                  <a:pt x="0" y="0"/>
                </a:moveTo>
                <a:lnTo>
                  <a:pt x="4764" y="0"/>
                </a:lnTo>
                <a:lnTo>
                  <a:pt x="4764" y="28"/>
                </a:lnTo>
                <a:lnTo>
                  <a:pt x="0" y="2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30" name="Freeform: Shape 129"/>
          <p:cNvSpPr/>
          <p:nvPr/>
        </p:nvSpPr>
        <p:spPr>
          <a:xfrm>
            <a:off x="8076960" y="1828440"/>
            <a:ext cx="10080" cy="753120"/>
          </a:xfrm>
          <a:custGeom>
            <a:avLst/>
            <a:gdLst/>
            <a:ahLst/>
            <a:cxnLst/>
            <a:rect l="0" t="0" r="r" b="b"/>
            <a:pathLst>
              <a:path w="28" h="2092">
                <a:moveTo>
                  <a:pt x="0" y="0"/>
                </a:moveTo>
                <a:lnTo>
                  <a:pt x="28" y="0"/>
                </a:lnTo>
                <a:lnTo>
                  <a:pt x="28" y="2092"/>
                </a:lnTo>
                <a:lnTo>
                  <a:pt x="0" y="2092"/>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31" name="Freeform: Shape 130"/>
          <p:cNvSpPr/>
          <p:nvPr/>
        </p:nvSpPr>
        <p:spPr>
          <a:xfrm>
            <a:off x="8086680" y="1828440"/>
            <a:ext cx="1714680" cy="10080"/>
          </a:xfrm>
          <a:custGeom>
            <a:avLst/>
            <a:gdLst/>
            <a:ahLst/>
            <a:cxnLst/>
            <a:rect l="0" t="0" r="r" b="b"/>
            <a:pathLst>
              <a:path w="4763" h="28">
                <a:moveTo>
                  <a:pt x="0" y="0"/>
                </a:moveTo>
                <a:lnTo>
                  <a:pt x="4763" y="0"/>
                </a:lnTo>
                <a:lnTo>
                  <a:pt x="4763" y="28"/>
                </a:lnTo>
                <a:lnTo>
                  <a:pt x="0" y="2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32" name="Freeform: Shape 131"/>
          <p:cNvSpPr/>
          <p:nvPr/>
        </p:nvSpPr>
        <p:spPr>
          <a:xfrm>
            <a:off x="9791640" y="1828440"/>
            <a:ext cx="9720" cy="753120"/>
          </a:xfrm>
          <a:custGeom>
            <a:avLst/>
            <a:gdLst/>
            <a:ahLst/>
            <a:cxnLst/>
            <a:rect l="0" t="0" r="r" b="b"/>
            <a:pathLst>
              <a:path w="27" h="2092">
                <a:moveTo>
                  <a:pt x="0" y="0"/>
                </a:moveTo>
                <a:lnTo>
                  <a:pt x="27" y="0"/>
                </a:lnTo>
                <a:lnTo>
                  <a:pt x="27" y="2092"/>
                </a:lnTo>
                <a:lnTo>
                  <a:pt x="0" y="2092"/>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33" name="Freeform: Shape 132"/>
          <p:cNvSpPr/>
          <p:nvPr/>
        </p:nvSpPr>
        <p:spPr>
          <a:xfrm>
            <a:off x="9801000" y="1828440"/>
            <a:ext cx="1648080" cy="10080"/>
          </a:xfrm>
          <a:custGeom>
            <a:avLst/>
            <a:gdLst/>
            <a:ahLst/>
            <a:cxnLst/>
            <a:rect l="0" t="0" r="r" b="b"/>
            <a:pathLst>
              <a:path w="4578" h="28">
                <a:moveTo>
                  <a:pt x="0" y="0"/>
                </a:moveTo>
                <a:lnTo>
                  <a:pt x="4578" y="0"/>
                </a:lnTo>
                <a:lnTo>
                  <a:pt x="4578" y="28"/>
                </a:lnTo>
                <a:lnTo>
                  <a:pt x="0" y="2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34" name="Freeform: Shape 133"/>
          <p:cNvSpPr/>
          <p:nvPr/>
        </p:nvSpPr>
        <p:spPr>
          <a:xfrm>
            <a:off x="11439360" y="1828440"/>
            <a:ext cx="9720" cy="753120"/>
          </a:xfrm>
          <a:custGeom>
            <a:avLst/>
            <a:gdLst/>
            <a:ahLst/>
            <a:cxnLst/>
            <a:rect l="0" t="0" r="r" b="b"/>
            <a:pathLst>
              <a:path w="27" h="2092">
                <a:moveTo>
                  <a:pt x="0" y="0"/>
                </a:moveTo>
                <a:lnTo>
                  <a:pt x="27" y="0"/>
                </a:lnTo>
                <a:lnTo>
                  <a:pt x="27" y="2092"/>
                </a:lnTo>
                <a:lnTo>
                  <a:pt x="0" y="2092"/>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35" name="Freeform: Shape 134"/>
          <p:cNvSpPr/>
          <p:nvPr/>
        </p:nvSpPr>
        <p:spPr>
          <a:xfrm>
            <a:off x="752400" y="2571480"/>
            <a:ext cx="1914840" cy="10080"/>
          </a:xfrm>
          <a:custGeom>
            <a:avLst/>
            <a:gdLst/>
            <a:ahLst/>
            <a:cxnLst/>
            <a:rect l="0" t="0" r="r" b="b"/>
            <a:pathLst>
              <a:path w="5319" h="28">
                <a:moveTo>
                  <a:pt x="0" y="0"/>
                </a:moveTo>
                <a:lnTo>
                  <a:pt x="5319" y="0"/>
                </a:lnTo>
                <a:lnTo>
                  <a:pt x="5319" y="28"/>
                </a:lnTo>
                <a:lnTo>
                  <a:pt x="0" y="2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36" name="Freeform: Shape 135"/>
          <p:cNvSpPr/>
          <p:nvPr/>
        </p:nvSpPr>
        <p:spPr>
          <a:xfrm>
            <a:off x="2666880" y="2571480"/>
            <a:ext cx="1800360" cy="10080"/>
          </a:xfrm>
          <a:custGeom>
            <a:avLst/>
            <a:gdLst/>
            <a:ahLst/>
            <a:cxnLst/>
            <a:rect l="0" t="0" r="r" b="b"/>
            <a:pathLst>
              <a:path w="5001" h="28">
                <a:moveTo>
                  <a:pt x="0" y="0"/>
                </a:moveTo>
                <a:lnTo>
                  <a:pt x="5001" y="0"/>
                </a:lnTo>
                <a:lnTo>
                  <a:pt x="5001" y="28"/>
                </a:lnTo>
                <a:lnTo>
                  <a:pt x="0" y="2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37" name="Freeform: Shape 136"/>
          <p:cNvSpPr/>
          <p:nvPr/>
        </p:nvSpPr>
        <p:spPr>
          <a:xfrm>
            <a:off x="4466880" y="2571480"/>
            <a:ext cx="1905480" cy="10080"/>
          </a:xfrm>
          <a:custGeom>
            <a:avLst/>
            <a:gdLst/>
            <a:ahLst/>
            <a:cxnLst/>
            <a:rect l="0" t="0" r="r" b="b"/>
            <a:pathLst>
              <a:path w="5293" h="28">
                <a:moveTo>
                  <a:pt x="0" y="0"/>
                </a:moveTo>
                <a:lnTo>
                  <a:pt x="5293" y="0"/>
                </a:lnTo>
                <a:lnTo>
                  <a:pt x="5293" y="28"/>
                </a:lnTo>
                <a:lnTo>
                  <a:pt x="0" y="2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38" name="Freeform: Shape 137"/>
          <p:cNvSpPr/>
          <p:nvPr/>
        </p:nvSpPr>
        <p:spPr>
          <a:xfrm>
            <a:off x="6372000" y="2571480"/>
            <a:ext cx="1715040" cy="10080"/>
          </a:xfrm>
          <a:custGeom>
            <a:avLst/>
            <a:gdLst/>
            <a:ahLst/>
            <a:cxnLst/>
            <a:rect l="0" t="0" r="r" b="b"/>
            <a:pathLst>
              <a:path w="4764" h="28">
                <a:moveTo>
                  <a:pt x="0" y="0"/>
                </a:moveTo>
                <a:lnTo>
                  <a:pt x="4764" y="0"/>
                </a:lnTo>
                <a:lnTo>
                  <a:pt x="4764" y="28"/>
                </a:lnTo>
                <a:lnTo>
                  <a:pt x="0" y="2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39" name="Freeform: Shape 138"/>
          <p:cNvSpPr/>
          <p:nvPr/>
        </p:nvSpPr>
        <p:spPr>
          <a:xfrm>
            <a:off x="8086680" y="2571480"/>
            <a:ext cx="1714680" cy="10080"/>
          </a:xfrm>
          <a:custGeom>
            <a:avLst/>
            <a:gdLst/>
            <a:ahLst/>
            <a:cxnLst/>
            <a:rect l="0" t="0" r="r" b="b"/>
            <a:pathLst>
              <a:path w="4763" h="28">
                <a:moveTo>
                  <a:pt x="0" y="0"/>
                </a:moveTo>
                <a:lnTo>
                  <a:pt x="4763" y="0"/>
                </a:lnTo>
                <a:lnTo>
                  <a:pt x="4763" y="28"/>
                </a:lnTo>
                <a:lnTo>
                  <a:pt x="0" y="2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0" name="Freeform: Shape 139"/>
          <p:cNvSpPr/>
          <p:nvPr/>
        </p:nvSpPr>
        <p:spPr>
          <a:xfrm>
            <a:off x="9801000" y="2571480"/>
            <a:ext cx="1648080" cy="10080"/>
          </a:xfrm>
          <a:custGeom>
            <a:avLst/>
            <a:gdLst/>
            <a:ahLst/>
            <a:cxnLst/>
            <a:rect l="0" t="0" r="r" b="b"/>
            <a:pathLst>
              <a:path w="4578" h="28">
                <a:moveTo>
                  <a:pt x="0" y="0"/>
                </a:moveTo>
                <a:lnTo>
                  <a:pt x="4578" y="0"/>
                </a:lnTo>
                <a:lnTo>
                  <a:pt x="4578" y="28"/>
                </a:lnTo>
                <a:lnTo>
                  <a:pt x="0" y="2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1" name="Freeform: Shape 140"/>
          <p:cNvSpPr/>
          <p:nvPr/>
        </p:nvSpPr>
        <p:spPr>
          <a:xfrm>
            <a:off x="752400" y="2581200"/>
            <a:ext cx="9720" cy="1047960"/>
          </a:xfrm>
          <a:custGeom>
            <a:avLst/>
            <a:gdLst/>
            <a:ahLst/>
            <a:cxnLst/>
            <a:rect l="0" t="0" r="r" b="b"/>
            <a:pathLst>
              <a:path w="27" h="2911">
                <a:moveTo>
                  <a:pt x="0" y="0"/>
                </a:moveTo>
                <a:lnTo>
                  <a:pt x="27" y="0"/>
                </a:lnTo>
                <a:lnTo>
                  <a:pt x="27" y="2911"/>
                </a:lnTo>
                <a:lnTo>
                  <a:pt x="0" y="2911"/>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2" name="Freeform: Shape 141"/>
          <p:cNvSpPr/>
          <p:nvPr/>
        </p:nvSpPr>
        <p:spPr>
          <a:xfrm>
            <a:off x="2657160" y="2581200"/>
            <a:ext cx="10080" cy="1047960"/>
          </a:xfrm>
          <a:custGeom>
            <a:avLst/>
            <a:gdLst/>
            <a:ahLst/>
            <a:cxnLst/>
            <a:rect l="0" t="0" r="r" b="b"/>
            <a:pathLst>
              <a:path w="28" h="2911">
                <a:moveTo>
                  <a:pt x="0" y="0"/>
                </a:moveTo>
                <a:lnTo>
                  <a:pt x="28" y="0"/>
                </a:lnTo>
                <a:lnTo>
                  <a:pt x="28" y="2911"/>
                </a:lnTo>
                <a:lnTo>
                  <a:pt x="0" y="2911"/>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3" name="Freeform: Shape 142"/>
          <p:cNvSpPr/>
          <p:nvPr/>
        </p:nvSpPr>
        <p:spPr>
          <a:xfrm>
            <a:off x="4457520" y="2581200"/>
            <a:ext cx="9720" cy="1047960"/>
          </a:xfrm>
          <a:custGeom>
            <a:avLst/>
            <a:gdLst/>
            <a:ahLst/>
            <a:cxnLst/>
            <a:rect l="0" t="0" r="r" b="b"/>
            <a:pathLst>
              <a:path w="27" h="2911">
                <a:moveTo>
                  <a:pt x="0" y="0"/>
                </a:moveTo>
                <a:lnTo>
                  <a:pt x="27" y="0"/>
                </a:lnTo>
                <a:lnTo>
                  <a:pt x="27" y="2911"/>
                </a:lnTo>
                <a:lnTo>
                  <a:pt x="0" y="2911"/>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4" name="Freeform: Shape 143"/>
          <p:cNvSpPr/>
          <p:nvPr/>
        </p:nvSpPr>
        <p:spPr>
          <a:xfrm>
            <a:off x="6362640" y="2581200"/>
            <a:ext cx="9720" cy="1047960"/>
          </a:xfrm>
          <a:custGeom>
            <a:avLst/>
            <a:gdLst/>
            <a:ahLst/>
            <a:cxnLst/>
            <a:rect l="0" t="0" r="r" b="b"/>
            <a:pathLst>
              <a:path w="27" h="2911">
                <a:moveTo>
                  <a:pt x="0" y="0"/>
                </a:moveTo>
                <a:lnTo>
                  <a:pt x="27" y="0"/>
                </a:lnTo>
                <a:lnTo>
                  <a:pt x="27" y="2911"/>
                </a:lnTo>
                <a:lnTo>
                  <a:pt x="0" y="2911"/>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5" name="Freeform: Shape 144"/>
          <p:cNvSpPr/>
          <p:nvPr/>
        </p:nvSpPr>
        <p:spPr>
          <a:xfrm>
            <a:off x="8076960" y="2581200"/>
            <a:ext cx="10080" cy="1047960"/>
          </a:xfrm>
          <a:custGeom>
            <a:avLst/>
            <a:gdLst/>
            <a:ahLst/>
            <a:cxnLst/>
            <a:rect l="0" t="0" r="r" b="b"/>
            <a:pathLst>
              <a:path w="28" h="2911">
                <a:moveTo>
                  <a:pt x="0" y="0"/>
                </a:moveTo>
                <a:lnTo>
                  <a:pt x="28" y="0"/>
                </a:lnTo>
                <a:lnTo>
                  <a:pt x="28" y="2911"/>
                </a:lnTo>
                <a:lnTo>
                  <a:pt x="0" y="2911"/>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6" name="Freeform: Shape 145"/>
          <p:cNvSpPr/>
          <p:nvPr/>
        </p:nvSpPr>
        <p:spPr>
          <a:xfrm>
            <a:off x="9791640" y="2581200"/>
            <a:ext cx="9720" cy="1047960"/>
          </a:xfrm>
          <a:custGeom>
            <a:avLst/>
            <a:gdLst/>
            <a:ahLst/>
            <a:cxnLst/>
            <a:rect l="0" t="0" r="r" b="b"/>
            <a:pathLst>
              <a:path w="27" h="2911">
                <a:moveTo>
                  <a:pt x="0" y="0"/>
                </a:moveTo>
                <a:lnTo>
                  <a:pt x="27" y="0"/>
                </a:lnTo>
                <a:lnTo>
                  <a:pt x="27" y="2911"/>
                </a:lnTo>
                <a:lnTo>
                  <a:pt x="0" y="2911"/>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7" name="Freeform: Shape 146"/>
          <p:cNvSpPr/>
          <p:nvPr/>
        </p:nvSpPr>
        <p:spPr>
          <a:xfrm>
            <a:off x="11439360" y="2581200"/>
            <a:ext cx="9720" cy="1047960"/>
          </a:xfrm>
          <a:custGeom>
            <a:avLst/>
            <a:gdLst/>
            <a:ahLst/>
            <a:cxnLst/>
            <a:rect l="0" t="0" r="r" b="b"/>
            <a:pathLst>
              <a:path w="27" h="2911">
                <a:moveTo>
                  <a:pt x="0" y="0"/>
                </a:moveTo>
                <a:lnTo>
                  <a:pt x="27" y="0"/>
                </a:lnTo>
                <a:lnTo>
                  <a:pt x="27" y="2911"/>
                </a:lnTo>
                <a:lnTo>
                  <a:pt x="0" y="2911"/>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8" name="Freeform: Shape 147"/>
          <p:cNvSpPr/>
          <p:nvPr/>
        </p:nvSpPr>
        <p:spPr>
          <a:xfrm>
            <a:off x="752400" y="36288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9" name="Freeform: Shape 148"/>
          <p:cNvSpPr/>
          <p:nvPr/>
        </p:nvSpPr>
        <p:spPr>
          <a:xfrm>
            <a:off x="752400" y="3619440"/>
            <a:ext cx="1914840" cy="9720"/>
          </a:xfrm>
          <a:custGeom>
            <a:avLst/>
            <a:gdLst/>
            <a:ahLst/>
            <a:cxnLst/>
            <a:rect l="0" t="0" r="r" b="b"/>
            <a:pathLst>
              <a:path w="5319" h="27">
                <a:moveTo>
                  <a:pt x="0" y="0"/>
                </a:moveTo>
                <a:lnTo>
                  <a:pt x="5319" y="0"/>
                </a:lnTo>
                <a:lnTo>
                  <a:pt x="5319"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50" name="Freeform: Shape 149"/>
          <p:cNvSpPr/>
          <p:nvPr/>
        </p:nvSpPr>
        <p:spPr>
          <a:xfrm>
            <a:off x="2657160" y="362880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51" name="Freeform: Shape 150"/>
          <p:cNvSpPr/>
          <p:nvPr/>
        </p:nvSpPr>
        <p:spPr>
          <a:xfrm>
            <a:off x="2666880" y="3619440"/>
            <a:ext cx="1800360" cy="9720"/>
          </a:xfrm>
          <a:custGeom>
            <a:avLst/>
            <a:gdLst/>
            <a:ahLst/>
            <a:cxnLst/>
            <a:rect l="0" t="0" r="r" b="b"/>
            <a:pathLst>
              <a:path w="5001" h="27">
                <a:moveTo>
                  <a:pt x="0" y="0"/>
                </a:moveTo>
                <a:lnTo>
                  <a:pt x="5001" y="0"/>
                </a:lnTo>
                <a:lnTo>
                  <a:pt x="5001"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52" name="Freeform: Shape 151"/>
          <p:cNvSpPr/>
          <p:nvPr/>
        </p:nvSpPr>
        <p:spPr>
          <a:xfrm>
            <a:off x="4457520" y="36288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53" name="Freeform: Shape 152"/>
          <p:cNvSpPr/>
          <p:nvPr/>
        </p:nvSpPr>
        <p:spPr>
          <a:xfrm>
            <a:off x="4466880" y="3619440"/>
            <a:ext cx="1905480" cy="9720"/>
          </a:xfrm>
          <a:custGeom>
            <a:avLst/>
            <a:gdLst/>
            <a:ahLst/>
            <a:cxnLst/>
            <a:rect l="0" t="0" r="r" b="b"/>
            <a:pathLst>
              <a:path w="5293" h="27">
                <a:moveTo>
                  <a:pt x="0" y="0"/>
                </a:moveTo>
                <a:lnTo>
                  <a:pt x="5293" y="0"/>
                </a:lnTo>
                <a:lnTo>
                  <a:pt x="5293"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54" name="Freeform: Shape 153"/>
          <p:cNvSpPr/>
          <p:nvPr/>
        </p:nvSpPr>
        <p:spPr>
          <a:xfrm>
            <a:off x="6362640" y="36288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55" name="Freeform: Shape 154"/>
          <p:cNvSpPr/>
          <p:nvPr/>
        </p:nvSpPr>
        <p:spPr>
          <a:xfrm>
            <a:off x="6372000" y="3619440"/>
            <a:ext cx="1715040" cy="9720"/>
          </a:xfrm>
          <a:custGeom>
            <a:avLst/>
            <a:gdLst/>
            <a:ahLst/>
            <a:cxnLst/>
            <a:rect l="0" t="0" r="r" b="b"/>
            <a:pathLst>
              <a:path w="4764" h="27">
                <a:moveTo>
                  <a:pt x="0" y="0"/>
                </a:moveTo>
                <a:lnTo>
                  <a:pt x="4764" y="0"/>
                </a:lnTo>
                <a:lnTo>
                  <a:pt x="4764"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56" name="Freeform: Shape 155"/>
          <p:cNvSpPr/>
          <p:nvPr/>
        </p:nvSpPr>
        <p:spPr>
          <a:xfrm>
            <a:off x="8076960" y="362880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57" name="Freeform: Shape 156"/>
          <p:cNvSpPr/>
          <p:nvPr/>
        </p:nvSpPr>
        <p:spPr>
          <a:xfrm>
            <a:off x="8086680" y="3619440"/>
            <a:ext cx="1714680" cy="9720"/>
          </a:xfrm>
          <a:custGeom>
            <a:avLst/>
            <a:gdLst/>
            <a:ahLst/>
            <a:cxnLst/>
            <a:rect l="0" t="0" r="r" b="b"/>
            <a:pathLst>
              <a:path w="4763" h="27">
                <a:moveTo>
                  <a:pt x="0" y="0"/>
                </a:moveTo>
                <a:lnTo>
                  <a:pt x="4763" y="0"/>
                </a:lnTo>
                <a:lnTo>
                  <a:pt x="4763"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58" name="Freeform: Shape 157"/>
          <p:cNvSpPr/>
          <p:nvPr/>
        </p:nvSpPr>
        <p:spPr>
          <a:xfrm>
            <a:off x="9791640" y="36288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59" name="Freeform: Shape 158"/>
          <p:cNvSpPr/>
          <p:nvPr/>
        </p:nvSpPr>
        <p:spPr>
          <a:xfrm>
            <a:off x="9801000" y="3619440"/>
            <a:ext cx="1648080" cy="9720"/>
          </a:xfrm>
          <a:custGeom>
            <a:avLst/>
            <a:gdLst/>
            <a:ahLst/>
            <a:cxnLst/>
            <a:rect l="0" t="0" r="r" b="b"/>
            <a:pathLst>
              <a:path w="4578" h="27">
                <a:moveTo>
                  <a:pt x="0" y="0"/>
                </a:moveTo>
                <a:lnTo>
                  <a:pt x="4578" y="0"/>
                </a:lnTo>
                <a:lnTo>
                  <a:pt x="4578"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0" name="Freeform: Shape 159"/>
          <p:cNvSpPr/>
          <p:nvPr/>
        </p:nvSpPr>
        <p:spPr>
          <a:xfrm>
            <a:off x="11439360" y="36288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1" name="Freeform: Shape 160"/>
          <p:cNvSpPr/>
          <p:nvPr/>
        </p:nvSpPr>
        <p:spPr>
          <a:xfrm>
            <a:off x="752400" y="405756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2" name="Freeform: Shape 161"/>
          <p:cNvSpPr/>
          <p:nvPr/>
        </p:nvSpPr>
        <p:spPr>
          <a:xfrm>
            <a:off x="752400" y="4047840"/>
            <a:ext cx="1914840" cy="10440"/>
          </a:xfrm>
          <a:custGeom>
            <a:avLst/>
            <a:gdLst/>
            <a:ahLst/>
            <a:cxnLst/>
            <a:rect l="0" t="0" r="r" b="b"/>
            <a:pathLst>
              <a:path w="5319" h="29">
                <a:moveTo>
                  <a:pt x="0" y="0"/>
                </a:moveTo>
                <a:lnTo>
                  <a:pt x="5319" y="0"/>
                </a:lnTo>
                <a:lnTo>
                  <a:pt x="5319" y="29"/>
                </a:lnTo>
                <a:lnTo>
                  <a:pt x="0" y="29"/>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3" name="Freeform: Shape 162"/>
          <p:cNvSpPr/>
          <p:nvPr/>
        </p:nvSpPr>
        <p:spPr>
          <a:xfrm>
            <a:off x="2657160" y="4057560"/>
            <a:ext cx="10080" cy="743040"/>
          </a:xfrm>
          <a:custGeom>
            <a:avLst/>
            <a:gdLst/>
            <a:ahLst/>
            <a:cxnLst/>
            <a:rect l="0" t="0" r="r" b="b"/>
            <a:pathLst>
              <a:path w="28" h="2064">
                <a:moveTo>
                  <a:pt x="0" y="0"/>
                </a:moveTo>
                <a:lnTo>
                  <a:pt x="28" y="0"/>
                </a:lnTo>
                <a:lnTo>
                  <a:pt x="28" y="2064"/>
                </a:lnTo>
                <a:lnTo>
                  <a:pt x="0" y="2064"/>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4" name="Freeform: Shape 163"/>
          <p:cNvSpPr/>
          <p:nvPr/>
        </p:nvSpPr>
        <p:spPr>
          <a:xfrm>
            <a:off x="2666880" y="4047840"/>
            <a:ext cx="1800360" cy="10440"/>
          </a:xfrm>
          <a:custGeom>
            <a:avLst/>
            <a:gdLst/>
            <a:ahLst/>
            <a:cxnLst/>
            <a:rect l="0" t="0" r="r" b="b"/>
            <a:pathLst>
              <a:path w="5001" h="29">
                <a:moveTo>
                  <a:pt x="0" y="0"/>
                </a:moveTo>
                <a:lnTo>
                  <a:pt x="5001" y="0"/>
                </a:lnTo>
                <a:lnTo>
                  <a:pt x="5001" y="29"/>
                </a:lnTo>
                <a:lnTo>
                  <a:pt x="0" y="29"/>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5" name="Freeform: Shape 164"/>
          <p:cNvSpPr/>
          <p:nvPr/>
        </p:nvSpPr>
        <p:spPr>
          <a:xfrm>
            <a:off x="4457520" y="405756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6" name="Freeform: Shape 165"/>
          <p:cNvSpPr/>
          <p:nvPr/>
        </p:nvSpPr>
        <p:spPr>
          <a:xfrm>
            <a:off x="4466880" y="4047840"/>
            <a:ext cx="1905480" cy="10440"/>
          </a:xfrm>
          <a:custGeom>
            <a:avLst/>
            <a:gdLst/>
            <a:ahLst/>
            <a:cxnLst/>
            <a:rect l="0" t="0" r="r" b="b"/>
            <a:pathLst>
              <a:path w="5293" h="29">
                <a:moveTo>
                  <a:pt x="0" y="0"/>
                </a:moveTo>
                <a:lnTo>
                  <a:pt x="5293" y="0"/>
                </a:lnTo>
                <a:lnTo>
                  <a:pt x="5293" y="29"/>
                </a:lnTo>
                <a:lnTo>
                  <a:pt x="0" y="29"/>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7" name="Freeform: Shape 166"/>
          <p:cNvSpPr/>
          <p:nvPr/>
        </p:nvSpPr>
        <p:spPr>
          <a:xfrm>
            <a:off x="6362640" y="405756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8" name="Freeform: Shape 167"/>
          <p:cNvSpPr/>
          <p:nvPr/>
        </p:nvSpPr>
        <p:spPr>
          <a:xfrm>
            <a:off x="6372000" y="4047840"/>
            <a:ext cx="1715040" cy="10440"/>
          </a:xfrm>
          <a:custGeom>
            <a:avLst/>
            <a:gdLst/>
            <a:ahLst/>
            <a:cxnLst/>
            <a:rect l="0" t="0" r="r" b="b"/>
            <a:pathLst>
              <a:path w="4764" h="29">
                <a:moveTo>
                  <a:pt x="0" y="0"/>
                </a:moveTo>
                <a:lnTo>
                  <a:pt x="4764" y="0"/>
                </a:lnTo>
                <a:lnTo>
                  <a:pt x="4764" y="29"/>
                </a:lnTo>
                <a:lnTo>
                  <a:pt x="0" y="29"/>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9" name="Freeform: Shape 168"/>
          <p:cNvSpPr/>
          <p:nvPr/>
        </p:nvSpPr>
        <p:spPr>
          <a:xfrm>
            <a:off x="8076960" y="4057560"/>
            <a:ext cx="10080" cy="743040"/>
          </a:xfrm>
          <a:custGeom>
            <a:avLst/>
            <a:gdLst/>
            <a:ahLst/>
            <a:cxnLst/>
            <a:rect l="0" t="0" r="r" b="b"/>
            <a:pathLst>
              <a:path w="28" h="2064">
                <a:moveTo>
                  <a:pt x="0" y="0"/>
                </a:moveTo>
                <a:lnTo>
                  <a:pt x="28" y="0"/>
                </a:lnTo>
                <a:lnTo>
                  <a:pt x="28" y="2064"/>
                </a:lnTo>
                <a:lnTo>
                  <a:pt x="0" y="2064"/>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70" name="Freeform: Shape 169"/>
          <p:cNvSpPr/>
          <p:nvPr/>
        </p:nvSpPr>
        <p:spPr>
          <a:xfrm>
            <a:off x="8086680" y="4047840"/>
            <a:ext cx="1714680" cy="10440"/>
          </a:xfrm>
          <a:custGeom>
            <a:avLst/>
            <a:gdLst/>
            <a:ahLst/>
            <a:cxnLst/>
            <a:rect l="0" t="0" r="r" b="b"/>
            <a:pathLst>
              <a:path w="4763" h="29">
                <a:moveTo>
                  <a:pt x="0" y="0"/>
                </a:moveTo>
                <a:lnTo>
                  <a:pt x="4763" y="0"/>
                </a:lnTo>
                <a:lnTo>
                  <a:pt x="4763" y="29"/>
                </a:lnTo>
                <a:lnTo>
                  <a:pt x="0" y="29"/>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71" name="Freeform: Shape 170"/>
          <p:cNvSpPr/>
          <p:nvPr/>
        </p:nvSpPr>
        <p:spPr>
          <a:xfrm>
            <a:off x="9791640" y="405756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72" name="Freeform: Shape 171"/>
          <p:cNvSpPr/>
          <p:nvPr/>
        </p:nvSpPr>
        <p:spPr>
          <a:xfrm>
            <a:off x="9801000" y="4047840"/>
            <a:ext cx="1648080" cy="10440"/>
          </a:xfrm>
          <a:custGeom>
            <a:avLst/>
            <a:gdLst/>
            <a:ahLst/>
            <a:cxnLst/>
            <a:rect l="0" t="0" r="r" b="b"/>
            <a:pathLst>
              <a:path w="4578" h="29">
                <a:moveTo>
                  <a:pt x="0" y="0"/>
                </a:moveTo>
                <a:lnTo>
                  <a:pt x="4578" y="0"/>
                </a:lnTo>
                <a:lnTo>
                  <a:pt x="4578" y="29"/>
                </a:lnTo>
                <a:lnTo>
                  <a:pt x="0" y="29"/>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73" name="Freeform: Shape 172"/>
          <p:cNvSpPr/>
          <p:nvPr/>
        </p:nvSpPr>
        <p:spPr>
          <a:xfrm>
            <a:off x="11439360" y="405756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74" name="Freeform: Shape 173"/>
          <p:cNvSpPr/>
          <p:nvPr/>
        </p:nvSpPr>
        <p:spPr>
          <a:xfrm>
            <a:off x="752400" y="48002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75" name="Freeform: Shape 174"/>
          <p:cNvSpPr/>
          <p:nvPr/>
        </p:nvSpPr>
        <p:spPr>
          <a:xfrm>
            <a:off x="752400" y="4790880"/>
            <a:ext cx="1914840" cy="9720"/>
          </a:xfrm>
          <a:custGeom>
            <a:avLst/>
            <a:gdLst/>
            <a:ahLst/>
            <a:cxnLst/>
            <a:rect l="0" t="0" r="r" b="b"/>
            <a:pathLst>
              <a:path w="5319" h="27">
                <a:moveTo>
                  <a:pt x="0" y="0"/>
                </a:moveTo>
                <a:lnTo>
                  <a:pt x="5319" y="0"/>
                </a:lnTo>
                <a:lnTo>
                  <a:pt x="5319"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76" name="Freeform: Shape 175"/>
          <p:cNvSpPr/>
          <p:nvPr/>
        </p:nvSpPr>
        <p:spPr>
          <a:xfrm>
            <a:off x="2657160" y="4800240"/>
            <a:ext cx="10080" cy="743400"/>
          </a:xfrm>
          <a:custGeom>
            <a:avLst/>
            <a:gdLst/>
            <a:ahLst/>
            <a:cxnLst/>
            <a:rect l="0" t="0" r="r" b="b"/>
            <a:pathLst>
              <a:path w="28" h="2065">
                <a:moveTo>
                  <a:pt x="0" y="0"/>
                </a:moveTo>
                <a:lnTo>
                  <a:pt x="28" y="0"/>
                </a:lnTo>
                <a:lnTo>
                  <a:pt x="28"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77" name="Freeform: Shape 176"/>
          <p:cNvSpPr/>
          <p:nvPr/>
        </p:nvSpPr>
        <p:spPr>
          <a:xfrm>
            <a:off x="2666880" y="4790880"/>
            <a:ext cx="1800360" cy="9720"/>
          </a:xfrm>
          <a:custGeom>
            <a:avLst/>
            <a:gdLst/>
            <a:ahLst/>
            <a:cxnLst/>
            <a:rect l="0" t="0" r="r" b="b"/>
            <a:pathLst>
              <a:path w="5001" h="27">
                <a:moveTo>
                  <a:pt x="0" y="0"/>
                </a:moveTo>
                <a:lnTo>
                  <a:pt x="5001" y="0"/>
                </a:lnTo>
                <a:lnTo>
                  <a:pt x="5001"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78" name="Freeform: Shape 177"/>
          <p:cNvSpPr/>
          <p:nvPr/>
        </p:nvSpPr>
        <p:spPr>
          <a:xfrm>
            <a:off x="4457520" y="48002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79" name="Freeform: Shape 178"/>
          <p:cNvSpPr/>
          <p:nvPr/>
        </p:nvSpPr>
        <p:spPr>
          <a:xfrm>
            <a:off x="4466880" y="4790880"/>
            <a:ext cx="1905480" cy="9720"/>
          </a:xfrm>
          <a:custGeom>
            <a:avLst/>
            <a:gdLst/>
            <a:ahLst/>
            <a:cxnLst/>
            <a:rect l="0" t="0" r="r" b="b"/>
            <a:pathLst>
              <a:path w="5293" h="27">
                <a:moveTo>
                  <a:pt x="0" y="0"/>
                </a:moveTo>
                <a:lnTo>
                  <a:pt x="5293" y="0"/>
                </a:lnTo>
                <a:lnTo>
                  <a:pt x="5293"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80" name="Freeform: Shape 179"/>
          <p:cNvSpPr/>
          <p:nvPr/>
        </p:nvSpPr>
        <p:spPr>
          <a:xfrm>
            <a:off x="6362640" y="48002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81" name="Freeform: Shape 180"/>
          <p:cNvSpPr/>
          <p:nvPr/>
        </p:nvSpPr>
        <p:spPr>
          <a:xfrm>
            <a:off x="6372000" y="4790880"/>
            <a:ext cx="1715040" cy="9720"/>
          </a:xfrm>
          <a:custGeom>
            <a:avLst/>
            <a:gdLst/>
            <a:ahLst/>
            <a:cxnLst/>
            <a:rect l="0" t="0" r="r" b="b"/>
            <a:pathLst>
              <a:path w="4764" h="27">
                <a:moveTo>
                  <a:pt x="0" y="0"/>
                </a:moveTo>
                <a:lnTo>
                  <a:pt x="4764" y="0"/>
                </a:lnTo>
                <a:lnTo>
                  <a:pt x="4764"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82" name="Freeform: Shape 181"/>
          <p:cNvSpPr/>
          <p:nvPr/>
        </p:nvSpPr>
        <p:spPr>
          <a:xfrm>
            <a:off x="8076960" y="4800240"/>
            <a:ext cx="10080" cy="743400"/>
          </a:xfrm>
          <a:custGeom>
            <a:avLst/>
            <a:gdLst/>
            <a:ahLst/>
            <a:cxnLst/>
            <a:rect l="0" t="0" r="r" b="b"/>
            <a:pathLst>
              <a:path w="28" h="2065">
                <a:moveTo>
                  <a:pt x="0" y="0"/>
                </a:moveTo>
                <a:lnTo>
                  <a:pt x="28" y="0"/>
                </a:lnTo>
                <a:lnTo>
                  <a:pt x="28"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83" name="Freeform: Shape 182"/>
          <p:cNvSpPr/>
          <p:nvPr/>
        </p:nvSpPr>
        <p:spPr>
          <a:xfrm>
            <a:off x="8086680" y="4790880"/>
            <a:ext cx="1714680" cy="9720"/>
          </a:xfrm>
          <a:custGeom>
            <a:avLst/>
            <a:gdLst/>
            <a:ahLst/>
            <a:cxnLst/>
            <a:rect l="0" t="0" r="r" b="b"/>
            <a:pathLst>
              <a:path w="4763" h="27">
                <a:moveTo>
                  <a:pt x="0" y="0"/>
                </a:moveTo>
                <a:lnTo>
                  <a:pt x="4763" y="0"/>
                </a:lnTo>
                <a:lnTo>
                  <a:pt x="4763"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84" name="Freeform: Shape 183"/>
          <p:cNvSpPr/>
          <p:nvPr/>
        </p:nvSpPr>
        <p:spPr>
          <a:xfrm>
            <a:off x="9791640" y="48002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85" name="Freeform: Shape 184"/>
          <p:cNvSpPr/>
          <p:nvPr/>
        </p:nvSpPr>
        <p:spPr>
          <a:xfrm>
            <a:off x="9801000" y="4790880"/>
            <a:ext cx="1648080" cy="9720"/>
          </a:xfrm>
          <a:custGeom>
            <a:avLst/>
            <a:gdLst/>
            <a:ahLst/>
            <a:cxnLst/>
            <a:rect l="0" t="0" r="r" b="b"/>
            <a:pathLst>
              <a:path w="4578" h="27">
                <a:moveTo>
                  <a:pt x="0" y="0"/>
                </a:moveTo>
                <a:lnTo>
                  <a:pt x="4578" y="0"/>
                </a:lnTo>
                <a:lnTo>
                  <a:pt x="4578"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86" name="Freeform: Shape 185"/>
          <p:cNvSpPr/>
          <p:nvPr/>
        </p:nvSpPr>
        <p:spPr>
          <a:xfrm>
            <a:off x="11439360" y="48002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87" name="Freeform: Shape 186"/>
          <p:cNvSpPr/>
          <p:nvPr/>
        </p:nvSpPr>
        <p:spPr>
          <a:xfrm>
            <a:off x="752400" y="5533920"/>
            <a:ext cx="1914840" cy="9720"/>
          </a:xfrm>
          <a:custGeom>
            <a:avLst/>
            <a:gdLst/>
            <a:ahLst/>
            <a:cxnLst/>
            <a:rect l="0" t="0" r="r" b="b"/>
            <a:pathLst>
              <a:path w="5319" h="27">
                <a:moveTo>
                  <a:pt x="0" y="0"/>
                </a:moveTo>
                <a:lnTo>
                  <a:pt x="5319" y="0"/>
                </a:lnTo>
                <a:lnTo>
                  <a:pt x="5319"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88" name="Freeform: Shape 187"/>
          <p:cNvSpPr/>
          <p:nvPr/>
        </p:nvSpPr>
        <p:spPr>
          <a:xfrm>
            <a:off x="2666880" y="5533920"/>
            <a:ext cx="1800360" cy="9720"/>
          </a:xfrm>
          <a:custGeom>
            <a:avLst/>
            <a:gdLst/>
            <a:ahLst/>
            <a:cxnLst/>
            <a:rect l="0" t="0" r="r" b="b"/>
            <a:pathLst>
              <a:path w="5001" h="27">
                <a:moveTo>
                  <a:pt x="0" y="0"/>
                </a:moveTo>
                <a:lnTo>
                  <a:pt x="5001" y="0"/>
                </a:lnTo>
                <a:lnTo>
                  <a:pt x="5001"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89" name="Freeform: Shape 188"/>
          <p:cNvSpPr/>
          <p:nvPr/>
        </p:nvSpPr>
        <p:spPr>
          <a:xfrm>
            <a:off x="4466880" y="5533920"/>
            <a:ext cx="1905480" cy="9720"/>
          </a:xfrm>
          <a:custGeom>
            <a:avLst/>
            <a:gdLst/>
            <a:ahLst/>
            <a:cxnLst/>
            <a:rect l="0" t="0" r="r" b="b"/>
            <a:pathLst>
              <a:path w="5293" h="27">
                <a:moveTo>
                  <a:pt x="0" y="0"/>
                </a:moveTo>
                <a:lnTo>
                  <a:pt x="5293" y="0"/>
                </a:lnTo>
                <a:lnTo>
                  <a:pt x="5293"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90" name="Freeform: Shape 189"/>
          <p:cNvSpPr/>
          <p:nvPr/>
        </p:nvSpPr>
        <p:spPr>
          <a:xfrm>
            <a:off x="6372000" y="5533920"/>
            <a:ext cx="1715040" cy="9720"/>
          </a:xfrm>
          <a:custGeom>
            <a:avLst/>
            <a:gdLst/>
            <a:ahLst/>
            <a:cxnLst/>
            <a:rect l="0" t="0" r="r" b="b"/>
            <a:pathLst>
              <a:path w="4764" h="27">
                <a:moveTo>
                  <a:pt x="0" y="0"/>
                </a:moveTo>
                <a:lnTo>
                  <a:pt x="4764" y="0"/>
                </a:lnTo>
                <a:lnTo>
                  <a:pt x="4764"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91" name="Freeform: Shape 190"/>
          <p:cNvSpPr/>
          <p:nvPr/>
        </p:nvSpPr>
        <p:spPr>
          <a:xfrm>
            <a:off x="8086680" y="5533920"/>
            <a:ext cx="1714680" cy="9720"/>
          </a:xfrm>
          <a:custGeom>
            <a:avLst/>
            <a:gdLst/>
            <a:ahLst/>
            <a:cxnLst/>
            <a:rect l="0" t="0" r="r" b="b"/>
            <a:pathLst>
              <a:path w="4763" h="27">
                <a:moveTo>
                  <a:pt x="0" y="0"/>
                </a:moveTo>
                <a:lnTo>
                  <a:pt x="4763" y="0"/>
                </a:lnTo>
                <a:lnTo>
                  <a:pt x="4763"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92" name="Freeform: Shape 191"/>
          <p:cNvSpPr/>
          <p:nvPr/>
        </p:nvSpPr>
        <p:spPr>
          <a:xfrm>
            <a:off x="9801000" y="5533920"/>
            <a:ext cx="1648080" cy="9720"/>
          </a:xfrm>
          <a:custGeom>
            <a:avLst/>
            <a:gdLst/>
            <a:ahLst/>
            <a:cxnLst/>
            <a:rect l="0" t="0" r="r" b="b"/>
            <a:pathLst>
              <a:path w="4578" h="27">
                <a:moveTo>
                  <a:pt x="0" y="0"/>
                </a:moveTo>
                <a:lnTo>
                  <a:pt x="4578" y="0"/>
                </a:lnTo>
                <a:lnTo>
                  <a:pt x="4578"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93" name="TextBox 192"/>
          <p:cNvSpPr txBox="1"/>
          <p:nvPr/>
        </p:nvSpPr>
        <p:spPr>
          <a:xfrm>
            <a:off x="747720" y="758520"/>
            <a:ext cx="7300080" cy="373680"/>
          </a:xfrm>
          <a:prstGeom prst="rect">
            <a:avLst/>
          </a:prstGeom>
          <a:noFill/>
          <a:ln w="0">
            <a:noFill/>
          </a:ln>
        </p:spPr>
        <p:txBody>
          <a:bodyPr wrap="none" lIns="0" tIns="0" rIns="0" bIns="0" anchor="t">
            <a:spAutoFit/>
          </a:bodyPr>
          <a:lstStyle/>
          <a:p>
            <a:r>
              <a:rPr lang="en-GB" sz="2420" b="0" u="none" strike="noStrike">
                <a:solidFill>
                  <a:srgbClr val="2F2F2F"/>
                </a:solidFill>
                <a:effectLst/>
                <a:uFillTx/>
                <a:latin typeface="Inter"/>
                <a:ea typeface="Inter"/>
              </a:rPr>
              <a:t>1.2 Relationships and Information/Visual Hierarchy</a:t>
            </a:r>
            <a:endParaRPr lang="en-GB" sz="2420" b="0" u="none" strike="noStrike">
              <a:solidFill>
                <a:srgbClr val="000000"/>
              </a:solidFill>
              <a:effectLst/>
              <a:uFillTx/>
              <a:latin typeface="Times New Roman"/>
            </a:endParaRPr>
          </a:p>
        </p:txBody>
      </p:sp>
      <p:sp>
        <p:nvSpPr>
          <p:cNvPr id="194" name="TextBox 193"/>
          <p:cNvSpPr txBox="1"/>
          <p:nvPr/>
        </p:nvSpPr>
        <p:spPr>
          <a:xfrm>
            <a:off x="747720" y="1374840"/>
            <a:ext cx="7747920" cy="293040"/>
          </a:xfrm>
          <a:prstGeom prst="rect">
            <a:avLst/>
          </a:prstGeom>
          <a:noFill/>
          <a:ln w="0">
            <a:noFill/>
          </a:ln>
        </p:spPr>
        <p:txBody>
          <a:bodyPr wrap="none" lIns="0" tIns="0" rIns="0" bIns="0" anchor="t">
            <a:spAutoFit/>
          </a:bodyPr>
          <a:lstStyle/>
          <a:p>
            <a:r>
              <a:rPr lang="en-GB" sz="1910" b="0" u="none" strike="noStrike">
                <a:solidFill>
                  <a:srgbClr val="2F2F2F"/>
                </a:solidFill>
                <a:effectLst/>
                <a:uFillTx/>
                <a:latin typeface="Inter"/>
                <a:ea typeface="Inter"/>
              </a:rPr>
              <a:t>1.2.1 Information Hierarchy vs Visual Hierarchy in the products table</a:t>
            </a:r>
            <a:endParaRPr lang="en-GB" sz="1910" b="0" u="none" strike="noStrike">
              <a:solidFill>
                <a:srgbClr val="000000"/>
              </a:solidFill>
              <a:effectLst/>
              <a:uFillTx/>
              <a:latin typeface="Times New Roman"/>
            </a:endParaRPr>
          </a:p>
        </p:txBody>
      </p:sp>
      <p:sp>
        <p:nvSpPr>
          <p:cNvPr id="195" name="TextBox 194"/>
          <p:cNvSpPr txBox="1"/>
          <p:nvPr/>
        </p:nvSpPr>
        <p:spPr>
          <a:xfrm>
            <a:off x="1353600" y="2082240"/>
            <a:ext cx="6930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Primary</a:t>
            </a:r>
            <a:endParaRPr lang="en-GB" sz="1500" b="0" u="none" strike="noStrike">
              <a:solidFill>
                <a:srgbClr val="000000"/>
              </a:solidFill>
              <a:effectLst/>
              <a:uFillTx/>
              <a:latin typeface="Times New Roman"/>
            </a:endParaRPr>
          </a:p>
        </p:txBody>
      </p:sp>
      <p:sp>
        <p:nvSpPr>
          <p:cNvPr id="196" name="TextBox 195"/>
          <p:cNvSpPr txBox="1"/>
          <p:nvPr/>
        </p:nvSpPr>
        <p:spPr>
          <a:xfrm>
            <a:off x="3070800" y="2082240"/>
            <a:ext cx="9720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Secondary</a:t>
            </a:r>
            <a:endParaRPr lang="en-GB" sz="1500" b="0" u="none" strike="noStrike">
              <a:solidFill>
                <a:srgbClr val="000000"/>
              </a:solidFill>
              <a:effectLst/>
              <a:uFillTx/>
              <a:latin typeface="Times New Roman"/>
            </a:endParaRPr>
          </a:p>
        </p:txBody>
      </p:sp>
      <p:sp>
        <p:nvSpPr>
          <p:cNvPr id="197" name="TextBox 196"/>
          <p:cNvSpPr txBox="1"/>
          <p:nvPr/>
        </p:nvSpPr>
        <p:spPr>
          <a:xfrm>
            <a:off x="4857840" y="1929960"/>
            <a:ext cx="1098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Relationship</a:t>
            </a:r>
            <a:endParaRPr lang="en-GB" sz="1500" b="0" u="none" strike="noStrike">
              <a:solidFill>
                <a:srgbClr val="000000"/>
              </a:solidFill>
              <a:effectLst/>
              <a:uFillTx/>
              <a:latin typeface="Times New Roman"/>
            </a:endParaRPr>
          </a:p>
        </p:txBody>
      </p:sp>
      <p:sp>
        <p:nvSpPr>
          <p:cNvPr id="198" name="TextBox 197"/>
          <p:cNvSpPr txBox="1"/>
          <p:nvPr/>
        </p:nvSpPr>
        <p:spPr>
          <a:xfrm>
            <a:off x="4944600" y="2234880"/>
            <a:ext cx="9316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within row</a:t>
            </a:r>
            <a:endParaRPr lang="en-GB" sz="1500" b="0" u="none" strike="noStrike">
              <a:solidFill>
                <a:srgbClr val="000000"/>
              </a:solidFill>
              <a:effectLst/>
              <a:uFillTx/>
              <a:latin typeface="Times New Roman"/>
            </a:endParaRPr>
          </a:p>
        </p:txBody>
      </p:sp>
      <p:sp>
        <p:nvSpPr>
          <p:cNvPr id="199" name="TextBox 198"/>
          <p:cNvSpPr txBox="1"/>
          <p:nvPr/>
        </p:nvSpPr>
        <p:spPr>
          <a:xfrm>
            <a:off x="6584760" y="2082240"/>
            <a:ext cx="1280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Info Heirarchy</a:t>
            </a:r>
            <a:endParaRPr lang="en-GB" sz="1500" b="0" u="none" strike="noStrike">
              <a:solidFill>
                <a:srgbClr val="000000"/>
              </a:solidFill>
              <a:effectLst/>
              <a:uFillTx/>
              <a:latin typeface="Times New Roman"/>
            </a:endParaRPr>
          </a:p>
        </p:txBody>
      </p:sp>
      <p:sp>
        <p:nvSpPr>
          <p:cNvPr id="200" name="TextBox 199"/>
          <p:cNvSpPr txBox="1"/>
          <p:nvPr/>
        </p:nvSpPr>
        <p:spPr>
          <a:xfrm>
            <a:off x="8657640" y="1929960"/>
            <a:ext cx="5446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Visual</a:t>
            </a:r>
            <a:endParaRPr lang="en-GB" sz="1500" b="0" u="none" strike="noStrike">
              <a:solidFill>
                <a:srgbClr val="000000"/>
              </a:solidFill>
              <a:effectLst/>
              <a:uFillTx/>
              <a:latin typeface="Times New Roman"/>
            </a:endParaRPr>
          </a:p>
        </p:txBody>
      </p:sp>
      <p:sp>
        <p:nvSpPr>
          <p:cNvPr id="201" name="TextBox 200"/>
          <p:cNvSpPr txBox="1"/>
          <p:nvPr/>
        </p:nvSpPr>
        <p:spPr>
          <a:xfrm>
            <a:off x="8497440" y="2234880"/>
            <a:ext cx="8784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Hierarchy</a:t>
            </a:r>
            <a:endParaRPr lang="en-GB" sz="1500" b="0" u="none" strike="noStrike">
              <a:solidFill>
                <a:srgbClr val="000000"/>
              </a:solidFill>
              <a:effectLst/>
              <a:uFillTx/>
              <a:latin typeface="Times New Roman"/>
            </a:endParaRPr>
          </a:p>
        </p:txBody>
      </p:sp>
      <p:sp>
        <p:nvSpPr>
          <p:cNvPr id="202" name="TextBox 201"/>
          <p:cNvSpPr txBox="1"/>
          <p:nvPr/>
        </p:nvSpPr>
        <p:spPr>
          <a:xfrm>
            <a:off x="9921600" y="2082240"/>
            <a:ext cx="785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Remarks</a:t>
            </a:r>
            <a:endParaRPr lang="en-GB" sz="1500" b="0" u="none" strike="noStrike">
              <a:solidFill>
                <a:srgbClr val="000000"/>
              </a:solidFill>
              <a:effectLst/>
              <a:uFillTx/>
              <a:latin typeface="Times New Roman"/>
            </a:endParaRPr>
          </a:p>
        </p:txBody>
      </p:sp>
      <p:sp>
        <p:nvSpPr>
          <p:cNvPr id="203" name="TextBox 202"/>
          <p:cNvSpPr txBox="1"/>
          <p:nvPr/>
        </p:nvSpPr>
        <p:spPr>
          <a:xfrm>
            <a:off x="1404360" y="2977560"/>
            <a:ext cx="62424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Bundle</a:t>
            </a:r>
            <a:endParaRPr lang="en-GB" sz="1500" b="0" u="none" strike="noStrike" dirty="0">
              <a:solidFill>
                <a:srgbClr val="000000"/>
              </a:solidFill>
              <a:effectLst/>
              <a:uFillTx/>
              <a:latin typeface="Times New Roman"/>
            </a:endParaRPr>
          </a:p>
        </p:txBody>
      </p:sp>
      <p:sp>
        <p:nvSpPr>
          <p:cNvPr id="204" name="TextBox 203"/>
          <p:cNvSpPr txBox="1"/>
          <p:nvPr/>
        </p:nvSpPr>
        <p:spPr>
          <a:xfrm>
            <a:off x="3500280" y="297756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205" name="Freeform: Shape 204"/>
          <p:cNvSpPr/>
          <p:nvPr/>
        </p:nvSpPr>
        <p:spPr>
          <a:xfrm>
            <a:off x="6771960" y="2990520"/>
            <a:ext cx="191160" cy="191160"/>
          </a:xfrm>
          <a:custGeom>
            <a:avLst/>
            <a:gdLst/>
            <a:ahLst/>
            <a:cxnLst/>
            <a:rect l="0" t="0" r="r" b="b"/>
            <a:pathLst>
              <a:path w="531" h="531">
                <a:moveTo>
                  <a:pt x="236" y="30"/>
                </a:moveTo>
                <a:cubicBezTo>
                  <a:pt x="236" y="30"/>
                  <a:pt x="236" y="0"/>
                  <a:pt x="265" y="0"/>
                </a:cubicBezTo>
                <a:cubicBezTo>
                  <a:pt x="294" y="0"/>
                  <a:pt x="294" y="30"/>
                  <a:pt x="294" y="30"/>
                </a:cubicBezTo>
                <a:lnTo>
                  <a:pt x="294" y="59"/>
                </a:lnTo>
                <a:cubicBezTo>
                  <a:pt x="294" y="59"/>
                  <a:pt x="294" y="89"/>
                  <a:pt x="265" y="89"/>
                </a:cubicBezTo>
                <a:cubicBezTo>
                  <a:pt x="236" y="89"/>
                  <a:pt x="236" y="59"/>
                  <a:pt x="236" y="59"/>
                </a:cubicBezTo>
                <a:lnTo>
                  <a:pt x="236" y="30"/>
                </a:lnTo>
                <a:moveTo>
                  <a:pt x="501" y="236"/>
                </a:moveTo>
                <a:cubicBezTo>
                  <a:pt x="501" y="236"/>
                  <a:pt x="531" y="236"/>
                  <a:pt x="531" y="265"/>
                </a:cubicBezTo>
                <a:cubicBezTo>
                  <a:pt x="531" y="294"/>
                  <a:pt x="501" y="294"/>
                  <a:pt x="501" y="294"/>
                </a:cubicBezTo>
                <a:lnTo>
                  <a:pt x="471" y="294"/>
                </a:lnTo>
                <a:cubicBezTo>
                  <a:pt x="471" y="294"/>
                  <a:pt x="441" y="294"/>
                  <a:pt x="441" y="265"/>
                </a:cubicBezTo>
                <a:cubicBezTo>
                  <a:pt x="441" y="236"/>
                  <a:pt x="471" y="236"/>
                  <a:pt x="471" y="236"/>
                </a:cubicBezTo>
                <a:lnTo>
                  <a:pt x="501" y="236"/>
                </a:lnTo>
                <a:moveTo>
                  <a:pt x="59" y="236"/>
                </a:moveTo>
                <a:cubicBezTo>
                  <a:pt x="59" y="236"/>
                  <a:pt x="89" y="236"/>
                  <a:pt x="89" y="265"/>
                </a:cubicBezTo>
                <a:cubicBezTo>
                  <a:pt x="89" y="294"/>
                  <a:pt x="59" y="294"/>
                  <a:pt x="59" y="294"/>
                </a:cubicBezTo>
                <a:lnTo>
                  <a:pt x="30" y="294"/>
                </a:lnTo>
                <a:cubicBezTo>
                  <a:pt x="30" y="294"/>
                  <a:pt x="0" y="294"/>
                  <a:pt x="0" y="265"/>
                </a:cubicBezTo>
                <a:cubicBezTo>
                  <a:pt x="0" y="236"/>
                  <a:pt x="30" y="236"/>
                  <a:pt x="30" y="236"/>
                </a:cubicBezTo>
                <a:lnTo>
                  <a:pt x="59" y="236"/>
                </a:lnTo>
                <a:moveTo>
                  <a:pt x="134" y="108"/>
                </a:moveTo>
                <a:cubicBezTo>
                  <a:pt x="134" y="108"/>
                  <a:pt x="155" y="128"/>
                  <a:pt x="134" y="149"/>
                </a:cubicBezTo>
                <a:cubicBezTo>
                  <a:pt x="114" y="170"/>
                  <a:pt x="93" y="149"/>
                  <a:pt x="93" y="149"/>
                </a:cubicBezTo>
                <a:lnTo>
                  <a:pt x="72" y="128"/>
                </a:lnTo>
                <a:cubicBezTo>
                  <a:pt x="72" y="128"/>
                  <a:pt x="51" y="108"/>
                  <a:pt x="72" y="87"/>
                </a:cubicBezTo>
                <a:cubicBezTo>
                  <a:pt x="93" y="66"/>
                  <a:pt x="114" y="87"/>
                  <a:pt x="114" y="87"/>
                </a:cubicBezTo>
                <a:lnTo>
                  <a:pt x="134" y="108"/>
                </a:lnTo>
                <a:moveTo>
                  <a:pt x="443" y="416"/>
                </a:moveTo>
                <a:cubicBezTo>
                  <a:pt x="443" y="416"/>
                  <a:pt x="464" y="438"/>
                  <a:pt x="443" y="459"/>
                </a:cubicBezTo>
                <a:cubicBezTo>
                  <a:pt x="422" y="480"/>
                  <a:pt x="402" y="459"/>
                  <a:pt x="402" y="459"/>
                </a:cubicBezTo>
                <a:lnTo>
                  <a:pt x="381" y="438"/>
                </a:lnTo>
                <a:cubicBezTo>
                  <a:pt x="381" y="438"/>
                  <a:pt x="360" y="416"/>
                  <a:pt x="381" y="396"/>
                </a:cubicBezTo>
                <a:cubicBezTo>
                  <a:pt x="402" y="375"/>
                  <a:pt x="422" y="396"/>
                  <a:pt x="422" y="396"/>
                </a:cubicBezTo>
                <a:lnTo>
                  <a:pt x="443" y="416"/>
                </a:lnTo>
                <a:moveTo>
                  <a:pt x="437" y="149"/>
                </a:moveTo>
                <a:cubicBezTo>
                  <a:pt x="437" y="149"/>
                  <a:pt x="416" y="170"/>
                  <a:pt x="395" y="149"/>
                </a:cubicBezTo>
                <a:cubicBezTo>
                  <a:pt x="375" y="128"/>
                  <a:pt x="395" y="108"/>
                  <a:pt x="395" y="108"/>
                </a:cubicBezTo>
                <a:lnTo>
                  <a:pt x="416" y="87"/>
                </a:lnTo>
                <a:cubicBezTo>
                  <a:pt x="416" y="87"/>
                  <a:pt x="437" y="66"/>
                  <a:pt x="458" y="87"/>
                </a:cubicBezTo>
                <a:cubicBezTo>
                  <a:pt x="479" y="108"/>
                  <a:pt x="458" y="128"/>
                  <a:pt x="458" y="128"/>
                </a:cubicBezTo>
                <a:lnTo>
                  <a:pt x="437" y="149"/>
                </a:lnTo>
                <a:moveTo>
                  <a:pt x="128" y="459"/>
                </a:moveTo>
                <a:cubicBezTo>
                  <a:pt x="128" y="459"/>
                  <a:pt x="108" y="480"/>
                  <a:pt x="87" y="459"/>
                </a:cubicBezTo>
                <a:cubicBezTo>
                  <a:pt x="66" y="438"/>
                  <a:pt x="87" y="416"/>
                  <a:pt x="87" y="416"/>
                </a:cubicBezTo>
                <a:lnTo>
                  <a:pt x="108" y="396"/>
                </a:lnTo>
                <a:cubicBezTo>
                  <a:pt x="108" y="396"/>
                  <a:pt x="128" y="375"/>
                  <a:pt x="149" y="396"/>
                </a:cubicBezTo>
                <a:cubicBezTo>
                  <a:pt x="170" y="416"/>
                  <a:pt x="149" y="438"/>
                  <a:pt x="149" y="438"/>
                </a:cubicBezTo>
                <a:lnTo>
                  <a:pt x="128" y="459"/>
                </a:lnTo>
                <a:moveTo>
                  <a:pt x="236" y="472"/>
                </a:moveTo>
                <a:cubicBezTo>
                  <a:pt x="236" y="472"/>
                  <a:pt x="236" y="442"/>
                  <a:pt x="265" y="442"/>
                </a:cubicBezTo>
                <a:cubicBezTo>
                  <a:pt x="294" y="442"/>
                  <a:pt x="294" y="472"/>
                  <a:pt x="294" y="472"/>
                </a:cubicBezTo>
                <a:lnTo>
                  <a:pt x="294" y="501"/>
                </a:lnTo>
                <a:cubicBezTo>
                  <a:pt x="294" y="501"/>
                  <a:pt x="294" y="531"/>
                  <a:pt x="265" y="531"/>
                </a:cubicBezTo>
                <a:cubicBezTo>
                  <a:pt x="236" y="531"/>
                  <a:pt x="236" y="501"/>
                  <a:pt x="236" y="501"/>
                </a:cubicBezTo>
                <a:lnTo>
                  <a:pt x="236" y="472"/>
                </a:ln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6" name="Freeform: Shape 205"/>
          <p:cNvSpPr/>
          <p:nvPr/>
        </p:nvSpPr>
        <p:spPr>
          <a:xfrm>
            <a:off x="6814440" y="3033000"/>
            <a:ext cx="106200" cy="106200"/>
          </a:xfrm>
          <a:custGeom>
            <a:avLst/>
            <a:gdLst/>
            <a:ahLst/>
            <a:cxnLst/>
            <a:rect l="0" t="0" r="r" b="b"/>
            <a:pathLst>
              <a:path w="295" h="295">
                <a:moveTo>
                  <a:pt x="295" y="147"/>
                </a:moveTo>
                <a:cubicBezTo>
                  <a:pt x="295" y="157"/>
                  <a:pt x="294" y="166"/>
                  <a:pt x="292" y="176"/>
                </a:cubicBezTo>
                <a:cubicBezTo>
                  <a:pt x="290" y="185"/>
                  <a:pt x="287" y="194"/>
                  <a:pt x="284" y="203"/>
                </a:cubicBezTo>
                <a:cubicBezTo>
                  <a:pt x="280" y="212"/>
                  <a:pt x="276" y="222"/>
                  <a:pt x="270" y="230"/>
                </a:cubicBezTo>
                <a:cubicBezTo>
                  <a:pt x="265" y="238"/>
                  <a:pt x="258" y="245"/>
                  <a:pt x="251" y="252"/>
                </a:cubicBezTo>
                <a:cubicBezTo>
                  <a:pt x="244" y="259"/>
                  <a:pt x="237" y="265"/>
                  <a:pt x="229" y="270"/>
                </a:cubicBezTo>
                <a:cubicBezTo>
                  <a:pt x="221" y="276"/>
                  <a:pt x="212" y="280"/>
                  <a:pt x="203" y="284"/>
                </a:cubicBezTo>
                <a:cubicBezTo>
                  <a:pt x="194" y="287"/>
                  <a:pt x="185" y="290"/>
                  <a:pt x="176" y="292"/>
                </a:cubicBezTo>
                <a:cubicBezTo>
                  <a:pt x="166" y="294"/>
                  <a:pt x="157" y="295"/>
                  <a:pt x="147" y="295"/>
                </a:cubicBezTo>
                <a:cubicBezTo>
                  <a:pt x="137" y="295"/>
                  <a:pt x="128" y="294"/>
                  <a:pt x="118" y="292"/>
                </a:cubicBezTo>
                <a:cubicBezTo>
                  <a:pt x="109" y="290"/>
                  <a:pt x="100" y="287"/>
                  <a:pt x="91" y="284"/>
                </a:cubicBezTo>
                <a:cubicBezTo>
                  <a:pt x="82" y="280"/>
                  <a:pt x="73" y="276"/>
                  <a:pt x="65" y="270"/>
                </a:cubicBezTo>
                <a:cubicBezTo>
                  <a:pt x="57" y="265"/>
                  <a:pt x="50" y="259"/>
                  <a:pt x="43" y="252"/>
                </a:cubicBezTo>
                <a:cubicBezTo>
                  <a:pt x="36" y="245"/>
                  <a:pt x="30" y="238"/>
                  <a:pt x="25" y="230"/>
                </a:cubicBezTo>
                <a:cubicBezTo>
                  <a:pt x="19" y="222"/>
                  <a:pt x="15" y="212"/>
                  <a:pt x="11" y="203"/>
                </a:cubicBezTo>
                <a:cubicBezTo>
                  <a:pt x="7" y="194"/>
                  <a:pt x="5" y="185"/>
                  <a:pt x="3" y="176"/>
                </a:cubicBezTo>
                <a:cubicBezTo>
                  <a:pt x="1" y="166"/>
                  <a:pt x="0" y="157"/>
                  <a:pt x="0" y="147"/>
                </a:cubicBezTo>
                <a:cubicBezTo>
                  <a:pt x="0" y="137"/>
                  <a:pt x="1" y="128"/>
                  <a:pt x="3" y="118"/>
                </a:cubicBezTo>
                <a:cubicBezTo>
                  <a:pt x="5" y="109"/>
                  <a:pt x="7" y="100"/>
                  <a:pt x="11" y="91"/>
                </a:cubicBezTo>
                <a:cubicBezTo>
                  <a:pt x="15" y="82"/>
                  <a:pt x="19" y="73"/>
                  <a:pt x="25" y="65"/>
                </a:cubicBezTo>
                <a:cubicBezTo>
                  <a:pt x="30" y="57"/>
                  <a:pt x="36" y="50"/>
                  <a:pt x="43" y="43"/>
                </a:cubicBezTo>
                <a:cubicBezTo>
                  <a:pt x="50" y="36"/>
                  <a:pt x="57" y="30"/>
                  <a:pt x="65" y="25"/>
                </a:cubicBezTo>
                <a:cubicBezTo>
                  <a:pt x="73" y="19"/>
                  <a:pt x="82" y="15"/>
                  <a:pt x="91" y="11"/>
                </a:cubicBezTo>
                <a:cubicBezTo>
                  <a:pt x="100" y="8"/>
                  <a:pt x="109" y="5"/>
                  <a:pt x="118" y="3"/>
                </a:cubicBezTo>
                <a:cubicBezTo>
                  <a:pt x="128" y="1"/>
                  <a:pt x="137" y="0"/>
                  <a:pt x="147" y="0"/>
                </a:cubicBezTo>
                <a:cubicBezTo>
                  <a:pt x="157" y="0"/>
                  <a:pt x="166" y="1"/>
                  <a:pt x="176" y="3"/>
                </a:cubicBezTo>
                <a:cubicBezTo>
                  <a:pt x="185" y="5"/>
                  <a:pt x="194" y="8"/>
                  <a:pt x="203" y="11"/>
                </a:cubicBezTo>
                <a:cubicBezTo>
                  <a:pt x="212" y="15"/>
                  <a:pt x="221" y="19"/>
                  <a:pt x="229" y="25"/>
                </a:cubicBezTo>
                <a:cubicBezTo>
                  <a:pt x="237" y="30"/>
                  <a:pt x="244" y="36"/>
                  <a:pt x="251" y="43"/>
                </a:cubicBezTo>
                <a:cubicBezTo>
                  <a:pt x="258" y="50"/>
                  <a:pt x="265" y="57"/>
                  <a:pt x="270" y="65"/>
                </a:cubicBezTo>
                <a:cubicBezTo>
                  <a:pt x="276" y="73"/>
                  <a:pt x="280" y="82"/>
                  <a:pt x="284" y="91"/>
                </a:cubicBezTo>
                <a:cubicBezTo>
                  <a:pt x="287" y="100"/>
                  <a:pt x="290" y="109"/>
                  <a:pt x="292" y="118"/>
                </a:cubicBezTo>
                <a:cubicBezTo>
                  <a:pt x="294" y="128"/>
                  <a:pt x="295" y="137"/>
                  <a:pt x="295" y="147"/>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7" name="TextBox 206"/>
          <p:cNvSpPr txBox="1"/>
          <p:nvPr/>
        </p:nvSpPr>
        <p:spPr>
          <a:xfrm>
            <a:off x="5351400" y="297756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208" name="Freeform: Shape 207"/>
          <p:cNvSpPr/>
          <p:nvPr/>
        </p:nvSpPr>
        <p:spPr>
          <a:xfrm>
            <a:off x="8486640" y="2990520"/>
            <a:ext cx="190800" cy="191160"/>
          </a:xfrm>
          <a:custGeom>
            <a:avLst/>
            <a:gdLst/>
            <a:ahLst/>
            <a:cxnLst/>
            <a:rect l="0" t="0" r="r" b="b"/>
            <a:pathLst>
              <a:path w="530" h="531">
                <a:moveTo>
                  <a:pt x="235" y="30"/>
                </a:moveTo>
                <a:cubicBezTo>
                  <a:pt x="235" y="30"/>
                  <a:pt x="235" y="0"/>
                  <a:pt x="264" y="0"/>
                </a:cubicBezTo>
                <a:cubicBezTo>
                  <a:pt x="294" y="0"/>
                  <a:pt x="294" y="30"/>
                  <a:pt x="294" y="30"/>
                </a:cubicBezTo>
                <a:lnTo>
                  <a:pt x="294" y="59"/>
                </a:lnTo>
                <a:cubicBezTo>
                  <a:pt x="294" y="59"/>
                  <a:pt x="294" y="89"/>
                  <a:pt x="264" y="89"/>
                </a:cubicBezTo>
                <a:cubicBezTo>
                  <a:pt x="235" y="89"/>
                  <a:pt x="235" y="59"/>
                  <a:pt x="235" y="59"/>
                </a:cubicBezTo>
                <a:lnTo>
                  <a:pt x="235" y="30"/>
                </a:lnTo>
                <a:moveTo>
                  <a:pt x="501" y="236"/>
                </a:moveTo>
                <a:cubicBezTo>
                  <a:pt x="501" y="236"/>
                  <a:pt x="530" y="236"/>
                  <a:pt x="530" y="265"/>
                </a:cubicBezTo>
                <a:cubicBezTo>
                  <a:pt x="530" y="294"/>
                  <a:pt x="501" y="294"/>
                  <a:pt x="501" y="294"/>
                </a:cubicBezTo>
                <a:lnTo>
                  <a:pt x="470" y="294"/>
                </a:lnTo>
                <a:cubicBezTo>
                  <a:pt x="470" y="294"/>
                  <a:pt x="441" y="294"/>
                  <a:pt x="441" y="265"/>
                </a:cubicBezTo>
                <a:cubicBezTo>
                  <a:pt x="441" y="236"/>
                  <a:pt x="470" y="236"/>
                  <a:pt x="470" y="236"/>
                </a:cubicBezTo>
                <a:lnTo>
                  <a:pt x="501" y="236"/>
                </a:lnTo>
                <a:moveTo>
                  <a:pt x="59" y="236"/>
                </a:moveTo>
                <a:cubicBezTo>
                  <a:pt x="59" y="236"/>
                  <a:pt x="88" y="236"/>
                  <a:pt x="88" y="265"/>
                </a:cubicBezTo>
                <a:cubicBezTo>
                  <a:pt x="88" y="294"/>
                  <a:pt x="59" y="294"/>
                  <a:pt x="59" y="294"/>
                </a:cubicBezTo>
                <a:lnTo>
                  <a:pt x="29" y="294"/>
                </a:lnTo>
                <a:cubicBezTo>
                  <a:pt x="29" y="294"/>
                  <a:pt x="0" y="294"/>
                  <a:pt x="0" y="265"/>
                </a:cubicBezTo>
                <a:cubicBezTo>
                  <a:pt x="0" y="236"/>
                  <a:pt x="29" y="236"/>
                  <a:pt x="29" y="236"/>
                </a:cubicBezTo>
                <a:lnTo>
                  <a:pt x="59" y="236"/>
                </a:lnTo>
                <a:moveTo>
                  <a:pt x="134" y="108"/>
                </a:moveTo>
                <a:cubicBezTo>
                  <a:pt x="134" y="108"/>
                  <a:pt x="155" y="128"/>
                  <a:pt x="134" y="149"/>
                </a:cubicBezTo>
                <a:cubicBezTo>
                  <a:pt x="113" y="170"/>
                  <a:pt x="92" y="149"/>
                  <a:pt x="92" y="149"/>
                </a:cubicBezTo>
                <a:lnTo>
                  <a:pt x="72" y="128"/>
                </a:lnTo>
                <a:cubicBezTo>
                  <a:pt x="72" y="128"/>
                  <a:pt x="51" y="108"/>
                  <a:pt x="72" y="87"/>
                </a:cubicBezTo>
                <a:cubicBezTo>
                  <a:pt x="92" y="66"/>
                  <a:pt x="113" y="87"/>
                  <a:pt x="113" y="87"/>
                </a:cubicBezTo>
                <a:lnTo>
                  <a:pt x="134" y="108"/>
                </a:lnTo>
                <a:moveTo>
                  <a:pt x="443" y="416"/>
                </a:moveTo>
                <a:cubicBezTo>
                  <a:pt x="443" y="416"/>
                  <a:pt x="463" y="438"/>
                  <a:pt x="443" y="459"/>
                </a:cubicBezTo>
                <a:cubicBezTo>
                  <a:pt x="422" y="480"/>
                  <a:pt x="401" y="459"/>
                  <a:pt x="401" y="459"/>
                </a:cubicBezTo>
                <a:lnTo>
                  <a:pt x="380" y="438"/>
                </a:lnTo>
                <a:cubicBezTo>
                  <a:pt x="380" y="438"/>
                  <a:pt x="359" y="416"/>
                  <a:pt x="380" y="396"/>
                </a:cubicBezTo>
                <a:cubicBezTo>
                  <a:pt x="401" y="375"/>
                  <a:pt x="422" y="396"/>
                  <a:pt x="422" y="396"/>
                </a:cubicBezTo>
                <a:lnTo>
                  <a:pt x="443" y="416"/>
                </a:lnTo>
                <a:moveTo>
                  <a:pt x="437" y="149"/>
                </a:moveTo>
                <a:cubicBezTo>
                  <a:pt x="437" y="149"/>
                  <a:pt x="416" y="170"/>
                  <a:pt x="395" y="149"/>
                </a:cubicBezTo>
                <a:cubicBezTo>
                  <a:pt x="374" y="128"/>
                  <a:pt x="395" y="108"/>
                  <a:pt x="395" y="108"/>
                </a:cubicBezTo>
                <a:lnTo>
                  <a:pt x="416" y="87"/>
                </a:lnTo>
                <a:cubicBezTo>
                  <a:pt x="416" y="87"/>
                  <a:pt x="437" y="66"/>
                  <a:pt x="457" y="87"/>
                </a:cubicBezTo>
                <a:cubicBezTo>
                  <a:pt x="478" y="108"/>
                  <a:pt x="457" y="128"/>
                  <a:pt x="457" y="128"/>
                </a:cubicBezTo>
                <a:lnTo>
                  <a:pt x="437" y="149"/>
                </a:lnTo>
                <a:moveTo>
                  <a:pt x="128" y="459"/>
                </a:moveTo>
                <a:cubicBezTo>
                  <a:pt x="128" y="459"/>
                  <a:pt x="107" y="480"/>
                  <a:pt x="86" y="459"/>
                </a:cubicBezTo>
                <a:cubicBezTo>
                  <a:pt x="66" y="438"/>
                  <a:pt x="86" y="416"/>
                  <a:pt x="86" y="416"/>
                </a:cubicBezTo>
                <a:lnTo>
                  <a:pt x="107" y="396"/>
                </a:lnTo>
                <a:cubicBezTo>
                  <a:pt x="107" y="396"/>
                  <a:pt x="128" y="375"/>
                  <a:pt x="149" y="396"/>
                </a:cubicBezTo>
                <a:cubicBezTo>
                  <a:pt x="169" y="416"/>
                  <a:pt x="149" y="438"/>
                  <a:pt x="149" y="438"/>
                </a:cubicBezTo>
                <a:lnTo>
                  <a:pt x="128" y="459"/>
                </a:lnTo>
                <a:moveTo>
                  <a:pt x="235" y="472"/>
                </a:moveTo>
                <a:cubicBezTo>
                  <a:pt x="235" y="472"/>
                  <a:pt x="235" y="442"/>
                  <a:pt x="264" y="442"/>
                </a:cubicBezTo>
                <a:cubicBezTo>
                  <a:pt x="294" y="442"/>
                  <a:pt x="294" y="472"/>
                  <a:pt x="294" y="472"/>
                </a:cubicBezTo>
                <a:lnTo>
                  <a:pt x="294" y="501"/>
                </a:lnTo>
                <a:cubicBezTo>
                  <a:pt x="294" y="501"/>
                  <a:pt x="294" y="531"/>
                  <a:pt x="264" y="531"/>
                </a:cubicBezTo>
                <a:cubicBezTo>
                  <a:pt x="235" y="531"/>
                  <a:pt x="235" y="501"/>
                  <a:pt x="235" y="501"/>
                </a:cubicBezTo>
                <a:lnTo>
                  <a:pt x="235" y="472"/>
                </a:ln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9" name="Freeform: Shape 208"/>
          <p:cNvSpPr/>
          <p:nvPr/>
        </p:nvSpPr>
        <p:spPr>
          <a:xfrm>
            <a:off x="8528760" y="3033000"/>
            <a:ext cx="106200" cy="106200"/>
          </a:xfrm>
          <a:custGeom>
            <a:avLst/>
            <a:gdLst/>
            <a:ahLst/>
            <a:cxnLst/>
            <a:rect l="0" t="0" r="r" b="b"/>
            <a:pathLst>
              <a:path w="295" h="295">
                <a:moveTo>
                  <a:pt x="295" y="147"/>
                </a:moveTo>
                <a:cubicBezTo>
                  <a:pt x="295" y="157"/>
                  <a:pt x="295" y="166"/>
                  <a:pt x="293" y="176"/>
                </a:cubicBezTo>
                <a:cubicBezTo>
                  <a:pt x="291" y="185"/>
                  <a:pt x="288" y="194"/>
                  <a:pt x="284" y="203"/>
                </a:cubicBezTo>
                <a:cubicBezTo>
                  <a:pt x="281" y="212"/>
                  <a:pt x="276" y="222"/>
                  <a:pt x="271" y="230"/>
                </a:cubicBezTo>
                <a:cubicBezTo>
                  <a:pt x="265" y="238"/>
                  <a:pt x="259" y="245"/>
                  <a:pt x="252" y="252"/>
                </a:cubicBezTo>
                <a:cubicBezTo>
                  <a:pt x="246" y="259"/>
                  <a:pt x="238" y="265"/>
                  <a:pt x="230" y="270"/>
                </a:cubicBezTo>
                <a:cubicBezTo>
                  <a:pt x="222" y="276"/>
                  <a:pt x="214" y="280"/>
                  <a:pt x="205" y="284"/>
                </a:cubicBezTo>
                <a:cubicBezTo>
                  <a:pt x="196" y="287"/>
                  <a:pt x="186" y="290"/>
                  <a:pt x="176" y="292"/>
                </a:cubicBezTo>
                <a:cubicBezTo>
                  <a:pt x="167" y="294"/>
                  <a:pt x="157" y="295"/>
                  <a:pt x="147" y="295"/>
                </a:cubicBezTo>
                <a:cubicBezTo>
                  <a:pt x="138" y="295"/>
                  <a:pt x="128" y="294"/>
                  <a:pt x="119" y="292"/>
                </a:cubicBezTo>
                <a:cubicBezTo>
                  <a:pt x="109" y="290"/>
                  <a:pt x="100" y="287"/>
                  <a:pt x="91" y="284"/>
                </a:cubicBezTo>
                <a:cubicBezTo>
                  <a:pt x="82" y="280"/>
                  <a:pt x="74" y="276"/>
                  <a:pt x="66" y="270"/>
                </a:cubicBezTo>
                <a:cubicBezTo>
                  <a:pt x="58" y="265"/>
                  <a:pt x="50" y="259"/>
                  <a:pt x="44" y="252"/>
                </a:cubicBezTo>
                <a:cubicBezTo>
                  <a:pt x="37" y="245"/>
                  <a:pt x="31" y="238"/>
                  <a:pt x="25" y="230"/>
                </a:cubicBezTo>
                <a:cubicBezTo>
                  <a:pt x="20" y="222"/>
                  <a:pt x="15" y="212"/>
                  <a:pt x="12" y="203"/>
                </a:cubicBezTo>
                <a:cubicBezTo>
                  <a:pt x="8" y="194"/>
                  <a:pt x="5" y="185"/>
                  <a:pt x="3" y="176"/>
                </a:cubicBezTo>
                <a:cubicBezTo>
                  <a:pt x="1" y="166"/>
                  <a:pt x="0" y="157"/>
                  <a:pt x="0" y="147"/>
                </a:cubicBezTo>
                <a:cubicBezTo>
                  <a:pt x="0" y="137"/>
                  <a:pt x="1" y="128"/>
                  <a:pt x="3" y="118"/>
                </a:cubicBezTo>
                <a:cubicBezTo>
                  <a:pt x="5" y="109"/>
                  <a:pt x="8" y="100"/>
                  <a:pt x="12" y="91"/>
                </a:cubicBezTo>
                <a:cubicBezTo>
                  <a:pt x="15" y="82"/>
                  <a:pt x="20" y="73"/>
                  <a:pt x="25" y="65"/>
                </a:cubicBezTo>
                <a:cubicBezTo>
                  <a:pt x="31" y="57"/>
                  <a:pt x="37" y="50"/>
                  <a:pt x="44" y="43"/>
                </a:cubicBezTo>
                <a:cubicBezTo>
                  <a:pt x="50" y="36"/>
                  <a:pt x="58" y="30"/>
                  <a:pt x="66" y="25"/>
                </a:cubicBezTo>
                <a:cubicBezTo>
                  <a:pt x="74" y="19"/>
                  <a:pt x="82" y="15"/>
                  <a:pt x="91" y="11"/>
                </a:cubicBezTo>
                <a:cubicBezTo>
                  <a:pt x="100" y="8"/>
                  <a:pt x="109" y="5"/>
                  <a:pt x="119" y="3"/>
                </a:cubicBezTo>
                <a:cubicBezTo>
                  <a:pt x="128" y="1"/>
                  <a:pt x="138" y="0"/>
                  <a:pt x="147" y="0"/>
                </a:cubicBezTo>
                <a:cubicBezTo>
                  <a:pt x="157" y="0"/>
                  <a:pt x="167" y="1"/>
                  <a:pt x="176" y="3"/>
                </a:cubicBezTo>
                <a:cubicBezTo>
                  <a:pt x="186" y="5"/>
                  <a:pt x="196" y="8"/>
                  <a:pt x="205" y="11"/>
                </a:cubicBezTo>
                <a:cubicBezTo>
                  <a:pt x="214" y="15"/>
                  <a:pt x="222" y="19"/>
                  <a:pt x="230" y="25"/>
                </a:cubicBezTo>
                <a:cubicBezTo>
                  <a:pt x="238" y="30"/>
                  <a:pt x="246" y="36"/>
                  <a:pt x="252" y="43"/>
                </a:cubicBezTo>
                <a:cubicBezTo>
                  <a:pt x="259" y="50"/>
                  <a:pt x="265" y="57"/>
                  <a:pt x="271" y="65"/>
                </a:cubicBezTo>
                <a:cubicBezTo>
                  <a:pt x="276" y="73"/>
                  <a:pt x="281" y="82"/>
                  <a:pt x="284" y="91"/>
                </a:cubicBezTo>
                <a:cubicBezTo>
                  <a:pt x="288" y="100"/>
                  <a:pt x="291" y="109"/>
                  <a:pt x="293" y="118"/>
                </a:cubicBezTo>
                <a:cubicBezTo>
                  <a:pt x="295" y="128"/>
                  <a:pt x="295" y="137"/>
                  <a:pt x="295" y="147"/>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0" name="TextBox 209"/>
          <p:cNvSpPr txBox="1"/>
          <p:nvPr/>
        </p:nvSpPr>
        <p:spPr>
          <a:xfrm>
            <a:off x="6974280" y="2977560"/>
            <a:ext cx="7455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Highest</a:t>
            </a:r>
            <a:endParaRPr lang="en-GB" sz="1500" b="0" u="none" strike="noStrike">
              <a:solidFill>
                <a:srgbClr val="000000"/>
              </a:solidFill>
              <a:effectLst/>
              <a:uFillTx/>
              <a:latin typeface="Times New Roman"/>
            </a:endParaRPr>
          </a:p>
        </p:txBody>
      </p:sp>
      <p:sp>
        <p:nvSpPr>
          <p:cNvPr id="211" name="Freeform: Shape 210"/>
          <p:cNvSpPr/>
          <p:nvPr/>
        </p:nvSpPr>
        <p:spPr>
          <a:xfrm>
            <a:off x="9943920" y="268596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12" name="Freeform: Shape 211"/>
          <p:cNvSpPr/>
          <p:nvPr/>
        </p:nvSpPr>
        <p:spPr>
          <a:xfrm>
            <a:off x="9981000" y="2723040"/>
            <a:ext cx="116640" cy="116640"/>
          </a:xfrm>
          <a:custGeom>
            <a:avLst/>
            <a:gdLst/>
            <a:ahLst/>
            <a:cxnLst/>
            <a:rect l="0" t="0" r="r" b="b"/>
            <a:pathLst>
              <a:path w="324" h="324">
                <a:moveTo>
                  <a:pt x="221" y="324"/>
                </a:moveTo>
                <a:lnTo>
                  <a:pt x="221" y="192"/>
                </a:lnTo>
                <a:lnTo>
                  <a:pt x="324" y="192"/>
                </a:lnTo>
                <a:lnTo>
                  <a:pt x="162" y="0"/>
                </a:lnTo>
                <a:lnTo>
                  <a:pt x="0" y="192"/>
                </a:lnTo>
                <a:lnTo>
                  <a:pt x="103" y="192"/>
                </a:lnTo>
                <a:lnTo>
                  <a:pt x="103" y="324"/>
                </a:lnTo>
                <a:lnTo>
                  <a:pt x="221" y="324"/>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3" name="TextBox 212"/>
          <p:cNvSpPr txBox="1"/>
          <p:nvPr/>
        </p:nvSpPr>
        <p:spPr>
          <a:xfrm>
            <a:off x="8689320" y="2977560"/>
            <a:ext cx="7455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Highest</a:t>
            </a:r>
            <a:endParaRPr lang="en-GB" sz="1500" b="0" u="none" strike="noStrike">
              <a:solidFill>
                <a:srgbClr val="000000"/>
              </a:solidFill>
              <a:effectLst/>
              <a:uFillTx/>
              <a:latin typeface="Times New Roman"/>
            </a:endParaRPr>
          </a:p>
        </p:txBody>
      </p:sp>
      <p:sp>
        <p:nvSpPr>
          <p:cNvPr id="214" name="Freeform: Shape 213"/>
          <p:cNvSpPr/>
          <p:nvPr/>
        </p:nvSpPr>
        <p:spPr>
          <a:xfrm>
            <a:off x="9943920" y="2990520"/>
            <a:ext cx="190800" cy="191160"/>
          </a:xfrm>
          <a:custGeom>
            <a:avLst/>
            <a:gdLst/>
            <a:ahLst/>
            <a:cxnLst/>
            <a:rect l="0" t="0" r="r" b="b"/>
            <a:pathLst>
              <a:path w="530" h="531">
                <a:moveTo>
                  <a:pt x="530" y="472"/>
                </a:moveTo>
                <a:cubicBezTo>
                  <a:pt x="530" y="504"/>
                  <a:pt x="504" y="531"/>
                  <a:pt x="471" y="531"/>
                </a:cubicBezTo>
                <a:lnTo>
                  <a:pt x="59" y="531"/>
                </a:lnTo>
                <a:cubicBezTo>
                  <a:pt x="26" y="531"/>
                  <a:pt x="0" y="504"/>
                  <a:pt x="0" y="472"/>
                </a:cubicBezTo>
                <a:lnTo>
                  <a:pt x="0" y="59"/>
                </a:lnTo>
                <a:cubicBezTo>
                  <a:pt x="0" y="27"/>
                  <a:pt x="26" y="0"/>
                  <a:pt x="59" y="0"/>
                </a:cubicBezTo>
                <a:lnTo>
                  <a:pt x="471" y="0"/>
                </a:lnTo>
                <a:cubicBezTo>
                  <a:pt x="504" y="0"/>
                  <a:pt x="530" y="27"/>
                  <a:pt x="530" y="59"/>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15" name="Freeform: Shape 214"/>
          <p:cNvSpPr/>
          <p:nvPr/>
        </p:nvSpPr>
        <p:spPr>
          <a:xfrm>
            <a:off x="9981000" y="3027600"/>
            <a:ext cx="116640" cy="117000"/>
          </a:xfrm>
          <a:custGeom>
            <a:avLst/>
            <a:gdLst/>
            <a:ahLst/>
            <a:cxnLst/>
            <a:rect l="0" t="0" r="r" b="b"/>
            <a:pathLst>
              <a:path w="324" h="325">
                <a:moveTo>
                  <a:pt x="221" y="325"/>
                </a:moveTo>
                <a:lnTo>
                  <a:pt x="221" y="192"/>
                </a:lnTo>
                <a:lnTo>
                  <a:pt x="324" y="192"/>
                </a:lnTo>
                <a:lnTo>
                  <a:pt x="162" y="0"/>
                </a:lnTo>
                <a:lnTo>
                  <a:pt x="0" y="192"/>
                </a:lnTo>
                <a:lnTo>
                  <a:pt x="103" y="192"/>
                </a:lnTo>
                <a:lnTo>
                  <a:pt x="103" y="325"/>
                </a:lnTo>
                <a:lnTo>
                  <a:pt x="221" y="3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6" name="TextBox 215"/>
          <p:cNvSpPr txBox="1"/>
          <p:nvPr/>
        </p:nvSpPr>
        <p:spPr>
          <a:xfrm>
            <a:off x="10140840" y="2673000"/>
            <a:ext cx="78444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 Spacing</a:t>
            </a:r>
            <a:endParaRPr lang="en-GB" sz="1500" b="0" u="none" strike="noStrike" dirty="0">
              <a:solidFill>
                <a:srgbClr val="000000"/>
              </a:solidFill>
              <a:effectLst/>
              <a:uFillTx/>
              <a:latin typeface="Times New Roman"/>
            </a:endParaRPr>
          </a:p>
        </p:txBody>
      </p:sp>
      <p:sp>
        <p:nvSpPr>
          <p:cNvPr id="217" name="Freeform: Shape 216"/>
          <p:cNvSpPr/>
          <p:nvPr/>
        </p:nvSpPr>
        <p:spPr>
          <a:xfrm>
            <a:off x="9943920" y="329544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18" name="Freeform: Shape 217"/>
          <p:cNvSpPr/>
          <p:nvPr/>
        </p:nvSpPr>
        <p:spPr>
          <a:xfrm>
            <a:off x="9981000" y="3332520"/>
            <a:ext cx="116640" cy="116640"/>
          </a:xfrm>
          <a:custGeom>
            <a:avLst/>
            <a:gdLst/>
            <a:ahLst/>
            <a:cxnLst/>
            <a:rect l="0" t="0" r="r" b="b"/>
            <a:pathLst>
              <a:path w="324" h="324">
                <a:moveTo>
                  <a:pt x="221" y="324"/>
                </a:moveTo>
                <a:lnTo>
                  <a:pt x="221" y="191"/>
                </a:lnTo>
                <a:lnTo>
                  <a:pt x="324" y="191"/>
                </a:lnTo>
                <a:lnTo>
                  <a:pt x="162" y="0"/>
                </a:lnTo>
                <a:lnTo>
                  <a:pt x="0" y="191"/>
                </a:lnTo>
                <a:lnTo>
                  <a:pt x="103" y="191"/>
                </a:lnTo>
                <a:lnTo>
                  <a:pt x="103" y="324"/>
                </a:lnTo>
                <a:lnTo>
                  <a:pt x="221" y="324"/>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9" name="TextBox 218"/>
          <p:cNvSpPr txBox="1"/>
          <p:nvPr/>
        </p:nvSpPr>
        <p:spPr>
          <a:xfrm>
            <a:off x="10140840" y="2977560"/>
            <a:ext cx="1072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font weight</a:t>
            </a:r>
            <a:endParaRPr lang="en-GB" sz="1500" b="0" u="none" strike="noStrike">
              <a:solidFill>
                <a:srgbClr val="000000"/>
              </a:solidFill>
              <a:effectLst/>
              <a:uFillTx/>
              <a:latin typeface="Times New Roman"/>
            </a:endParaRPr>
          </a:p>
        </p:txBody>
      </p:sp>
      <p:sp>
        <p:nvSpPr>
          <p:cNvPr id="220" name="TextBox 219"/>
          <p:cNvSpPr txBox="1"/>
          <p:nvPr/>
        </p:nvSpPr>
        <p:spPr>
          <a:xfrm>
            <a:off x="10140840" y="3282480"/>
            <a:ext cx="622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colour</a:t>
            </a:r>
            <a:endParaRPr lang="en-GB" sz="1500" b="0" u="none" strike="noStrike">
              <a:solidFill>
                <a:srgbClr val="000000"/>
              </a:solidFill>
              <a:effectLst/>
              <a:uFillTx/>
              <a:latin typeface="Times New Roman"/>
            </a:endParaRPr>
          </a:p>
        </p:txBody>
      </p:sp>
      <p:sp>
        <p:nvSpPr>
          <p:cNvPr id="221" name="TextBox 220"/>
          <p:cNvSpPr txBox="1"/>
          <p:nvPr/>
        </p:nvSpPr>
        <p:spPr>
          <a:xfrm>
            <a:off x="1401120" y="3720600"/>
            <a:ext cx="64296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Printed</a:t>
            </a:r>
            <a:endParaRPr lang="en-GB" sz="1500" b="0" u="none" strike="noStrike" dirty="0">
              <a:solidFill>
                <a:srgbClr val="000000"/>
              </a:solidFill>
              <a:effectLst/>
              <a:uFillTx/>
              <a:latin typeface="Times New Roman"/>
            </a:endParaRPr>
          </a:p>
        </p:txBody>
      </p:sp>
      <p:sp>
        <p:nvSpPr>
          <p:cNvPr id="222" name="TextBox 221"/>
          <p:cNvSpPr txBox="1"/>
          <p:nvPr/>
        </p:nvSpPr>
        <p:spPr>
          <a:xfrm>
            <a:off x="3285720" y="3720600"/>
            <a:ext cx="569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eBook</a:t>
            </a:r>
            <a:endParaRPr lang="en-GB" sz="1500" b="0" u="none" strike="noStrike">
              <a:solidFill>
                <a:srgbClr val="000000"/>
              </a:solidFill>
              <a:effectLst/>
              <a:uFillTx/>
              <a:latin typeface="Times New Roman"/>
            </a:endParaRPr>
          </a:p>
        </p:txBody>
      </p:sp>
      <p:sp>
        <p:nvSpPr>
          <p:cNvPr id="223" name="TextBox 222"/>
          <p:cNvSpPr txBox="1"/>
          <p:nvPr/>
        </p:nvSpPr>
        <p:spPr>
          <a:xfrm>
            <a:off x="4806720" y="3720600"/>
            <a:ext cx="126432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Same product</a:t>
            </a:r>
            <a:endParaRPr lang="en-GB" sz="1500" b="0" u="none" strike="noStrike" dirty="0">
              <a:solidFill>
                <a:srgbClr val="000000"/>
              </a:solidFill>
              <a:effectLst/>
              <a:uFillTx/>
              <a:latin typeface="Times New Roman"/>
            </a:endParaRPr>
          </a:p>
        </p:txBody>
      </p:sp>
      <p:sp>
        <p:nvSpPr>
          <p:cNvPr id="224" name="TextBox 223"/>
          <p:cNvSpPr txBox="1"/>
          <p:nvPr/>
        </p:nvSpPr>
        <p:spPr>
          <a:xfrm>
            <a:off x="6898398" y="3735072"/>
            <a:ext cx="642805" cy="230832"/>
          </a:xfrm>
          <a:prstGeom prst="rect">
            <a:avLst/>
          </a:prstGeom>
          <a:noFill/>
          <a:ln w="0">
            <a:noFill/>
          </a:ln>
        </p:spPr>
        <p:txBody>
          <a:bodyPr wrap="none" lIns="0" tIns="0" rIns="0" bIns="0" anchor="ctr">
            <a:spAutoFit/>
          </a:bodyPr>
          <a:lstStyle/>
          <a:p>
            <a:r>
              <a:rPr lang="en-GB" sz="1500" b="0" u="none" strike="noStrike" dirty="0">
                <a:solidFill>
                  <a:srgbClr val="2F2F2F"/>
                </a:solidFill>
                <a:effectLst/>
                <a:uFillTx/>
                <a:latin typeface="Inter"/>
                <a:ea typeface="Inter"/>
              </a:rPr>
              <a:t>🌑Low</a:t>
            </a:r>
            <a:endParaRPr lang="en-GB" sz="1500" b="0" u="none" strike="noStrike" dirty="0">
              <a:solidFill>
                <a:srgbClr val="000000"/>
              </a:solidFill>
              <a:effectLst/>
              <a:uFillTx/>
              <a:latin typeface="Times New Roman"/>
            </a:endParaRPr>
          </a:p>
        </p:txBody>
      </p:sp>
      <p:sp>
        <p:nvSpPr>
          <p:cNvPr id="225" name="TextBox 224"/>
          <p:cNvSpPr txBox="1"/>
          <p:nvPr/>
        </p:nvSpPr>
        <p:spPr>
          <a:xfrm>
            <a:off x="8613077" y="3737340"/>
            <a:ext cx="642805" cy="230832"/>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🌑Low</a:t>
            </a:r>
            <a:endParaRPr lang="en-GB" sz="1500" b="0" u="none" strike="noStrike" dirty="0">
              <a:solidFill>
                <a:srgbClr val="000000"/>
              </a:solidFill>
              <a:effectLst/>
              <a:uFillTx/>
              <a:latin typeface="Times New Roman"/>
            </a:endParaRPr>
          </a:p>
        </p:txBody>
      </p:sp>
      <p:sp>
        <p:nvSpPr>
          <p:cNvPr id="226" name="TextBox 225"/>
          <p:cNvSpPr txBox="1"/>
          <p:nvPr/>
        </p:nvSpPr>
        <p:spPr>
          <a:xfrm>
            <a:off x="1145520" y="4149360"/>
            <a:ext cx="116856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Mock Exam /</a:t>
            </a:r>
            <a:endParaRPr lang="en-GB" sz="1500" b="0" u="none" strike="noStrike" dirty="0">
              <a:solidFill>
                <a:srgbClr val="000000"/>
              </a:solidFill>
              <a:effectLst/>
              <a:uFillTx/>
              <a:latin typeface="Times New Roman"/>
            </a:endParaRPr>
          </a:p>
        </p:txBody>
      </p:sp>
      <p:sp>
        <p:nvSpPr>
          <p:cNvPr id="227" name="TextBox 226"/>
          <p:cNvSpPr txBox="1"/>
          <p:nvPr/>
        </p:nvSpPr>
        <p:spPr>
          <a:xfrm>
            <a:off x="1149120" y="4463640"/>
            <a:ext cx="1162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Assignments</a:t>
            </a:r>
            <a:endParaRPr lang="en-GB" sz="1500" b="0" u="none" strike="noStrike">
              <a:solidFill>
                <a:srgbClr val="000000"/>
              </a:solidFill>
              <a:effectLst/>
              <a:uFillTx/>
              <a:latin typeface="Times New Roman"/>
            </a:endParaRPr>
          </a:p>
        </p:txBody>
      </p:sp>
      <p:sp>
        <p:nvSpPr>
          <p:cNvPr id="228" name="TextBox 227"/>
          <p:cNvSpPr txBox="1"/>
          <p:nvPr/>
        </p:nvSpPr>
        <p:spPr>
          <a:xfrm>
            <a:off x="3209040" y="4301640"/>
            <a:ext cx="731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Marking</a:t>
            </a:r>
            <a:endParaRPr lang="en-GB" sz="1500" b="0" u="none" strike="noStrike">
              <a:solidFill>
                <a:srgbClr val="000000"/>
              </a:solidFill>
              <a:effectLst/>
              <a:uFillTx/>
              <a:latin typeface="Times New Roman"/>
            </a:endParaRPr>
          </a:p>
        </p:txBody>
      </p:sp>
      <p:sp>
        <p:nvSpPr>
          <p:cNvPr id="229" name="TextBox 228"/>
          <p:cNvSpPr txBox="1"/>
          <p:nvPr/>
        </p:nvSpPr>
        <p:spPr>
          <a:xfrm>
            <a:off x="4683960" y="4301640"/>
            <a:ext cx="1550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Different product</a:t>
            </a:r>
            <a:endParaRPr lang="en-GB" sz="1500" b="0" u="none" strike="noStrike">
              <a:solidFill>
                <a:srgbClr val="000000"/>
              </a:solidFill>
              <a:effectLst/>
              <a:uFillTx/>
              <a:latin typeface="Times New Roman"/>
            </a:endParaRPr>
          </a:p>
        </p:txBody>
      </p:sp>
      <p:sp>
        <p:nvSpPr>
          <p:cNvPr id="230" name="TextBox 229"/>
          <p:cNvSpPr txBox="1"/>
          <p:nvPr/>
        </p:nvSpPr>
        <p:spPr>
          <a:xfrm>
            <a:off x="6898398" y="4316112"/>
            <a:ext cx="642805" cy="230832"/>
          </a:xfrm>
          <a:prstGeom prst="rect">
            <a:avLst/>
          </a:prstGeom>
          <a:noFill/>
          <a:ln w="0">
            <a:noFill/>
          </a:ln>
        </p:spPr>
        <p:txBody>
          <a:bodyPr wrap="none" lIns="0" tIns="0" rIns="0" bIns="0" anchor="ctr">
            <a:spAutoFit/>
          </a:bodyPr>
          <a:lstStyle/>
          <a:p>
            <a:r>
              <a:rPr lang="en-GB" sz="1500" b="0" u="none" strike="noStrike" dirty="0">
                <a:solidFill>
                  <a:srgbClr val="2F2F2F"/>
                </a:solidFill>
                <a:effectLst/>
                <a:uFillTx/>
                <a:latin typeface="Inter"/>
                <a:ea typeface="Inter"/>
              </a:rPr>
              <a:t>🌑Low</a:t>
            </a:r>
            <a:endParaRPr lang="en-GB" sz="1500" b="0" u="none" strike="noStrike" dirty="0">
              <a:solidFill>
                <a:srgbClr val="000000"/>
              </a:solidFill>
              <a:effectLst/>
              <a:uFillTx/>
              <a:latin typeface="Times New Roman"/>
            </a:endParaRPr>
          </a:p>
        </p:txBody>
      </p:sp>
      <p:sp>
        <p:nvSpPr>
          <p:cNvPr id="231" name="TextBox 230"/>
          <p:cNvSpPr txBox="1"/>
          <p:nvPr/>
        </p:nvSpPr>
        <p:spPr>
          <a:xfrm>
            <a:off x="8613077" y="4318380"/>
            <a:ext cx="642805" cy="230832"/>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🌑Low</a:t>
            </a:r>
            <a:endParaRPr lang="en-GB" sz="1500" b="0" u="none" strike="noStrike" dirty="0">
              <a:solidFill>
                <a:srgbClr val="000000"/>
              </a:solidFill>
              <a:effectLst/>
              <a:uFillTx/>
              <a:latin typeface="Times New Roman"/>
            </a:endParaRPr>
          </a:p>
        </p:txBody>
      </p:sp>
      <p:sp>
        <p:nvSpPr>
          <p:cNvPr id="232" name="TextBox 231"/>
          <p:cNvSpPr txBox="1"/>
          <p:nvPr/>
        </p:nvSpPr>
        <p:spPr>
          <a:xfrm>
            <a:off x="908280" y="4892400"/>
            <a:ext cx="165924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ASET / </a:t>
            </a:r>
            <a:r>
              <a:rPr lang="en-GB" sz="1500" b="0" u="none" strike="noStrike" dirty="0" err="1">
                <a:solidFill>
                  <a:srgbClr val="2F2F2F"/>
                </a:solidFill>
                <a:effectLst/>
                <a:uFillTx/>
                <a:latin typeface="Inter"/>
                <a:ea typeface="Inter"/>
              </a:rPr>
              <a:t>MiniASET</a:t>
            </a:r>
            <a:endParaRPr lang="en-GB" sz="1500" b="0" u="none" strike="noStrike" dirty="0">
              <a:solidFill>
                <a:srgbClr val="000000"/>
              </a:solidFill>
              <a:effectLst/>
              <a:uFillTx/>
              <a:latin typeface="Times New Roman"/>
            </a:endParaRPr>
          </a:p>
        </p:txBody>
      </p:sp>
      <p:sp>
        <p:nvSpPr>
          <p:cNvPr id="233" name="TextBox 232"/>
          <p:cNvSpPr txBox="1"/>
          <p:nvPr/>
        </p:nvSpPr>
        <p:spPr>
          <a:xfrm>
            <a:off x="1204200" y="5196960"/>
            <a:ext cx="1061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Vault / AMP</a:t>
            </a:r>
            <a:endParaRPr lang="en-GB" sz="1500" b="0" u="none" strike="noStrike">
              <a:solidFill>
                <a:srgbClr val="000000"/>
              </a:solidFill>
              <a:effectLst/>
              <a:uFillTx/>
              <a:latin typeface="Times New Roman"/>
            </a:endParaRPr>
          </a:p>
        </p:txBody>
      </p:sp>
      <p:sp>
        <p:nvSpPr>
          <p:cNvPr id="234" name="TextBox 233"/>
          <p:cNvSpPr txBox="1"/>
          <p:nvPr/>
        </p:nvSpPr>
        <p:spPr>
          <a:xfrm>
            <a:off x="3500280" y="504468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235" name="TextBox 234"/>
          <p:cNvSpPr txBox="1"/>
          <p:nvPr/>
        </p:nvSpPr>
        <p:spPr>
          <a:xfrm>
            <a:off x="5351400" y="504468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239" name="TextBox 238"/>
          <p:cNvSpPr txBox="1"/>
          <p:nvPr/>
        </p:nvSpPr>
        <p:spPr>
          <a:xfrm>
            <a:off x="6898398" y="5059152"/>
            <a:ext cx="642805" cy="230832"/>
          </a:xfrm>
          <a:prstGeom prst="rect">
            <a:avLst/>
          </a:prstGeom>
          <a:noFill/>
          <a:ln w="0">
            <a:noFill/>
          </a:ln>
        </p:spPr>
        <p:txBody>
          <a:bodyPr wrap="none" lIns="0" tIns="0" rIns="0" bIns="0" anchor="ctr">
            <a:spAutoFit/>
          </a:bodyPr>
          <a:lstStyle/>
          <a:p>
            <a:r>
              <a:rPr lang="en-GB" sz="1500" b="0" u="none" strike="noStrike" dirty="0">
                <a:solidFill>
                  <a:srgbClr val="2F2F2F"/>
                </a:solidFill>
                <a:effectLst/>
                <a:uFillTx/>
                <a:latin typeface="Inter"/>
                <a:ea typeface="Inter"/>
              </a:rPr>
              <a:t>🌑Low</a:t>
            </a:r>
            <a:endParaRPr lang="en-GB" sz="1500" b="0" u="none" strike="noStrike" dirty="0">
              <a:solidFill>
                <a:srgbClr val="000000"/>
              </a:solidFill>
              <a:effectLst/>
              <a:uFillTx/>
              <a:latin typeface="Times New Roman"/>
            </a:endParaRPr>
          </a:p>
        </p:txBody>
      </p:sp>
      <p:sp>
        <p:nvSpPr>
          <p:cNvPr id="240" name="Freeform: Shape 239"/>
          <p:cNvSpPr/>
          <p:nvPr/>
        </p:nvSpPr>
        <p:spPr>
          <a:xfrm>
            <a:off x="9943920" y="5057640"/>
            <a:ext cx="190800" cy="190800"/>
          </a:xfrm>
          <a:custGeom>
            <a:avLst/>
            <a:gdLst/>
            <a:ahLst/>
            <a:cxnLst/>
            <a:rect l="0" t="0" r="r" b="b"/>
            <a:pathLst>
              <a:path w="530" h="530">
                <a:moveTo>
                  <a:pt x="530" y="470"/>
                </a:moveTo>
                <a:cubicBezTo>
                  <a:pt x="530" y="504"/>
                  <a:pt x="504" y="530"/>
                  <a:pt x="471" y="530"/>
                </a:cubicBezTo>
                <a:lnTo>
                  <a:pt x="59" y="530"/>
                </a:lnTo>
                <a:cubicBezTo>
                  <a:pt x="26" y="530"/>
                  <a:pt x="0" y="504"/>
                  <a:pt x="0" y="470"/>
                </a:cubicBezTo>
                <a:lnTo>
                  <a:pt x="0" y="59"/>
                </a:lnTo>
                <a:cubicBezTo>
                  <a:pt x="0" y="26"/>
                  <a:pt x="26" y="0"/>
                  <a:pt x="59" y="0"/>
                </a:cubicBezTo>
                <a:lnTo>
                  <a:pt x="471" y="0"/>
                </a:lnTo>
                <a:cubicBezTo>
                  <a:pt x="504" y="0"/>
                  <a:pt x="530" y="26"/>
                  <a:pt x="530" y="59"/>
                </a:cubicBezTo>
                <a:lnTo>
                  <a:pt x="530" y="470"/>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41" name="Freeform: Shape 240"/>
          <p:cNvSpPr/>
          <p:nvPr/>
        </p:nvSpPr>
        <p:spPr>
          <a:xfrm>
            <a:off x="9981000" y="5094720"/>
            <a:ext cx="116640" cy="116640"/>
          </a:xfrm>
          <a:custGeom>
            <a:avLst/>
            <a:gdLst/>
            <a:ahLst/>
            <a:cxnLst/>
            <a:rect l="0" t="0" r="r" b="b"/>
            <a:pathLst>
              <a:path w="324" h="324">
                <a:moveTo>
                  <a:pt x="221" y="324"/>
                </a:moveTo>
                <a:lnTo>
                  <a:pt x="221" y="191"/>
                </a:lnTo>
                <a:lnTo>
                  <a:pt x="324" y="191"/>
                </a:lnTo>
                <a:lnTo>
                  <a:pt x="162" y="0"/>
                </a:lnTo>
                <a:lnTo>
                  <a:pt x="0" y="191"/>
                </a:lnTo>
                <a:lnTo>
                  <a:pt x="103" y="191"/>
                </a:lnTo>
                <a:lnTo>
                  <a:pt x="103" y="324"/>
                </a:lnTo>
                <a:lnTo>
                  <a:pt x="221" y="324"/>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2" name="TextBox 241"/>
          <p:cNvSpPr txBox="1"/>
          <p:nvPr/>
        </p:nvSpPr>
        <p:spPr>
          <a:xfrm>
            <a:off x="8508804" y="5047164"/>
            <a:ext cx="870431" cy="230832"/>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⛅Higher</a:t>
            </a:r>
            <a:endParaRPr lang="en-GB" sz="1500" b="0" u="none" strike="noStrike" dirty="0">
              <a:solidFill>
                <a:srgbClr val="000000"/>
              </a:solidFill>
              <a:effectLst/>
              <a:uFillTx/>
              <a:latin typeface="Times New Roman"/>
            </a:endParaRPr>
          </a:p>
        </p:txBody>
      </p:sp>
      <p:sp>
        <p:nvSpPr>
          <p:cNvPr id="243" name="Freeform: Shape 242"/>
          <p:cNvSpPr/>
          <p:nvPr/>
        </p:nvSpPr>
        <p:spPr>
          <a:xfrm>
            <a:off x="870480" y="5849490"/>
            <a:ext cx="39960" cy="39960"/>
          </a:xfrm>
          <a:custGeom>
            <a:avLst/>
            <a:gdLst/>
            <a:ahLst/>
            <a:cxnLst/>
            <a:rect l="0" t="0" r="r" b="b"/>
            <a:pathLst>
              <a:path w="111" h="111">
                <a:moveTo>
                  <a:pt x="111" y="56"/>
                </a:moveTo>
                <a:cubicBezTo>
                  <a:pt x="111" y="63"/>
                  <a:pt x="110" y="70"/>
                  <a:pt x="107" y="77"/>
                </a:cubicBezTo>
                <a:cubicBezTo>
                  <a:pt x="104" y="84"/>
                  <a:pt x="100" y="90"/>
                  <a:pt x="95" y="95"/>
                </a:cubicBezTo>
                <a:cubicBezTo>
                  <a:pt x="90" y="100"/>
                  <a:pt x="84" y="104"/>
                  <a:pt x="77" y="107"/>
                </a:cubicBezTo>
                <a:cubicBezTo>
                  <a:pt x="71" y="110"/>
                  <a:pt x="64" y="111"/>
                  <a:pt x="55" y="111"/>
                </a:cubicBezTo>
                <a:cubicBezTo>
                  <a:pt x="48" y="111"/>
                  <a:pt x="41" y="110"/>
                  <a:pt x="34" y="107"/>
                </a:cubicBezTo>
                <a:cubicBezTo>
                  <a:pt x="28" y="104"/>
                  <a:pt x="22" y="100"/>
                  <a:pt x="16" y="95"/>
                </a:cubicBezTo>
                <a:cubicBezTo>
                  <a:pt x="11" y="90"/>
                  <a:pt x="7" y="84"/>
                  <a:pt x="4" y="77"/>
                </a:cubicBezTo>
                <a:cubicBezTo>
                  <a:pt x="2" y="70"/>
                  <a:pt x="0" y="63"/>
                  <a:pt x="0" y="56"/>
                </a:cubicBezTo>
                <a:cubicBezTo>
                  <a:pt x="0" y="49"/>
                  <a:pt x="2" y="41"/>
                  <a:pt x="4" y="34"/>
                </a:cubicBezTo>
                <a:cubicBezTo>
                  <a:pt x="7" y="27"/>
                  <a:pt x="11" y="21"/>
                  <a:pt x="16" y="16"/>
                </a:cubicBezTo>
                <a:cubicBezTo>
                  <a:pt x="22" y="11"/>
                  <a:pt x="28" y="7"/>
                  <a:pt x="34" y="4"/>
                </a:cubicBezTo>
                <a:cubicBezTo>
                  <a:pt x="41" y="1"/>
                  <a:pt x="48" y="0"/>
                  <a:pt x="55" y="0"/>
                </a:cubicBezTo>
                <a:cubicBezTo>
                  <a:pt x="64" y="0"/>
                  <a:pt x="71" y="1"/>
                  <a:pt x="77" y="4"/>
                </a:cubicBezTo>
                <a:cubicBezTo>
                  <a:pt x="84" y="7"/>
                  <a:pt x="90" y="11"/>
                  <a:pt x="95" y="16"/>
                </a:cubicBezTo>
                <a:cubicBezTo>
                  <a:pt x="100" y="21"/>
                  <a:pt x="104" y="27"/>
                  <a:pt x="107" y="34"/>
                </a:cubicBezTo>
                <a:cubicBezTo>
                  <a:pt x="110" y="41"/>
                  <a:pt x="111" y="49"/>
                  <a:pt x="111" y="56"/>
                </a:cubicBezTo>
                <a:close/>
              </a:path>
            </a:pathLst>
          </a:custGeom>
          <a:solidFill>
            <a:srgbClr val="BE1931"/>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44" name="Freeform: Shape 243"/>
          <p:cNvSpPr/>
          <p:nvPr/>
        </p:nvSpPr>
        <p:spPr>
          <a:xfrm>
            <a:off x="870480" y="5670930"/>
            <a:ext cx="39960" cy="165600"/>
          </a:xfrm>
          <a:custGeom>
            <a:avLst/>
            <a:gdLst/>
            <a:ahLst/>
            <a:cxnLst/>
            <a:rect l="0" t="0" r="r" b="b"/>
            <a:pathLst>
              <a:path w="111" h="460">
                <a:moveTo>
                  <a:pt x="111" y="405"/>
                </a:moveTo>
                <a:cubicBezTo>
                  <a:pt x="111" y="436"/>
                  <a:pt x="87" y="460"/>
                  <a:pt x="55" y="460"/>
                </a:cubicBezTo>
                <a:cubicBezTo>
                  <a:pt x="25" y="460"/>
                  <a:pt x="0" y="436"/>
                  <a:pt x="0" y="405"/>
                </a:cubicBezTo>
                <a:lnTo>
                  <a:pt x="0" y="55"/>
                </a:lnTo>
                <a:cubicBezTo>
                  <a:pt x="0" y="25"/>
                  <a:pt x="25" y="0"/>
                  <a:pt x="55" y="0"/>
                </a:cubicBezTo>
                <a:cubicBezTo>
                  <a:pt x="87" y="0"/>
                  <a:pt x="111" y="25"/>
                  <a:pt x="111" y="55"/>
                </a:cubicBezTo>
                <a:lnTo>
                  <a:pt x="111" y="405"/>
                </a:lnTo>
                <a:close/>
              </a:path>
            </a:pathLst>
          </a:custGeom>
          <a:solidFill>
            <a:srgbClr val="BE1931"/>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45" name="TextBox 244"/>
          <p:cNvSpPr txBox="1"/>
          <p:nvPr/>
        </p:nvSpPr>
        <p:spPr>
          <a:xfrm>
            <a:off x="10140840" y="5044680"/>
            <a:ext cx="73080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Spacing</a:t>
            </a:r>
            <a:endParaRPr lang="en-GB" sz="1500" b="0" u="none" strike="noStrike" dirty="0">
              <a:solidFill>
                <a:srgbClr val="000000"/>
              </a:solidFill>
              <a:effectLst/>
              <a:uFillTx/>
              <a:latin typeface="Times New Roman"/>
            </a:endParaRPr>
          </a:p>
        </p:txBody>
      </p:sp>
      <p:sp>
        <p:nvSpPr>
          <p:cNvPr id="246" name="Freeform: Shape 245"/>
          <p:cNvSpPr/>
          <p:nvPr/>
        </p:nvSpPr>
        <p:spPr>
          <a:xfrm>
            <a:off x="952200" y="6076890"/>
            <a:ext cx="57600" cy="57240"/>
          </a:xfrm>
          <a:custGeom>
            <a:avLst/>
            <a:gdLst/>
            <a:ahLst/>
            <a:cxnLst/>
            <a:rect l="0" t="0" r="r" b="b"/>
            <a:pathLst>
              <a:path w="160" h="159">
                <a:moveTo>
                  <a:pt x="160" y="79"/>
                </a:moveTo>
                <a:cubicBezTo>
                  <a:pt x="160" y="90"/>
                  <a:pt x="158" y="100"/>
                  <a:pt x="154" y="110"/>
                </a:cubicBezTo>
                <a:cubicBezTo>
                  <a:pt x="150" y="120"/>
                  <a:pt x="144" y="129"/>
                  <a:pt x="137" y="136"/>
                </a:cubicBezTo>
                <a:cubicBezTo>
                  <a:pt x="129" y="144"/>
                  <a:pt x="121" y="149"/>
                  <a:pt x="110" y="153"/>
                </a:cubicBezTo>
                <a:cubicBezTo>
                  <a:pt x="100" y="157"/>
                  <a:pt x="90" y="159"/>
                  <a:pt x="80" y="159"/>
                </a:cubicBezTo>
                <a:cubicBezTo>
                  <a:pt x="69" y="159"/>
                  <a:pt x="59" y="157"/>
                  <a:pt x="49" y="153"/>
                </a:cubicBezTo>
                <a:cubicBezTo>
                  <a:pt x="40" y="149"/>
                  <a:pt x="31" y="144"/>
                  <a:pt x="24" y="136"/>
                </a:cubicBezTo>
                <a:cubicBezTo>
                  <a:pt x="16" y="129"/>
                  <a:pt x="10" y="120"/>
                  <a:pt x="6" y="110"/>
                </a:cubicBezTo>
                <a:cubicBezTo>
                  <a:pt x="2" y="100"/>
                  <a:pt x="0" y="90"/>
                  <a:pt x="0" y="79"/>
                </a:cubicBezTo>
                <a:cubicBezTo>
                  <a:pt x="0" y="69"/>
                  <a:pt x="2" y="58"/>
                  <a:pt x="6" y="49"/>
                </a:cubicBezTo>
                <a:cubicBezTo>
                  <a:pt x="10" y="39"/>
                  <a:pt x="16" y="30"/>
                  <a:pt x="24" y="23"/>
                </a:cubicBezTo>
                <a:cubicBezTo>
                  <a:pt x="31" y="15"/>
                  <a:pt x="40" y="10"/>
                  <a:pt x="49" y="6"/>
                </a:cubicBezTo>
                <a:cubicBezTo>
                  <a:pt x="59" y="2"/>
                  <a:pt x="69" y="0"/>
                  <a:pt x="80" y="0"/>
                </a:cubicBezTo>
                <a:cubicBezTo>
                  <a:pt x="90" y="0"/>
                  <a:pt x="100" y="2"/>
                  <a:pt x="110" y="6"/>
                </a:cubicBezTo>
                <a:cubicBezTo>
                  <a:pt x="121" y="10"/>
                  <a:pt x="129" y="15"/>
                  <a:pt x="137" y="23"/>
                </a:cubicBezTo>
                <a:cubicBezTo>
                  <a:pt x="144" y="30"/>
                  <a:pt x="150" y="39"/>
                  <a:pt x="154" y="49"/>
                </a:cubicBezTo>
                <a:cubicBezTo>
                  <a:pt x="158" y="58"/>
                  <a:pt x="160" y="69"/>
                  <a:pt x="160" y="79"/>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47" name="TextBox 246"/>
          <p:cNvSpPr txBox="1"/>
          <p:nvPr/>
        </p:nvSpPr>
        <p:spPr>
          <a:xfrm>
            <a:off x="1026000" y="5642130"/>
            <a:ext cx="4727160" cy="293040"/>
          </a:xfrm>
          <a:prstGeom prst="rect">
            <a:avLst/>
          </a:prstGeom>
          <a:noFill/>
          <a:ln w="0">
            <a:noFill/>
          </a:ln>
        </p:spPr>
        <p:txBody>
          <a:bodyPr wrap="none" lIns="0" tIns="0" rIns="0" bIns="0" anchor="t">
            <a:spAutoFit/>
          </a:bodyPr>
          <a:lstStyle/>
          <a:p>
            <a:r>
              <a:rPr lang="en-GB" sz="1910" b="0" u="none" strike="noStrike" dirty="0">
                <a:solidFill>
                  <a:srgbClr val="2F2F2F"/>
                </a:solidFill>
                <a:effectLst/>
                <a:uFillTx/>
                <a:latin typeface="Inter"/>
                <a:ea typeface="Inter"/>
              </a:rPr>
              <a:t>Rows for ASET / Mini-ASET / Vault / AMP</a:t>
            </a:r>
            <a:endParaRPr lang="en-GB" sz="1910" b="0" u="none" strike="noStrike" dirty="0">
              <a:solidFill>
                <a:srgbClr val="000000"/>
              </a:solidFill>
              <a:effectLst/>
              <a:uFillTx/>
              <a:latin typeface="Times New Roman"/>
            </a:endParaRPr>
          </a:p>
        </p:txBody>
      </p:sp>
      <p:sp>
        <p:nvSpPr>
          <p:cNvPr id="248" name="Freeform: Shape 247"/>
          <p:cNvSpPr/>
          <p:nvPr/>
        </p:nvSpPr>
        <p:spPr>
          <a:xfrm>
            <a:off x="952200" y="6353130"/>
            <a:ext cx="57600" cy="57240"/>
          </a:xfrm>
          <a:custGeom>
            <a:avLst/>
            <a:gdLst/>
            <a:ahLst/>
            <a:cxnLst/>
            <a:rect l="0" t="0" r="r" b="b"/>
            <a:pathLst>
              <a:path w="160" h="159">
                <a:moveTo>
                  <a:pt x="160" y="80"/>
                </a:moveTo>
                <a:cubicBezTo>
                  <a:pt x="160" y="91"/>
                  <a:pt x="158" y="101"/>
                  <a:pt x="154" y="110"/>
                </a:cubicBezTo>
                <a:cubicBezTo>
                  <a:pt x="150" y="120"/>
                  <a:pt x="144" y="129"/>
                  <a:pt x="137" y="136"/>
                </a:cubicBezTo>
                <a:cubicBezTo>
                  <a:pt x="129" y="144"/>
                  <a:pt x="121" y="149"/>
                  <a:pt x="110" y="153"/>
                </a:cubicBezTo>
                <a:cubicBezTo>
                  <a:pt x="100" y="157"/>
                  <a:pt x="90" y="159"/>
                  <a:pt x="80" y="159"/>
                </a:cubicBezTo>
                <a:cubicBezTo>
                  <a:pt x="69" y="159"/>
                  <a:pt x="59" y="157"/>
                  <a:pt x="49" y="153"/>
                </a:cubicBezTo>
                <a:cubicBezTo>
                  <a:pt x="40" y="149"/>
                  <a:pt x="31" y="144"/>
                  <a:pt x="24" y="136"/>
                </a:cubicBezTo>
                <a:cubicBezTo>
                  <a:pt x="16" y="129"/>
                  <a:pt x="10" y="120"/>
                  <a:pt x="6" y="110"/>
                </a:cubicBezTo>
                <a:cubicBezTo>
                  <a:pt x="2" y="101"/>
                  <a:pt x="0" y="91"/>
                  <a:pt x="0" y="80"/>
                </a:cubicBezTo>
                <a:cubicBezTo>
                  <a:pt x="0" y="68"/>
                  <a:pt x="2" y="58"/>
                  <a:pt x="6" y="49"/>
                </a:cubicBezTo>
                <a:cubicBezTo>
                  <a:pt x="10" y="39"/>
                  <a:pt x="16" y="30"/>
                  <a:pt x="24" y="23"/>
                </a:cubicBezTo>
                <a:cubicBezTo>
                  <a:pt x="31" y="15"/>
                  <a:pt x="40" y="10"/>
                  <a:pt x="49" y="6"/>
                </a:cubicBezTo>
                <a:cubicBezTo>
                  <a:pt x="59" y="2"/>
                  <a:pt x="69" y="0"/>
                  <a:pt x="80" y="0"/>
                </a:cubicBezTo>
                <a:cubicBezTo>
                  <a:pt x="90" y="0"/>
                  <a:pt x="100" y="2"/>
                  <a:pt x="110" y="6"/>
                </a:cubicBezTo>
                <a:cubicBezTo>
                  <a:pt x="121" y="10"/>
                  <a:pt x="129" y="15"/>
                  <a:pt x="137" y="23"/>
                </a:cubicBezTo>
                <a:cubicBezTo>
                  <a:pt x="144" y="30"/>
                  <a:pt x="150" y="39"/>
                  <a:pt x="154" y="49"/>
                </a:cubicBezTo>
                <a:cubicBezTo>
                  <a:pt x="158" y="58"/>
                  <a:pt x="160" y="68"/>
                  <a:pt x="160" y="80"/>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49" name="TextBox 248"/>
          <p:cNvSpPr txBox="1"/>
          <p:nvPr/>
        </p:nvSpPr>
        <p:spPr>
          <a:xfrm>
            <a:off x="1128600" y="5978250"/>
            <a:ext cx="580428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Same information </a:t>
            </a:r>
            <a:r>
              <a:rPr lang="en-GB" sz="1500" b="0" u="none" strike="noStrike" dirty="0" err="1">
                <a:solidFill>
                  <a:srgbClr val="2F2F2F"/>
                </a:solidFill>
                <a:effectLst/>
                <a:uFillTx/>
                <a:latin typeface="Inter"/>
                <a:ea typeface="Inter"/>
              </a:rPr>
              <a:t>heirarchy</a:t>
            </a:r>
            <a:r>
              <a:rPr lang="en-GB" sz="1500" b="0" u="none" strike="noStrike" dirty="0">
                <a:solidFill>
                  <a:srgbClr val="2F2F2F"/>
                </a:solidFill>
                <a:effectLst/>
                <a:uFillTx/>
                <a:latin typeface="Inter"/>
                <a:ea typeface="Inter"/>
              </a:rPr>
              <a:t> as other products apart from Bundle</a:t>
            </a:r>
            <a:endParaRPr lang="en-GB" sz="1500" b="0" u="none" strike="noStrike" dirty="0">
              <a:solidFill>
                <a:srgbClr val="000000"/>
              </a:solidFill>
              <a:effectLst/>
              <a:uFillTx/>
              <a:latin typeface="Times New Roman"/>
            </a:endParaRPr>
          </a:p>
        </p:txBody>
      </p:sp>
      <p:sp>
        <p:nvSpPr>
          <p:cNvPr id="250" name="TextBox 249"/>
          <p:cNvSpPr txBox="1"/>
          <p:nvPr/>
        </p:nvSpPr>
        <p:spPr>
          <a:xfrm>
            <a:off x="1128600" y="6254130"/>
            <a:ext cx="390708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Higher visual </a:t>
            </a:r>
            <a:r>
              <a:rPr lang="en-GB" sz="1500" b="0" u="none" strike="noStrike" dirty="0" err="1">
                <a:solidFill>
                  <a:srgbClr val="2F2F2F"/>
                </a:solidFill>
                <a:effectLst/>
                <a:uFillTx/>
                <a:latin typeface="Inter"/>
                <a:ea typeface="Inter"/>
              </a:rPr>
              <a:t>heirarchy</a:t>
            </a:r>
            <a:r>
              <a:rPr lang="en-GB" sz="1500" b="0" u="none" strike="noStrike" dirty="0">
                <a:solidFill>
                  <a:srgbClr val="2F2F2F"/>
                </a:solidFill>
                <a:effectLst/>
                <a:uFillTx/>
                <a:latin typeface="Inter"/>
                <a:ea typeface="Inter"/>
              </a:rPr>
              <a:t> than other products</a:t>
            </a:r>
            <a:endParaRPr lang="en-GB" sz="1500" b="0" u="none" strike="noStrike" dirty="0">
              <a:solidFill>
                <a:srgbClr val="000000"/>
              </a:solidFill>
              <a:effectLst/>
              <a:uFillTx/>
              <a:latin typeface="Times New Roman"/>
            </a:endParaRPr>
          </a:p>
        </p:txBody>
      </p:sp>
      <p:sp>
        <p:nvSpPr>
          <p:cNvPr id="251" name="TextBox 250"/>
          <p:cNvSpPr txBox="1"/>
          <p:nvPr/>
        </p:nvSpPr>
        <p:spPr>
          <a:xfrm>
            <a:off x="11783160" y="6335280"/>
            <a:ext cx="22824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5</a:t>
            </a:r>
            <a:endParaRPr lang="en-GB" sz="18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2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3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3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2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3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3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4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4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3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4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4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4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4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4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4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5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203" grpId="0"/>
      <p:bldP spid="206" grpId="0" animBg="1"/>
      <p:bldP spid="209" grpId="0" animBg="1"/>
      <p:bldP spid="210" grpId="0"/>
      <p:bldP spid="211" grpId="0" animBg="1"/>
      <p:bldP spid="212" grpId="0" animBg="1"/>
      <p:bldP spid="213" grpId="0"/>
      <p:bldP spid="214" grpId="0" animBg="1"/>
      <p:bldP spid="215" grpId="0" animBg="1"/>
      <p:bldP spid="216" grpId="0"/>
      <p:bldP spid="217" grpId="0" animBg="1"/>
      <p:bldP spid="218" grpId="0" animBg="1"/>
      <p:bldP spid="219" grpId="0"/>
      <p:bldP spid="220" grpId="0"/>
      <p:bldP spid="221" grpId="0"/>
      <p:bldP spid="222" grpId="0"/>
      <p:bldP spid="223" grpId="0"/>
      <p:bldP spid="224" grpId="0"/>
      <p:bldP spid="225" grpId="0"/>
      <p:bldP spid="226" grpId="0"/>
      <p:bldP spid="227" grpId="0"/>
      <p:bldP spid="228" grpId="0"/>
      <p:bldP spid="229" grpId="0"/>
      <p:bldP spid="230" grpId="0"/>
      <p:bldP spid="231" grpId="0"/>
      <p:bldP spid="232" grpId="0"/>
      <p:bldP spid="233" grpId="0"/>
      <p:bldP spid="239" grpId="0"/>
      <p:bldP spid="240" grpId="0" animBg="1"/>
      <p:bldP spid="241" grpId="0" animBg="1"/>
      <p:bldP spid="242" grpId="0"/>
      <p:bldP spid="244" grpId="0" animBg="1"/>
      <p:bldP spid="245" grpId="0"/>
      <p:bldP spid="246" grpId="0" animBg="1"/>
      <p:bldP spid="247" grpId="0"/>
      <p:bldP spid="248" grpId="0" animBg="1"/>
      <p:bldP spid="249" grpId="0"/>
      <p:bldP spid="25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Freeform: Shape 25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3" name="Freeform: Shape 25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4" name="Freeform: Shape 25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5" name="Freeform: Shape 254"/>
          <p:cNvSpPr/>
          <p:nvPr/>
        </p:nvSpPr>
        <p:spPr>
          <a:xfrm>
            <a:off x="752400" y="2428560"/>
            <a:ext cx="10696680" cy="1924560"/>
          </a:xfrm>
          <a:custGeom>
            <a:avLst/>
            <a:gdLst/>
            <a:ahLst/>
            <a:cxnLst/>
            <a:rect l="0" t="0" r="r" b="b"/>
            <a:pathLst>
              <a:path w="29713" h="5346">
                <a:moveTo>
                  <a:pt x="0" y="0"/>
                </a:moveTo>
                <a:lnTo>
                  <a:pt x="29713" y="0"/>
                </a:lnTo>
                <a:lnTo>
                  <a:pt x="29713" y="5346"/>
                </a:lnTo>
                <a:lnTo>
                  <a:pt x="0" y="5346"/>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6" name="Freeform: Shape 255"/>
          <p:cNvSpPr/>
          <p:nvPr/>
        </p:nvSpPr>
        <p:spPr>
          <a:xfrm>
            <a:off x="752400" y="2438280"/>
            <a:ext cx="2724480" cy="428760"/>
          </a:xfrm>
          <a:custGeom>
            <a:avLst/>
            <a:gdLst/>
            <a:ahLst/>
            <a:cxnLst/>
            <a:rect l="0" t="0" r="r" b="b"/>
            <a:pathLst>
              <a:path w="7568" h="1191">
                <a:moveTo>
                  <a:pt x="0" y="0"/>
                </a:moveTo>
                <a:lnTo>
                  <a:pt x="7568" y="0"/>
                </a:lnTo>
                <a:lnTo>
                  <a:pt x="7568"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7" name="Freeform: Shape 256"/>
          <p:cNvSpPr/>
          <p:nvPr/>
        </p:nvSpPr>
        <p:spPr>
          <a:xfrm>
            <a:off x="3476520" y="2438280"/>
            <a:ext cx="2648160" cy="428760"/>
          </a:xfrm>
          <a:custGeom>
            <a:avLst/>
            <a:gdLst/>
            <a:ahLst/>
            <a:cxnLst/>
            <a:rect l="0" t="0" r="r" b="b"/>
            <a:pathLst>
              <a:path w="7356" h="1191">
                <a:moveTo>
                  <a:pt x="0" y="0"/>
                </a:moveTo>
                <a:lnTo>
                  <a:pt x="7356" y="0"/>
                </a:lnTo>
                <a:lnTo>
                  <a:pt x="7356"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8" name="Freeform: Shape 257"/>
          <p:cNvSpPr/>
          <p:nvPr/>
        </p:nvSpPr>
        <p:spPr>
          <a:xfrm>
            <a:off x="6124320" y="2438280"/>
            <a:ext cx="2715120" cy="428760"/>
          </a:xfrm>
          <a:custGeom>
            <a:avLst/>
            <a:gdLst/>
            <a:ahLst/>
            <a:cxnLst/>
            <a:rect l="0" t="0" r="r" b="b"/>
            <a:pathLst>
              <a:path w="7542" h="1191">
                <a:moveTo>
                  <a:pt x="0" y="0"/>
                </a:moveTo>
                <a:lnTo>
                  <a:pt x="7542" y="0"/>
                </a:lnTo>
                <a:lnTo>
                  <a:pt x="7542"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9" name="Freeform: Shape 258"/>
          <p:cNvSpPr/>
          <p:nvPr/>
        </p:nvSpPr>
        <p:spPr>
          <a:xfrm>
            <a:off x="8839080" y="2438280"/>
            <a:ext cx="2600640" cy="428760"/>
          </a:xfrm>
          <a:custGeom>
            <a:avLst/>
            <a:gdLst/>
            <a:ahLst/>
            <a:cxnLst/>
            <a:rect l="0" t="0" r="r" b="b"/>
            <a:pathLst>
              <a:path w="7224" h="1191">
                <a:moveTo>
                  <a:pt x="0" y="0"/>
                </a:moveTo>
                <a:lnTo>
                  <a:pt x="7224" y="0"/>
                </a:lnTo>
                <a:lnTo>
                  <a:pt x="7224"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0" name="Freeform: Shape 259"/>
          <p:cNvSpPr/>
          <p:nvPr/>
        </p:nvSpPr>
        <p:spPr>
          <a:xfrm>
            <a:off x="752400" y="2438280"/>
            <a:ext cx="2724480" cy="428760"/>
          </a:xfrm>
          <a:custGeom>
            <a:avLst/>
            <a:gdLst/>
            <a:ahLst/>
            <a:cxnLst/>
            <a:rect l="0" t="0" r="r" b="b"/>
            <a:pathLst>
              <a:path w="7568" h="1191">
                <a:moveTo>
                  <a:pt x="0" y="0"/>
                </a:moveTo>
                <a:lnTo>
                  <a:pt x="7568" y="0"/>
                </a:lnTo>
                <a:lnTo>
                  <a:pt x="7568"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1" name="Freeform: Shape 260"/>
          <p:cNvSpPr/>
          <p:nvPr/>
        </p:nvSpPr>
        <p:spPr>
          <a:xfrm>
            <a:off x="3476520" y="2438280"/>
            <a:ext cx="2648160" cy="428760"/>
          </a:xfrm>
          <a:custGeom>
            <a:avLst/>
            <a:gdLst/>
            <a:ahLst/>
            <a:cxnLst/>
            <a:rect l="0" t="0" r="r" b="b"/>
            <a:pathLst>
              <a:path w="7356" h="1191">
                <a:moveTo>
                  <a:pt x="0" y="0"/>
                </a:moveTo>
                <a:lnTo>
                  <a:pt x="7356" y="0"/>
                </a:lnTo>
                <a:lnTo>
                  <a:pt x="7356"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2" name="Freeform: Shape 261"/>
          <p:cNvSpPr/>
          <p:nvPr/>
        </p:nvSpPr>
        <p:spPr>
          <a:xfrm>
            <a:off x="6124320" y="2438280"/>
            <a:ext cx="2715120" cy="428760"/>
          </a:xfrm>
          <a:custGeom>
            <a:avLst/>
            <a:gdLst/>
            <a:ahLst/>
            <a:cxnLst/>
            <a:rect l="0" t="0" r="r" b="b"/>
            <a:pathLst>
              <a:path w="7542" h="1191">
                <a:moveTo>
                  <a:pt x="0" y="0"/>
                </a:moveTo>
                <a:lnTo>
                  <a:pt x="7542" y="0"/>
                </a:lnTo>
                <a:lnTo>
                  <a:pt x="7542"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3" name="Freeform: Shape 262"/>
          <p:cNvSpPr/>
          <p:nvPr/>
        </p:nvSpPr>
        <p:spPr>
          <a:xfrm>
            <a:off x="8839080" y="2438280"/>
            <a:ext cx="2600640" cy="428760"/>
          </a:xfrm>
          <a:custGeom>
            <a:avLst/>
            <a:gdLst/>
            <a:ahLst/>
            <a:cxnLst/>
            <a:rect l="0" t="0" r="r" b="b"/>
            <a:pathLst>
              <a:path w="7224" h="1191">
                <a:moveTo>
                  <a:pt x="0" y="0"/>
                </a:moveTo>
                <a:lnTo>
                  <a:pt x="7224" y="0"/>
                </a:lnTo>
                <a:lnTo>
                  <a:pt x="7224" y="1191"/>
                </a:lnTo>
                <a:lnTo>
                  <a:pt x="0" y="1191"/>
                </a:lnTo>
                <a:lnTo>
                  <a:pt x="0" y="0"/>
                </a:lnTo>
                <a:close/>
              </a:path>
            </a:pathLst>
          </a:custGeom>
          <a:solidFill>
            <a:srgbClr val="FFFFD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4" name="Freeform: Shape 263"/>
          <p:cNvSpPr/>
          <p:nvPr/>
        </p:nvSpPr>
        <p:spPr>
          <a:xfrm>
            <a:off x="752400" y="2866680"/>
            <a:ext cx="2724480" cy="743400"/>
          </a:xfrm>
          <a:custGeom>
            <a:avLst/>
            <a:gdLst/>
            <a:ahLst/>
            <a:cxnLst/>
            <a:rect l="0" t="0" r="r" b="b"/>
            <a:pathLst>
              <a:path w="7568" h="2065">
                <a:moveTo>
                  <a:pt x="0" y="0"/>
                </a:moveTo>
                <a:lnTo>
                  <a:pt x="7568" y="0"/>
                </a:lnTo>
                <a:lnTo>
                  <a:pt x="7568"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5" name="Freeform: Shape 264"/>
          <p:cNvSpPr/>
          <p:nvPr/>
        </p:nvSpPr>
        <p:spPr>
          <a:xfrm>
            <a:off x="3476520" y="2866680"/>
            <a:ext cx="2648160" cy="743400"/>
          </a:xfrm>
          <a:custGeom>
            <a:avLst/>
            <a:gdLst/>
            <a:ahLst/>
            <a:cxnLst/>
            <a:rect l="0" t="0" r="r" b="b"/>
            <a:pathLst>
              <a:path w="7356" h="2065">
                <a:moveTo>
                  <a:pt x="0" y="0"/>
                </a:moveTo>
                <a:lnTo>
                  <a:pt x="7356" y="0"/>
                </a:lnTo>
                <a:lnTo>
                  <a:pt x="7356"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6" name="Freeform: Shape 265"/>
          <p:cNvSpPr/>
          <p:nvPr/>
        </p:nvSpPr>
        <p:spPr>
          <a:xfrm>
            <a:off x="6124320" y="2866680"/>
            <a:ext cx="2715120" cy="743400"/>
          </a:xfrm>
          <a:custGeom>
            <a:avLst/>
            <a:gdLst/>
            <a:ahLst/>
            <a:cxnLst/>
            <a:rect l="0" t="0" r="r" b="b"/>
            <a:pathLst>
              <a:path w="7542" h="2065">
                <a:moveTo>
                  <a:pt x="0" y="0"/>
                </a:moveTo>
                <a:lnTo>
                  <a:pt x="7542" y="0"/>
                </a:lnTo>
                <a:lnTo>
                  <a:pt x="7542"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7" name="Freeform: Shape 266"/>
          <p:cNvSpPr/>
          <p:nvPr/>
        </p:nvSpPr>
        <p:spPr>
          <a:xfrm>
            <a:off x="8839080" y="2866680"/>
            <a:ext cx="2600640" cy="743400"/>
          </a:xfrm>
          <a:custGeom>
            <a:avLst/>
            <a:gdLst/>
            <a:ahLst/>
            <a:cxnLst/>
            <a:rect l="0" t="0" r="r" b="b"/>
            <a:pathLst>
              <a:path w="7224" h="2065">
                <a:moveTo>
                  <a:pt x="0" y="0"/>
                </a:moveTo>
                <a:lnTo>
                  <a:pt x="7224" y="0"/>
                </a:lnTo>
                <a:lnTo>
                  <a:pt x="7224"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8" name="Freeform: Shape 267"/>
          <p:cNvSpPr/>
          <p:nvPr/>
        </p:nvSpPr>
        <p:spPr>
          <a:xfrm>
            <a:off x="752400" y="2866680"/>
            <a:ext cx="2724480" cy="743400"/>
          </a:xfrm>
          <a:custGeom>
            <a:avLst/>
            <a:gdLst/>
            <a:ahLst/>
            <a:cxnLst/>
            <a:rect l="0" t="0" r="r" b="b"/>
            <a:pathLst>
              <a:path w="7568" h="2065">
                <a:moveTo>
                  <a:pt x="0" y="0"/>
                </a:moveTo>
                <a:lnTo>
                  <a:pt x="7568" y="0"/>
                </a:lnTo>
                <a:lnTo>
                  <a:pt x="7568"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9" name="Freeform: Shape 268"/>
          <p:cNvSpPr/>
          <p:nvPr/>
        </p:nvSpPr>
        <p:spPr>
          <a:xfrm>
            <a:off x="3476520" y="2866680"/>
            <a:ext cx="2648160" cy="743400"/>
          </a:xfrm>
          <a:custGeom>
            <a:avLst/>
            <a:gdLst/>
            <a:ahLst/>
            <a:cxnLst/>
            <a:rect l="0" t="0" r="r" b="b"/>
            <a:pathLst>
              <a:path w="7356" h="2065">
                <a:moveTo>
                  <a:pt x="0" y="0"/>
                </a:moveTo>
                <a:lnTo>
                  <a:pt x="7356" y="0"/>
                </a:lnTo>
                <a:lnTo>
                  <a:pt x="7356"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0" name="Freeform: Shape 269"/>
          <p:cNvSpPr/>
          <p:nvPr/>
        </p:nvSpPr>
        <p:spPr>
          <a:xfrm>
            <a:off x="6124320" y="2866680"/>
            <a:ext cx="2715120" cy="743400"/>
          </a:xfrm>
          <a:custGeom>
            <a:avLst/>
            <a:gdLst/>
            <a:ahLst/>
            <a:cxnLst/>
            <a:rect l="0" t="0" r="r" b="b"/>
            <a:pathLst>
              <a:path w="7542" h="2065">
                <a:moveTo>
                  <a:pt x="0" y="0"/>
                </a:moveTo>
                <a:lnTo>
                  <a:pt x="7542" y="0"/>
                </a:lnTo>
                <a:lnTo>
                  <a:pt x="7542"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1" name="Freeform: Shape 270"/>
          <p:cNvSpPr/>
          <p:nvPr/>
        </p:nvSpPr>
        <p:spPr>
          <a:xfrm>
            <a:off x="8839080" y="2866680"/>
            <a:ext cx="2600640" cy="743400"/>
          </a:xfrm>
          <a:custGeom>
            <a:avLst/>
            <a:gdLst/>
            <a:ahLst/>
            <a:cxnLst/>
            <a:rect l="0" t="0" r="r" b="b"/>
            <a:pathLst>
              <a:path w="7224" h="2065">
                <a:moveTo>
                  <a:pt x="0" y="0"/>
                </a:moveTo>
                <a:lnTo>
                  <a:pt x="7224" y="0"/>
                </a:lnTo>
                <a:lnTo>
                  <a:pt x="7224" y="2065"/>
                </a:lnTo>
                <a:lnTo>
                  <a:pt x="0" y="2065"/>
                </a:lnTo>
                <a:lnTo>
                  <a:pt x="0" y="0"/>
                </a:lnTo>
                <a:close/>
              </a:path>
            </a:pathLst>
          </a:custGeom>
          <a:solidFill>
            <a:srgbClr val="FFFFD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2" name="Freeform: Shape 271"/>
          <p:cNvSpPr/>
          <p:nvPr/>
        </p:nvSpPr>
        <p:spPr>
          <a:xfrm>
            <a:off x="752400" y="3609720"/>
            <a:ext cx="2724480" cy="733680"/>
          </a:xfrm>
          <a:custGeom>
            <a:avLst/>
            <a:gdLst/>
            <a:ahLst/>
            <a:cxnLst/>
            <a:rect l="0" t="0" r="r" b="b"/>
            <a:pathLst>
              <a:path w="7568" h="2038">
                <a:moveTo>
                  <a:pt x="0" y="0"/>
                </a:moveTo>
                <a:lnTo>
                  <a:pt x="7568" y="0"/>
                </a:lnTo>
                <a:lnTo>
                  <a:pt x="7568" y="2038"/>
                </a:lnTo>
                <a:lnTo>
                  <a:pt x="0" y="203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3" name="Freeform: Shape 272"/>
          <p:cNvSpPr/>
          <p:nvPr/>
        </p:nvSpPr>
        <p:spPr>
          <a:xfrm>
            <a:off x="3476520" y="3609720"/>
            <a:ext cx="2648160" cy="733680"/>
          </a:xfrm>
          <a:custGeom>
            <a:avLst/>
            <a:gdLst/>
            <a:ahLst/>
            <a:cxnLst/>
            <a:rect l="0" t="0" r="r" b="b"/>
            <a:pathLst>
              <a:path w="7356" h="2038">
                <a:moveTo>
                  <a:pt x="0" y="0"/>
                </a:moveTo>
                <a:lnTo>
                  <a:pt x="7356" y="0"/>
                </a:lnTo>
                <a:lnTo>
                  <a:pt x="7356" y="2038"/>
                </a:lnTo>
                <a:lnTo>
                  <a:pt x="0" y="203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4" name="Freeform: Shape 273"/>
          <p:cNvSpPr/>
          <p:nvPr/>
        </p:nvSpPr>
        <p:spPr>
          <a:xfrm>
            <a:off x="6124320" y="3609720"/>
            <a:ext cx="2715120" cy="733680"/>
          </a:xfrm>
          <a:custGeom>
            <a:avLst/>
            <a:gdLst/>
            <a:ahLst/>
            <a:cxnLst/>
            <a:rect l="0" t="0" r="r" b="b"/>
            <a:pathLst>
              <a:path w="7542" h="2038">
                <a:moveTo>
                  <a:pt x="0" y="0"/>
                </a:moveTo>
                <a:lnTo>
                  <a:pt x="7542" y="0"/>
                </a:lnTo>
                <a:lnTo>
                  <a:pt x="7542" y="2038"/>
                </a:lnTo>
                <a:lnTo>
                  <a:pt x="0" y="203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5" name="Freeform: Shape 274"/>
          <p:cNvSpPr/>
          <p:nvPr/>
        </p:nvSpPr>
        <p:spPr>
          <a:xfrm>
            <a:off x="8839080" y="3609720"/>
            <a:ext cx="2600640" cy="733680"/>
          </a:xfrm>
          <a:custGeom>
            <a:avLst/>
            <a:gdLst/>
            <a:ahLst/>
            <a:cxnLst/>
            <a:rect l="0" t="0" r="r" b="b"/>
            <a:pathLst>
              <a:path w="7224" h="2038">
                <a:moveTo>
                  <a:pt x="0" y="0"/>
                </a:moveTo>
                <a:lnTo>
                  <a:pt x="7224" y="0"/>
                </a:lnTo>
                <a:lnTo>
                  <a:pt x="7224" y="2038"/>
                </a:lnTo>
                <a:lnTo>
                  <a:pt x="0" y="203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6" name="Freeform: Shape 275"/>
          <p:cNvSpPr/>
          <p:nvPr/>
        </p:nvSpPr>
        <p:spPr>
          <a:xfrm>
            <a:off x="752400" y="3609720"/>
            <a:ext cx="2724480" cy="733680"/>
          </a:xfrm>
          <a:custGeom>
            <a:avLst/>
            <a:gdLst/>
            <a:ahLst/>
            <a:cxnLst/>
            <a:rect l="0" t="0" r="r" b="b"/>
            <a:pathLst>
              <a:path w="7568" h="2038">
                <a:moveTo>
                  <a:pt x="0" y="0"/>
                </a:moveTo>
                <a:lnTo>
                  <a:pt x="7568" y="0"/>
                </a:lnTo>
                <a:lnTo>
                  <a:pt x="7568"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7" name="Freeform: Shape 276"/>
          <p:cNvSpPr/>
          <p:nvPr/>
        </p:nvSpPr>
        <p:spPr>
          <a:xfrm>
            <a:off x="3476520" y="3609720"/>
            <a:ext cx="2648160" cy="733680"/>
          </a:xfrm>
          <a:custGeom>
            <a:avLst/>
            <a:gdLst/>
            <a:ahLst/>
            <a:cxnLst/>
            <a:rect l="0" t="0" r="r" b="b"/>
            <a:pathLst>
              <a:path w="7356" h="2038">
                <a:moveTo>
                  <a:pt x="0" y="0"/>
                </a:moveTo>
                <a:lnTo>
                  <a:pt x="7356" y="0"/>
                </a:lnTo>
                <a:lnTo>
                  <a:pt x="7356"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8" name="Freeform: Shape 277"/>
          <p:cNvSpPr/>
          <p:nvPr/>
        </p:nvSpPr>
        <p:spPr>
          <a:xfrm>
            <a:off x="6124320" y="3609720"/>
            <a:ext cx="2715120" cy="733680"/>
          </a:xfrm>
          <a:custGeom>
            <a:avLst/>
            <a:gdLst/>
            <a:ahLst/>
            <a:cxnLst/>
            <a:rect l="0" t="0" r="r" b="b"/>
            <a:pathLst>
              <a:path w="7542" h="2038">
                <a:moveTo>
                  <a:pt x="0" y="0"/>
                </a:moveTo>
                <a:lnTo>
                  <a:pt x="7542" y="0"/>
                </a:lnTo>
                <a:lnTo>
                  <a:pt x="7542"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9" name="Freeform: Shape 278"/>
          <p:cNvSpPr/>
          <p:nvPr/>
        </p:nvSpPr>
        <p:spPr>
          <a:xfrm>
            <a:off x="8839080" y="3609720"/>
            <a:ext cx="2600640" cy="733680"/>
          </a:xfrm>
          <a:custGeom>
            <a:avLst/>
            <a:gdLst/>
            <a:ahLst/>
            <a:cxnLst/>
            <a:rect l="0" t="0" r="r" b="b"/>
            <a:pathLst>
              <a:path w="7224" h="2038">
                <a:moveTo>
                  <a:pt x="0" y="0"/>
                </a:moveTo>
                <a:lnTo>
                  <a:pt x="7224" y="0"/>
                </a:lnTo>
                <a:lnTo>
                  <a:pt x="7224" y="2038"/>
                </a:lnTo>
                <a:lnTo>
                  <a:pt x="0" y="2038"/>
                </a:lnTo>
                <a:lnTo>
                  <a:pt x="0" y="0"/>
                </a:lnTo>
                <a:close/>
              </a:path>
            </a:pathLst>
          </a:custGeom>
          <a:solidFill>
            <a:srgbClr val="FFFFD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0" name="Freeform: Shape 279"/>
          <p:cNvSpPr/>
          <p:nvPr/>
        </p:nvSpPr>
        <p:spPr>
          <a:xfrm>
            <a:off x="752400" y="24285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81" name="Freeform: Shape 280"/>
          <p:cNvSpPr/>
          <p:nvPr/>
        </p:nvSpPr>
        <p:spPr>
          <a:xfrm>
            <a:off x="752400" y="2428560"/>
            <a:ext cx="2724480" cy="10440"/>
          </a:xfrm>
          <a:custGeom>
            <a:avLst/>
            <a:gdLst/>
            <a:ahLst/>
            <a:cxnLst/>
            <a:rect l="0" t="0" r="r" b="b"/>
            <a:pathLst>
              <a:path w="7568" h="29">
                <a:moveTo>
                  <a:pt x="0" y="0"/>
                </a:moveTo>
                <a:lnTo>
                  <a:pt x="7568" y="0"/>
                </a:lnTo>
                <a:lnTo>
                  <a:pt x="7568" y="29"/>
                </a:lnTo>
                <a:lnTo>
                  <a:pt x="0" y="29"/>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82" name="Freeform: Shape 281"/>
          <p:cNvSpPr/>
          <p:nvPr/>
        </p:nvSpPr>
        <p:spPr>
          <a:xfrm>
            <a:off x="3466800" y="242856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83" name="Freeform: Shape 282"/>
          <p:cNvSpPr/>
          <p:nvPr/>
        </p:nvSpPr>
        <p:spPr>
          <a:xfrm>
            <a:off x="3476520" y="2428560"/>
            <a:ext cx="2648160" cy="10440"/>
          </a:xfrm>
          <a:custGeom>
            <a:avLst/>
            <a:gdLst/>
            <a:ahLst/>
            <a:cxnLst/>
            <a:rect l="0" t="0" r="r" b="b"/>
            <a:pathLst>
              <a:path w="7356" h="29">
                <a:moveTo>
                  <a:pt x="0" y="0"/>
                </a:moveTo>
                <a:lnTo>
                  <a:pt x="7356" y="0"/>
                </a:lnTo>
                <a:lnTo>
                  <a:pt x="7356" y="29"/>
                </a:lnTo>
                <a:lnTo>
                  <a:pt x="0" y="29"/>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84" name="Freeform: Shape 283"/>
          <p:cNvSpPr/>
          <p:nvPr/>
        </p:nvSpPr>
        <p:spPr>
          <a:xfrm>
            <a:off x="6114960" y="24285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85" name="Freeform: Shape 284"/>
          <p:cNvSpPr/>
          <p:nvPr/>
        </p:nvSpPr>
        <p:spPr>
          <a:xfrm>
            <a:off x="6124320" y="2428560"/>
            <a:ext cx="2724480" cy="10440"/>
          </a:xfrm>
          <a:custGeom>
            <a:avLst/>
            <a:gdLst/>
            <a:ahLst/>
            <a:cxnLst/>
            <a:rect l="0" t="0" r="r" b="b"/>
            <a:pathLst>
              <a:path w="7568" h="29">
                <a:moveTo>
                  <a:pt x="0" y="0"/>
                </a:moveTo>
                <a:lnTo>
                  <a:pt x="7568" y="0"/>
                </a:lnTo>
                <a:lnTo>
                  <a:pt x="7568" y="29"/>
                </a:lnTo>
                <a:lnTo>
                  <a:pt x="0" y="29"/>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86" name="Freeform: Shape 285"/>
          <p:cNvSpPr/>
          <p:nvPr/>
        </p:nvSpPr>
        <p:spPr>
          <a:xfrm>
            <a:off x="8839080" y="24285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87" name="Freeform: Shape 286"/>
          <p:cNvSpPr/>
          <p:nvPr/>
        </p:nvSpPr>
        <p:spPr>
          <a:xfrm>
            <a:off x="8848440" y="2428560"/>
            <a:ext cx="2600640" cy="10440"/>
          </a:xfrm>
          <a:custGeom>
            <a:avLst/>
            <a:gdLst/>
            <a:ahLst/>
            <a:cxnLst/>
            <a:rect l="0" t="0" r="r" b="b"/>
            <a:pathLst>
              <a:path w="7224" h="29">
                <a:moveTo>
                  <a:pt x="0" y="0"/>
                </a:moveTo>
                <a:lnTo>
                  <a:pt x="7224" y="0"/>
                </a:lnTo>
                <a:lnTo>
                  <a:pt x="7224" y="29"/>
                </a:lnTo>
                <a:lnTo>
                  <a:pt x="0" y="29"/>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88" name="Freeform: Shape 287"/>
          <p:cNvSpPr/>
          <p:nvPr/>
        </p:nvSpPr>
        <p:spPr>
          <a:xfrm>
            <a:off x="11439360" y="24285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89" name="Freeform: Shape 288"/>
          <p:cNvSpPr/>
          <p:nvPr/>
        </p:nvSpPr>
        <p:spPr>
          <a:xfrm>
            <a:off x="752400" y="2857320"/>
            <a:ext cx="2724480" cy="9720"/>
          </a:xfrm>
          <a:custGeom>
            <a:avLst/>
            <a:gdLst/>
            <a:ahLst/>
            <a:cxnLst/>
            <a:rect l="0" t="0" r="r" b="b"/>
            <a:pathLst>
              <a:path w="7568" h="27">
                <a:moveTo>
                  <a:pt x="0" y="0"/>
                </a:moveTo>
                <a:lnTo>
                  <a:pt x="7568" y="0"/>
                </a:lnTo>
                <a:lnTo>
                  <a:pt x="7568"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90" name="Freeform: Shape 289"/>
          <p:cNvSpPr/>
          <p:nvPr/>
        </p:nvSpPr>
        <p:spPr>
          <a:xfrm>
            <a:off x="3476520" y="2857320"/>
            <a:ext cx="2648160" cy="9720"/>
          </a:xfrm>
          <a:custGeom>
            <a:avLst/>
            <a:gdLst/>
            <a:ahLst/>
            <a:cxnLst/>
            <a:rect l="0" t="0" r="r" b="b"/>
            <a:pathLst>
              <a:path w="7356" h="27">
                <a:moveTo>
                  <a:pt x="0" y="0"/>
                </a:moveTo>
                <a:lnTo>
                  <a:pt x="7356" y="0"/>
                </a:lnTo>
                <a:lnTo>
                  <a:pt x="7356"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91" name="Freeform: Shape 290"/>
          <p:cNvSpPr/>
          <p:nvPr/>
        </p:nvSpPr>
        <p:spPr>
          <a:xfrm>
            <a:off x="6124320" y="2857320"/>
            <a:ext cx="2724480" cy="9720"/>
          </a:xfrm>
          <a:custGeom>
            <a:avLst/>
            <a:gdLst/>
            <a:ahLst/>
            <a:cxnLst/>
            <a:rect l="0" t="0" r="r" b="b"/>
            <a:pathLst>
              <a:path w="7568" h="27">
                <a:moveTo>
                  <a:pt x="0" y="0"/>
                </a:moveTo>
                <a:lnTo>
                  <a:pt x="7568" y="0"/>
                </a:lnTo>
                <a:lnTo>
                  <a:pt x="7568"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92" name="Freeform: Shape 291"/>
          <p:cNvSpPr/>
          <p:nvPr/>
        </p:nvSpPr>
        <p:spPr>
          <a:xfrm>
            <a:off x="8848440" y="2857320"/>
            <a:ext cx="2600640" cy="9720"/>
          </a:xfrm>
          <a:custGeom>
            <a:avLst/>
            <a:gdLst/>
            <a:ahLst/>
            <a:cxnLst/>
            <a:rect l="0" t="0" r="r" b="b"/>
            <a:pathLst>
              <a:path w="7224" h="27">
                <a:moveTo>
                  <a:pt x="0" y="0"/>
                </a:moveTo>
                <a:lnTo>
                  <a:pt x="7224" y="0"/>
                </a:lnTo>
                <a:lnTo>
                  <a:pt x="7224"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93" name="Freeform: Shape 292"/>
          <p:cNvSpPr/>
          <p:nvPr/>
        </p:nvSpPr>
        <p:spPr>
          <a:xfrm>
            <a:off x="752400" y="286668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94" name="Freeform: Shape 293"/>
          <p:cNvSpPr/>
          <p:nvPr/>
        </p:nvSpPr>
        <p:spPr>
          <a:xfrm>
            <a:off x="3466800" y="2866680"/>
            <a:ext cx="10080" cy="743400"/>
          </a:xfrm>
          <a:custGeom>
            <a:avLst/>
            <a:gdLst/>
            <a:ahLst/>
            <a:cxnLst/>
            <a:rect l="0" t="0" r="r" b="b"/>
            <a:pathLst>
              <a:path w="28" h="2065">
                <a:moveTo>
                  <a:pt x="0" y="0"/>
                </a:moveTo>
                <a:lnTo>
                  <a:pt x="28" y="0"/>
                </a:lnTo>
                <a:lnTo>
                  <a:pt x="28"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95" name="Freeform: Shape 294"/>
          <p:cNvSpPr/>
          <p:nvPr/>
        </p:nvSpPr>
        <p:spPr>
          <a:xfrm>
            <a:off x="6114960" y="286668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96" name="Freeform: Shape 295"/>
          <p:cNvSpPr/>
          <p:nvPr/>
        </p:nvSpPr>
        <p:spPr>
          <a:xfrm>
            <a:off x="8839080" y="286668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97" name="Freeform: Shape 296"/>
          <p:cNvSpPr/>
          <p:nvPr/>
        </p:nvSpPr>
        <p:spPr>
          <a:xfrm>
            <a:off x="11439360" y="286668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98" name="Freeform: Shape 297"/>
          <p:cNvSpPr/>
          <p:nvPr/>
        </p:nvSpPr>
        <p:spPr>
          <a:xfrm>
            <a:off x="752400" y="360972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99" name="Freeform: Shape 298"/>
          <p:cNvSpPr/>
          <p:nvPr/>
        </p:nvSpPr>
        <p:spPr>
          <a:xfrm>
            <a:off x="752400" y="3600360"/>
            <a:ext cx="2724480" cy="9720"/>
          </a:xfrm>
          <a:custGeom>
            <a:avLst/>
            <a:gdLst/>
            <a:ahLst/>
            <a:cxnLst/>
            <a:rect l="0" t="0" r="r" b="b"/>
            <a:pathLst>
              <a:path w="7568" h="27">
                <a:moveTo>
                  <a:pt x="0" y="0"/>
                </a:moveTo>
                <a:lnTo>
                  <a:pt x="7568" y="0"/>
                </a:lnTo>
                <a:lnTo>
                  <a:pt x="7568"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00" name="Freeform: Shape 299"/>
          <p:cNvSpPr/>
          <p:nvPr/>
        </p:nvSpPr>
        <p:spPr>
          <a:xfrm>
            <a:off x="3466800" y="3609720"/>
            <a:ext cx="10080" cy="743400"/>
          </a:xfrm>
          <a:custGeom>
            <a:avLst/>
            <a:gdLst/>
            <a:ahLst/>
            <a:cxnLst/>
            <a:rect l="0" t="0" r="r" b="b"/>
            <a:pathLst>
              <a:path w="28" h="2065">
                <a:moveTo>
                  <a:pt x="0" y="0"/>
                </a:moveTo>
                <a:lnTo>
                  <a:pt x="28" y="0"/>
                </a:lnTo>
                <a:lnTo>
                  <a:pt x="28"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01" name="Freeform: Shape 300"/>
          <p:cNvSpPr/>
          <p:nvPr/>
        </p:nvSpPr>
        <p:spPr>
          <a:xfrm>
            <a:off x="3476520" y="3600360"/>
            <a:ext cx="2648160" cy="9720"/>
          </a:xfrm>
          <a:custGeom>
            <a:avLst/>
            <a:gdLst/>
            <a:ahLst/>
            <a:cxnLst/>
            <a:rect l="0" t="0" r="r" b="b"/>
            <a:pathLst>
              <a:path w="7356" h="27">
                <a:moveTo>
                  <a:pt x="0" y="0"/>
                </a:moveTo>
                <a:lnTo>
                  <a:pt x="7356" y="0"/>
                </a:lnTo>
                <a:lnTo>
                  <a:pt x="7356"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02" name="Freeform: Shape 301"/>
          <p:cNvSpPr/>
          <p:nvPr/>
        </p:nvSpPr>
        <p:spPr>
          <a:xfrm>
            <a:off x="6114960" y="360972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03" name="Freeform: Shape 302"/>
          <p:cNvSpPr/>
          <p:nvPr/>
        </p:nvSpPr>
        <p:spPr>
          <a:xfrm>
            <a:off x="6124320" y="3600360"/>
            <a:ext cx="2724480" cy="9720"/>
          </a:xfrm>
          <a:custGeom>
            <a:avLst/>
            <a:gdLst/>
            <a:ahLst/>
            <a:cxnLst/>
            <a:rect l="0" t="0" r="r" b="b"/>
            <a:pathLst>
              <a:path w="7568" h="27">
                <a:moveTo>
                  <a:pt x="0" y="0"/>
                </a:moveTo>
                <a:lnTo>
                  <a:pt x="7568" y="0"/>
                </a:lnTo>
                <a:lnTo>
                  <a:pt x="7568"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04" name="Freeform: Shape 303"/>
          <p:cNvSpPr/>
          <p:nvPr/>
        </p:nvSpPr>
        <p:spPr>
          <a:xfrm>
            <a:off x="8839080" y="360972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05" name="Freeform: Shape 304"/>
          <p:cNvSpPr/>
          <p:nvPr/>
        </p:nvSpPr>
        <p:spPr>
          <a:xfrm>
            <a:off x="8848440" y="3600360"/>
            <a:ext cx="2600640" cy="9720"/>
          </a:xfrm>
          <a:custGeom>
            <a:avLst/>
            <a:gdLst/>
            <a:ahLst/>
            <a:cxnLst/>
            <a:rect l="0" t="0" r="r" b="b"/>
            <a:pathLst>
              <a:path w="7224" h="27">
                <a:moveTo>
                  <a:pt x="0" y="0"/>
                </a:moveTo>
                <a:lnTo>
                  <a:pt x="7224" y="0"/>
                </a:lnTo>
                <a:lnTo>
                  <a:pt x="7224" y="27"/>
                </a:lnTo>
                <a:lnTo>
                  <a:pt x="0" y="27"/>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06" name="Freeform: Shape 305"/>
          <p:cNvSpPr/>
          <p:nvPr/>
        </p:nvSpPr>
        <p:spPr>
          <a:xfrm>
            <a:off x="11439360" y="360972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07" name="Freeform: Shape 306"/>
          <p:cNvSpPr/>
          <p:nvPr/>
        </p:nvSpPr>
        <p:spPr>
          <a:xfrm>
            <a:off x="752400" y="4343040"/>
            <a:ext cx="2724480" cy="10080"/>
          </a:xfrm>
          <a:custGeom>
            <a:avLst/>
            <a:gdLst/>
            <a:ahLst/>
            <a:cxnLst/>
            <a:rect l="0" t="0" r="r" b="b"/>
            <a:pathLst>
              <a:path w="7568" h="28">
                <a:moveTo>
                  <a:pt x="0" y="0"/>
                </a:moveTo>
                <a:lnTo>
                  <a:pt x="7568" y="0"/>
                </a:lnTo>
                <a:lnTo>
                  <a:pt x="7568" y="28"/>
                </a:lnTo>
                <a:lnTo>
                  <a:pt x="0" y="2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08" name="Freeform: Shape 307"/>
          <p:cNvSpPr/>
          <p:nvPr/>
        </p:nvSpPr>
        <p:spPr>
          <a:xfrm>
            <a:off x="3476520" y="4343040"/>
            <a:ext cx="2648160" cy="10080"/>
          </a:xfrm>
          <a:custGeom>
            <a:avLst/>
            <a:gdLst/>
            <a:ahLst/>
            <a:cxnLst/>
            <a:rect l="0" t="0" r="r" b="b"/>
            <a:pathLst>
              <a:path w="7356" h="28">
                <a:moveTo>
                  <a:pt x="0" y="0"/>
                </a:moveTo>
                <a:lnTo>
                  <a:pt x="7356" y="0"/>
                </a:lnTo>
                <a:lnTo>
                  <a:pt x="7356" y="28"/>
                </a:lnTo>
                <a:lnTo>
                  <a:pt x="0" y="2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09" name="Freeform: Shape 308"/>
          <p:cNvSpPr/>
          <p:nvPr/>
        </p:nvSpPr>
        <p:spPr>
          <a:xfrm>
            <a:off x="6124320" y="4343040"/>
            <a:ext cx="2724480" cy="10080"/>
          </a:xfrm>
          <a:custGeom>
            <a:avLst/>
            <a:gdLst/>
            <a:ahLst/>
            <a:cxnLst/>
            <a:rect l="0" t="0" r="r" b="b"/>
            <a:pathLst>
              <a:path w="7568" h="28">
                <a:moveTo>
                  <a:pt x="0" y="0"/>
                </a:moveTo>
                <a:lnTo>
                  <a:pt x="7568" y="0"/>
                </a:lnTo>
                <a:lnTo>
                  <a:pt x="7568" y="28"/>
                </a:lnTo>
                <a:lnTo>
                  <a:pt x="0" y="2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10" name="Freeform: Shape 309"/>
          <p:cNvSpPr/>
          <p:nvPr/>
        </p:nvSpPr>
        <p:spPr>
          <a:xfrm>
            <a:off x="8848440" y="4343040"/>
            <a:ext cx="2600640" cy="10080"/>
          </a:xfrm>
          <a:custGeom>
            <a:avLst/>
            <a:gdLst/>
            <a:ahLst/>
            <a:cxnLst/>
            <a:rect l="0" t="0" r="r" b="b"/>
            <a:pathLst>
              <a:path w="7224" h="28">
                <a:moveTo>
                  <a:pt x="0" y="0"/>
                </a:moveTo>
                <a:lnTo>
                  <a:pt x="7224" y="0"/>
                </a:lnTo>
                <a:lnTo>
                  <a:pt x="7224" y="28"/>
                </a:lnTo>
                <a:lnTo>
                  <a:pt x="0" y="28"/>
                </a:lnTo>
                <a:lnTo>
                  <a:pt x="0" y="0"/>
                </a:lnTo>
                <a:close/>
              </a:path>
            </a:pathLst>
          </a:custGeom>
          <a:solidFill>
            <a:srgbClr val="2F2F2F">
              <a:alpha val="66000"/>
            </a:srgbClr>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11" name="TextBox 310"/>
          <p:cNvSpPr txBox="1"/>
          <p:nvPr/>
        </p:nvSpPr>
        <p:spPr>
          <a:xfrm>
            <a:off x="747720" y="1974960"/>
            <a:ext cx="6303240" cy="293040"/>
          </a:xfrm>
          <a:prstGeom prst="rect">
            <a:avLst/>
          </a:prstGeom>
          <a:noFill/>
          <a:ln w="0">
            <a:noFill/>
          </a:ln>
        </p:spPr>
        <p:txBody>
          <a:bodyPr wrap="none" lIns="0" tIns="0" rIns="0" bIns="0" anchor="t">
            <a:spAutoFit/>
          </a:bodyPr>
          <a:lstStyle/>
          <a:p>
            <a:r>
              <a:rPr lang="en-GB" sz="1910" b="0" u="none" strike="noStrike">
                <a:solidFill>
                  <a:srgbClr val="2F2F2F"/>
                </a:solidFill>
                <a:effectLst/>
                <a:uFillTx/>
                <a:latin typeface="Inter"/>
                <a:ea typeface="Inter"/>
              </a:rPr>
              <a:t>1.2.2 Relationship within each row in the products table</a:t>
            </a:r>
            <a:endParaRPr lang="en-GB" sz="1910" b="0" u="none" strike="noStrike">
              <a:solidFill>
                <a:srgbClr val="000000"/>
              </a:solidFill>
              <a:effectLst/>
              <a:uFillTx/>
              <a:latin typeface="Times New Roman"/>
            </a:endParaRPr>
          </a:p>
        </p:txBody>
      </p:sp>
      <p:sp>
        <p:nvSpPr>
          <p:cNvPr id="312" name="TextBox 311"/>
          <p:cNvSpPr txBox="1"/>
          <p:nvPr/>
        </p:nvSpPr>
        <p:spPr>
          <a:xfrm>
            <a:off x="1760040" y="2530080"/>
            <a:ext cx="6930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Primary</a:t>
            </a:r>
            <a:endParaRPr lang="en-GB" sz="1500" b="0" u="none" strike="noStrike">
              <a:solidFill>
                <a:srgbClr val="000000"/>
              </a:solidFill>
              <a:effectLst/>
              <a:uFillTx/>
              <a:latin typeface="Times New Roman"/>
            </a:endParaRPr>
          </a:p>
        </p:txBody>
      </p:sp>
      <p:sp>
        <p:nvSpPr>
          <p:cNvPr id="313" name="TextBox 312"/>
          <p:cNvSpPr txBox="1"/>
          <p:nvPr/>
        </p:nvSpPr>
        <p:spPr>
          <a:xfrm>
            <a:off x="4308480" y="2530080"/>
            <a:ext cx="9720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Secondary</a:t>
            </a:r>
            <a:endParaRPr lang="en-GB" sz="1500" b="0" u="none" strike="noStrike">
              <a:solidFill>
                <a:srgbClr val="000000"/>
              </a:solidFill>
              <a:effectLst/>
              <a:uFillTx/>
              <a:latin typeface="Times New Roman"/>
            </a:endParaRPr>
          </a:p>
        </p:txBody>
      </p:sp>
      <p:sp>
        <p:nvSpPr>
          <p:cNvPr id="314" name="TextBox 313"/>
          <p:cNvSpPr txBox="1"/>
          <p:nvPr/>
        </p:nvSpPr>
        <p:spPr>
          <a:xfrm>
            <a:off x="6435720" y="2530080"/>
            <a:ext cx="2083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Relationship within row</a:t>
            </a:r>
            <a:endParaRPr lang="en-GB" sz="1500" b="0" u="none" strike="noStrike">
              <a:solidFill>
                <a:srgbClr val="000000"/>
              </a:solidFill>
              <a:effectLst/>
              <a:uFillTx/>
              <a:latin typeface="Times New Roman"/>
            </a:endParaRPr>
          </a:p>
        </p:txBody>
      </p:sp>
      <p:sp>
        <p:nvSpPr>
          <p:cNvPr id="315" name="TextBox 314"/>
          <p:cNvSpPr txBox="1"/>
          <p:nvPr/>
        </p:nvSpPr>
        <p:spPr>
          <a:xfrm>
            <a:off x="9735840" y="2530080"/>
            <a:ext cx="812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Buy Now</a:t>
            </a:r>
            <a:endParaRPr lang="en-GB" sz="1500" b="0" u="none" strike="noStrike">
              <a:solidFill>
                <a:srgbClr val="000000"/>
              </a:solidFill>
              <a:effectLst/>
              <a:uFillTx/>
              <a:latin typeface="Times New Roman"/>
            </a:endParaRPr>
          </a:p>
        </p:txBody>
      </p:sp>
      <p:sp>
        <p:nvSpPr>
          <p:cNvPr id="316" name="TextBox 315"/>
          <p:cNvSpPr txBox="1"/>
          <p:nvPr/>
        </p:nvSpPr>
        <p:spPr>
          <a:xfrm>
            <a:off x="1807200" y="3120480"/>
            <a:ext cx="64296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Printed</a:t>
            </a:r>
            <a:endParaRPr lang="en-GB" sz="1500" b="0" u="none" strike="noStrike" dirty="0">
              <a:solidFill>
                <a:srgbClr val="000000"/>
              </a:solidFill>
              <a:effectLst/>
              <a:uFillTx/>
              <a:latin typeface="Times New Roman"/>
            </a:endParaRPr>
          </a:p>
        </p:txBody>
      </p:sp>
      <p:sp>
        <p:nvSpPr>
          <p:cNvPr id="317" name="TextBox 316"/>
          <p:cNvSpPr txBox="1"/>
          <p:nvPr/>
        </p:nvSpPr>
        <p:spPr>
          <a:xfrm>
            <a:off x="4523400" y="3120480"/>
            <a:ext cx="56952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eBook</a:t>
            </a:r>
            <a:endParaRPr lang="en-GB" sz="1500" b="0" u="none" strike="noStrike" dirty="0">
              <a:solidFill>
                <a:srgbClr val="000000"/>
              </a:solidFill>
              <a:effectLst/>
              <a:uFillTx/>
              <a:latin typeface="Times New Roman"/>
            </a:endParaRPr>
          </a:p>
        </p:txBody>
      </p:sp>
      <p:sp>
        <p:nvSpPr>
          <p:cNvPr id="318" name="TextBox 317"/>
          <p:cNvSpPr txBox="1"/>
          <p:nvPr/>
        </p:nvSpPr>
        <p:spPr>
          <a:xfrm>
            <a:off x="6876720" y="3120480"/>
            <a:ext cx="126432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Same product</a:t>
            </a:r>
            <a:endParaRPr lang="en-GB" sz="1500" b="0" u="none" strike="noStrike" dirty="0">
              <a:solidFill>
                <a:srgbClr val="000000"/>
              </a:solidFill>
              <a:effectLst/>
              <a:uFillTx/>
              <a:latin typeface="Times New Roman"/>
            </a:endParaRPr>
          </a:p>
        </p:txBody>
      </p:sp>
      <p:sp>
        <p:nvSpPr>
          <p:cNvPr id="319" name="TextBox 318"/>
          <p:cNvSpPr txBox="1"/>
          <p:nvPr/>
        </p:nvSpPr>
        <p:spPr>
          <a:xfrm>
            <a:off x="9342360" y="2958480"/>
            <a:ext cx="167832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Material  Material</a:t>
            </a:r>
            <a:endParaRPr lang="en-GB" sz="1500" b="0" u="none" strike="noStrike" dirty="0">
              <a:solidFill>
                <a:srgbClr val="000000"/>
              </a:solidFill>
              <a:effectLst/>
              <a:uFillTx/>
              <a:latin typeface="Times New Roman"/>
            </a:endParaRPr>
          </a:p>
        </p:txBody>
      </p:sp>
      <p:sp>
        <p:nvSpPr>
          <p:cNvPr id="320" name="TextBox 319"/>
          <p:cNvSpPr txBox="1"/>
          <p:nvPr/>
        </p:nvSpPr>
        <p:spPr>
          <a:xfrm>
            <a:off x="9187560" y="3273120"/>
            <a:ext cx="1900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standard  additional</a:t>
            </a:r>
            <a:endParaRPr lang="en-GB" sz="1500" b="0" u="none" strike="noStrike">
              <a:solidFill>
                <a:srgbClr val="000000"/>
              </a:solidFill>
              <a:effectLst/>
              <a:uFillTx/>
              <a:latin typeface="Times New Roman"/>
            </a:endParaRPr>
          </a:p>
        </p:txBody>
      </p:sp>
      <p:sp>
        <p:nvSpPr>
          <p:cNvPr id="321" name="TextBox 320"/>
          <p:cNvSpPr txBox="1"/>
          <p:nvPr/>
        </p:nvSpPr>
        <p:spPr>
          <a:xfrm>
            <a:off x="969840" y="3854160"/>
            <a:ext cx="238356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Mock Exam / Assignments</a:t>
            </a:r>
            <a:endParaRPr lang="en-GB" sz="1500" b="0" u="none" strike="noStrike" dirty="0">
              <a:solidFill>
                <a:srgbClr val="000000"/>
              </a:solidFill>
              <a:effectLst/>
              <a:uFillTx/>
              <a:latin typeface="Times New Roman"/>
            </a:endParaRPr>
          </a:p>
        </p:txBody>
      </p:sp>
      <p:sp>
        <p:nvSpPr>
          <p:cNvPr id="322" name="TextBox 321"/>
          <p:cNvSpPr txBox="1"/>
          <p:nvPr/>
        </p:nvSpPr>
        <p:spPr>
          <a:xfrm>
            <a:off x="4446360" y="3854160"/>
            <a:ext cx="731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Marking</a:t>
            </a:r>
            <a:endParaRPr lang="en-GB" sz="1500" b="0" u="none" strike="noStrike">
              <a:solidFill>
                <a:srgbClr val="000000"/>
              </a:solidFill>
              <a:effectLst/>
              <a:uFillTx/>
              <a:latin typeface="Times New Roman"/>
            </a:endParaRPr>
          </a:p>
        </p:txBody>
      </p:sp>
      <p:sp>
        <p:nvSpPr>
          <p:cNvPr id="323" name="TextBox 322"/>
          <p:cNvSpPr txBox="1"/>
          <p:nvPr/>
        </p:nvSpPr>
        <p:spPr>
          <a:xfrm>
            <a:off x="6753960" y="3854160"/>
            <a:ext cx="155052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Different product</a:t>
            </a:r>
            <a:endParaRPr lang="en-GB" sz="1500" b="0" u="none" strike="noStrike" dirty="0">
              <a:solidFill>
                <a:srgbClr val="000000"/>
              </a:solidFill>
              <a:effectLst/>
              <a:uFillTx/>
              <a:latin typeface="Times New Roman"/>
            </a:endParaRPr>
          </a:p>
        </p:txBody>
      </p:sp>
      <p:sp>
        <p:nvSpPr>
          <p:cNvPr id="324" name="TextBox 323"/>
          <p:cNvSpPr txBox="1"/>
          <p:nvPr/>
        </p:nvSpPr>
        <p:spPr>
          <a:xfrm>
            <a:off x="9334440" y="3701520"/>
            <a:ext cx="168552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Material  Marking</a:t>
            </a:r>
            <a:endParaRPr lang="en-GB" sz="1500" b="0" u="none" strike="noStrike" dirty="0">
              <a:solidFill>
                <a:srgbClr val="000000"/>
              </a:solidFill>
              <a:effectLst/>
              <a:uFillTx/>
              <a:latin typeface="Times New Roman"/>
            </a:endParaRPr>
          </a:p>
        </p:txBody>
      </p:sp>
      <p:sp>
        <p:nvSpPr>
          <p:cNvPr id="325" name="Freeform: Shape 324"/>
          <p:cNvSpPr/>
          <p:nvPr/>
        </p:nvSpPr>
        <p:spPr>
          <a:xfrm>
            <a:off x="870480" y="4792320"/>
            <a:ext cx="39960" cy="39960"/>
          </a:xfrm>
          <a:custGeom>
            <a:avLst/>
            <a:gdLst/>
            <a:ahLst/>
            <a:cxnLst/>
            <a:rect l="0" t="0" r="r" b="b"/>
            <a:pathLst>
              <a:path w="111" h="111">
                <a:moveTo>
                  <a:pt x="111" y="56"/>
                </a:moveTo>
                <a:cubicBezTo>
                  <a:pt x="111" y="63"/>
                  <a:pt x="110" y="70"/>
                  <a:pt x="107" y="77"/>
                </a:cubicBezTo>
                <a:cubicBezTo>
                  <a:pt x="104" y="84"/>
                  <a:pt x="100" y="90"/>
                  <a:pt x="95" y="95"/>
                </a:cubicBezTo>
                <a:cubicBezTo>
                  <a:pt x="90" y="100"/>
                  <a:pt x="84" y="104"/>
                  <a:pt x="77" y="107"/>
                </a:cubicBezTo>
                <a:cubicBezTo>
                  <a:pt x="71" y="110"/>
                  <a:pt x="64" y="111"/>
                  <a:pt x="55" y="111"/>
                </a:cubicBezTo>
                <a:cubicBezTo>
                  <a:pt x="48" y="111"/>
                  <a:pt x="41" y="110"/>
                  <a:pt x="34" y="107"/>
                </a:cubicBezTo>
                <a:cubicBezTo>
                  <a:pt x="28" y="104"/>
                  <a:pt x="22" y="100"/>
                  <a:pt x="16" y="95"/>
                </a:cubicBezTo>
                <a:cubicBezTo>
                  <a:pt x="11" y="90"/>
                  <a:pt x="7" y="84"/>
                  <a:pt x="4" y="77"/>
                </a:cubicBezTo>
                <a:cubicBezTo>
                  <a:pt x="2" y="70"/>
                  <a:pt x="0" y="63"/>
                  <a:pt x="0" y="56"/>
                </a:cubicBezTo>
                <a:cubicBezTo>
                  <a:pt x="0" y="48"/>
                  <a:pt x="2" y="40"/>
                  <a:pt x="4" y="34"/>
                </a:cubicBezTo>
                <a:cubicBezTo>
                  <a:pt x="7" y="27"/>
                  <a:pt x="11" y="21"/>
                  <a:pt x="16" y="16"/>
                </a:cubicBezTo>
                <a:cubicBezTo>
                  <a:pt x="22" y="11"/>
                  <a:pt x="28" y="7"/>
                  <a:pt x="34" y="4"/>
                </a:cubicBezTo>
                <a:cubicBezTo>
                  <a:pt x="41" y="1"/>
                  <a:pt x="48" y="0"/>
                  <a:pt x="55" y="0"/>
                </a:cubicBezTo>
                <a:cubicBezTo>
                  <a:pt x="64" y="0"/>
                  <a:pt x="71" y="1"/>
                  <a:pt x="77" y="4"/>
                </a:cubicBezTo>
                <a:cubicBezTo>
                  <a:pt x="84" y="7"/>
                  <a:pt x="90" y="11"/>
                  <a:pt x="95" y="16"/>
                </a:cubicBezTo>
                <a:cubicBezTo>
                  <a:pt x="100" y="21"/>
                  <a:pt x="104" y="27"/>
                  <a:pt x="107" y="34"/>
                </a:cubicBezTo>
                <a:cubicBezTo>
                  <a:pt x="110" y="40"/>
                  <a:pt x="111" y="48"/>
                  <a:pt x="111" y="56"/>
                </a:cubicBezTo>
                <a:close/>
              </a:path>
            </a:pathLst>
          </a:custGeom>
          <a:solidFill>
            <a:srgbClr val="BE1931"/>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26" name="Freeform: Shape 325"/>
          <p:cNvSpPr/>
          <p:nvPr/>
        </p:nvSpPr>
        <p:spPr>
          <a:xfrm>
            <a:off x="870480" y="4613760"/>
            <a:ext cx="39960" cy="165600"/>
          </a:xfrm>
          <a:custGeom>
            <a:avLst/>
            <a:gdLst/>
            <a:ahLst/>
            <a:cxnLst/>
            <a:rect l="0" t="0" r="r" b="b"/>
            <a:pathLst>
              <a:path w="111" h="460">
                <a:moveTo>
                  <a:pt x="111" y="405"/>
                </a:moveTo>
                <a:cubicBezTo>
                  <a:pt x="111" y="435"/>
                  <a:pt x="87" y="460"/>
                  <a:pt x="55" y="460"/>
                </a:cubicBezTo>
                <a:cubicBezTo>
                  <a:pt x="25" y="460"/>
                  <a:pt x="0" y="435"/>
                  <a:pt x="0" y="405"/>
                </a:cubicBezTo>
                <a:lnTo>
                  <a:pt x="0" y="55"/>
                </a:lnTo>
                <a:cubicBezTo>
                  <a:pt x="0" y="24"/>
                  <a:pt x="25" y="0"/>
                  <a:pt x="55" y="0"/>
                </a:cubicBezTo>
                <a:cubicBezTo>
                  <a:pt x="87" y="0"/>
                  <a:pt x="111" y="24"/>
                  <a:pt x="111" y="55"/>
                </a:cubicBezTo>
                <a:lnTo>
                  <a:pt x="111" y="405"/>
                </a:lnTo>
                <a:close/>
              </a:path>
            </a:pathLst>
          </a:custGeom>
          <a:solidFill>
            <a:srgbClr val="BE1931"/>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27" name="TextBox 326"/>
          <p:cNvSpPr txBox="1"/>
          <p:nvPr/>
        </p:nvSpPr>
        <p:spPr>
          <a:xfrm>
            <a:off x="9230040" y="4015800"/>
            <a:ext cx="1820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standard  standard</a:t>
            </a:r>
            <a:endParaRPr lang="en-GB" sz="1500" b="0" u="none" strike="noStrike">
              <a:solidFill>
                <a:srgbClr val="000000"/>
              </a:solidFill>
              <a:effectLst/>
              <a:uFillTx/>
              <a:latin typeface="Times New Roman"/>
            </a:endParaRPr>
          </a:p>
        </p:txBody>
      </p:sp>
      <p:sp>
        <p:nvSpPr>
          <p:cNvPr id="328" name="TextBox 327"/>
          <p:cNvSpPr txBox="1"/>
          <p:nvPr/>
        </p:nvSpPr>
        <p:spPr>
          <a:xfrm>
            <a:off x="1026000" y="4584960"/>
            <a:ext cx="5061600" cy="293040"/>
          </a:xfrm>
          <a:prstGeom prst="rect">
            <a:avLst/>
          </a:prstGeom>
          <a:noFill/>
          <a:ln w="0">
            <a:noFill/>
          </a:ln>
        </p:spPr>
        <p:txBody>
          <a:bodyPr wrap="none" lIns="0" tIns="0" rIns="0" bIns="0" anchor="t">
            <a:spAutoFit/>
          </a:bodyPr>
          <a:lstStyle/>
          <a:p>
            <a:r>
              <a:rPr lang="en-GB" sz="1910" b="0" u="none" strike="noStrike" dirty="0">
                <a:solidFill>
                  <a:srgbClr val="2F2F2F"/>
                </a:solidFill>
                <a:effectLst/>
                <a:uFillTx/>
                <a:latin typeface="Inter"/>
                <a:ea typeface="Inter"/>
              </a:rPr>
              <a:t>Same "Buy Now" trigger different behaviour</a:t>
            </a:r>
            <a:endParaRPr lang="en-GB" sz="1910" b="0" u="none" strike="noStrike" dirty="0">
              <a:solidFill>
                <a:srgbClr val="000000"/>
              </a:solidFill>
              <a:effectLst/>
              <a:uFillTx/>
              <a:latin typeface="Times New Roman"/>
            </a:endParaRPr>
          </a:p>
        </p:txBody>
      </p:sp>
      <p:sp>
        <p:nvSpPr>
          <p:cNvPr id="329" name="TextBox 328"/>
          <p:cNvSpPr txBox="1"/>
          <p:nvPr/>
        </p:nvSpPr>
        <p:spPr>
          <a:xfrm>
            <a:off x="11783160" y="6335280"/>
            <a:ext cx="22824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6</a:t>
            </a:r>
            <a:endParaRPr lang="en-GB" sz="18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 grpId="0"/>
      <p:bldP spid="317" grpId="0"/>
      <p:bldP spid="318" grpId="0"/>
      <p:bldP spid="319" grpId="0"/>
      <p:bldP spid="320" grpId="0"/>
      <p:bldP spid="321" grpId="0"/>
      <p:bldP spid="322" grpId="0"/>
      <p:bldP spid="323" grpId="0"/>
      <p:bldP spid="324" grpId="0"/>
      <p:bldP spid="326" grpId="0" animBg="1"/>
      <p:bldP spid="327" grpId="0"/>
      <p:bldP spid="3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Freeform: Shape 32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31" name="Freeform: Shape 33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32" name="Freeform: Shape 33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33" name="Freeform: Shape 332"/>
          <p:cNvSpPr/>
          <p:nvPr/>
        </p:nvSpPr>
        <p:spPr>
          <a:xfrm>
            <a:off x="757080" y="2576160"/>
            <a:ext cx="10687320" cy="3896280"/>
          </a:xfrm>
          <a:custGeom>
            <a:avLst/>
            <a:gdLst/>
            <a:ahLst/>
            <a:cxnLst/>
            <a:rect l="0" t="0" r="r" b="b"/>
            <a:pathLst>
              <a:path w="29687" h="10823">
                <a:moveTo>
                  <a:pt x="0" y="10677"/>
                </a:moveTo>
                <a:lnTo>
                  <a:pt x="0" y="146"/>
                </a:lnTo>
                <a:cubicBezTo>
                  <a:pt x="0" y="136"/>
                  <a:pt x="1" y="127"/>
                  <a:pt x="3" y="118"/>
                </a:cubicBezTo>
                <a:cubicBezTo>
                  <a:pt x="5" y="108"/>
                  <a:pt x="7" y="99"/>
                  <a:pt x="11" y="90"/>
                </a:cubicBezTo>
                <a:cubicBezTo>
                  <a:pt x="15" y="81"/>
                  <a:pt x="19" y="73"/>
                  <a:pt x="24" y="65"/>
                </a:cubicBezTo>
                <a:cubicBezTo>
                  <a:pt x="30" y="57"/>
                  <a:pt x="36" y="50"/>
                  <a:pt x="43" y="43"/>
                </a:cubicBezTo>
                <a:cubicBezTo>
                  <a:pt x="49" y="36"/>
                  <a:pt x="57" y="30"/>
                  <a:pt x="65" y="25"/>
                </a:cubicBezTo>
                <a:cubicBezTo>
                  <a:pt x="73" y="20"/>
                  <a:pt x="81" y="15"/>
                  <a:pt x="90" y="12"/>
                </a:cubicBezTo>
                <a:cubicBezTo>
                  <a:pt x="99" y="8"/>
                  <a:pt x="108" y="5"/>
                  <a:pt x="117" y="3"/>
                </a:cubicBezTo>
                <a:cubicBezTo>
                  <a:pt x="126" y="1"/>
                  <a:pt x="136" y="0"/>
                  <a:pt x="145" y="0"/>
                </a:cubicBezTo>
                <a:lnTo>
                  <a:pt x="29542" y="0"/>
                </a:lnTo>
                <a:cubicBezTo>
                  <a:pt x="29551" y="0"/>
                  <a:pt x="29561" y="1"/>
                  <a:pt x="29570" y="3"/>
                </a:cubicBezTo>
                <a:cubicBezTo>
                  <a:pt x="29579" y="5"/>
                  <a:pt x="29589" y="8"/>
                  <a:pt x="29597" y="12"/>
                </a:cubicBezTo>
                <a:cubicBezTo>
                  <a:pt x="29606" y="15"/>
                  <a:pt x="29615" y="20"/>
                  <a:pt x="29623" y="25"/>
                </a:cubicBezTo>
                <a:cubicBezTo>
                  <a:pt x="29630" y="30"/>
                  <a:pt x="29638" y="36"/>
                  <a:pt x="29645" y="43"/>
                </a:cubicBezTo>
                <a:cubicBezTo>
                  <a:pt x="29651" y="50"/>
                  <a:pt x="29657" y="57"/>
                  <a:pt x="29663" y="65"/>
                </a:cubicBezTo>
                <a:cubicBezTo>
                  <a:pt x="29668" y="73"/>
                  <a:pt x="29672" y="81"/>
                  <a:pt x="29676" y="90"/>
                </a:cubicBezTo>
                <a:cubicBezTo>
                  <a:pt x="29680" y="99"/>
                  <a:pt x="29683" y="108"/>
                  <a:pt x="29684" y="118"/>
                </a:cubicBezTo>
                <a:cubicBezTo>
                  <a:pt x="29686" y="127"/>
                  <a:pt x="29687" y="136"/>
                  <a:pt x="29687" y="146"/>
                </a:cubicBezTo>
                <a:lnTo>
                  <a:pt x="29687" y="10677"/>
                </a:lnTo>
                <a:cubicBezTo>
                  <a:pt x="29687" y="10687"/>
                  <a:pt x="29686" y="10696"/>
                  <a:pt x="29684" y="10706"/>
                </a:cubicBezTo>
                <a:cubicBezTo>
                  <a:pt x="29683" y="10715"/>
                  <a:pt x="29680" y="10724"/>
                  <a:pt x="29676" y="10733"/>
                </a:cubicBezTo>
                <a:cubicBezTo>
                  <a:pt x="29672" y="10742"/>
                  <a:pt x="29668" y="10750"/>
                  <a:pt x="29663" y="10758"/>
                </a:cubicBezTo>
                <a:cubicBezTo>
                  <a:pt x="29657" y="10766"/>
                  <a:pt x="29651" y="10774"/>
                  <a:pt x="29645" y="10780"/>
                </a:cubicBezTo>
                <a:cubicBezTo>
                  <a:pt x="29638" y="10787"/>
                  <a:pt x="29630" y="10793"/>
                  <a:pt x="29623" y="10798"/>
                </a:cubicBezTo>
                <a:cubicBezTo>
                  <a:pt x="29615" y="10804"/>
                  <a:pt x="29606" y="10808"/>
                  <a:pt x="29597" y="10812"/>
                </a:cubicBezTo>
                <a:cubicBezTo>
                  <a:pt x="29589" y="10816"/>
                  <a:pt x="29579" y="10818"/>
                  <a:pt x="29570" y="10820"/>
                </a:cubicBezTo>
                <a:cubicBezTo>
                  <a:pt x="29561" y="10822"/>
                  <a:pt x="29551" y="10823"/>
                  <a:pt x="29542" y="10823"/>
                </a:cubicBezTo>
                <a:lnTo>
                  <a:pt x="145" y="10823"/>
                </a:lnTo>
                <a:cubicBezTo>
                  <a:pt x="136" y="10823"/>
                  <a:pt x="126" y="10822"/>
                  <a:pt x="117" y="10820"/>
                </a:cubicBezTo>
                <a:cubicBezTo>
                  <a:pt x="108" y="10818"/>
                  <a:pt x="99" y="10816"/>
                  <a:pt x="90" y="10812"/>
                </a:cubicBezTo>
                <a:cubicBezTo>
                  <a:pt x="81" y="10808"/>
                  <a:pt x="73" y="10804"/>
                  <a:pt x="65" y="10798"/>
                </a:cubicBezTo>
                <a:cubicBezTo>
                  <a:pt x="57" y="10793"/>
                  <a:pt x="49" y="10787"/>
                  <a:pt x="43" y="10780"/>
                </a:cubicBezTo>
                <a:cubicBezTo>
                  <a:pt x="36" y="10774"/>
                  <a:pt x="30" y="10766"/>
                  <a:pt x="24" y="10758"/>
                </a:cubicBezTo>
                <a:cubicBezTo>
                  <a:pt x="19" y="10750"/>
                  <a:pt x="15" y="10742"/>
                  <a:pt x="11" y="10733"/>
                </a:cubicBezTo>
                <a:cubicBezTo>
                  <a:pt x="7" y="10724"/>
                  <a:pt x="5" y="10715"/>
                  <a:pt x="3" y="10706"/>
                </a:cubicBezTo>
                <a:cubicBezTo>
                  <a:pt x="1" y="10696"/>
                  <a:pt x="0" y="10687"/>
                  <a:pt x="0" y="10677"/>
                </a:cubicBez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34" name="Freeform: Shape 333"/>
          <p:cNvSpPr/>
          <p:nvPr/>
        </p:nvSpPr>
        <p:spPr>
          <a:xfrm>
            <a:off x="757080" y="2576160"/>
            <a:ext cx="10687320" cy="3896280"/>
          </a:xfrm>
          <a:custGeom>
            <a:avLst/>
            <a:gdLst/>
            <a:ahLst/>
            <a:cxnLst/>
            <a:rect l="0" t="0" r="r" b="b"/>
            <a:pathLst>
              <a:path w="29687" h="10823">
                <a:moveTo>
                  <a:pt x="0" y="10677"/>
                </a:moveTo>
                <a:lnTo>
                  <a:pt x="0" y="146"/>
                </a:lnTo>
                <a:cubicBezTo>
                  <a:pt x="0" y="136"/>
                  <a:pt x="1" y="127"/>
                  <a:pt x="3" y="118"/>
                </a:cubicBezTo>
                <a:cubicBezTo>
                  <a:pt x="5" y="108"/>
                  <a:pt x="7" y="99"/>
                  <a:pt x="11" y="90"/>
                </a:cubicBezTo>
                <a:cubicBezTo>
                  <a:pt x="15" y="81"/>
                  <a:pt x="19" y="73"/>
                  <a:pt x="24" y="65"/>
                </a:cubicBezTo>
                <a:cubicBezTo>
                  <a:pt x="30" y="57"/>
                  <a:pt x="36" y="50"/>
                  <a:pt x="43" y="43"/>
                </a:cubicBezTo>
                <a:cubicBezTo>
                  <a:pt x="49" y="36"/>
                  <a:pt x="57" y="30"/>
                  <a:pt x="65" y="25"/>
                </a:cubicBezTo>
                <a:cubicBezTo>
                  <a:pt x="73" y="20"/>
                  <a:pt x="81" y="15"/>
                  <a:pt x="90" y="12"/>
                </a:cubicBezTo>
                <a:cubicBezTo>
                  <a:pt x="99" y="8"/>
                  <a:pt x="108" y="5"/>
                  <a:pt x="117" y="3"/>
                </a:cubicBezTo>
                <a:cubicBezTo>
                  <a:pt x="126" y="1"/>
                  <a:pt x="136" y="0"/>
                  <a:pt x="145" y="0"/>
                </a:cubicBezTo>
                <a:lnTo>
                  <a:pt x="29542" y="0"/>
                </a:lnTo>
                <a:cubicBezTo>
                  <a:pt x="29551" y="0"/>
                  <a:pt x="29561" y="1"/>
                  <a:pt x="29570" y="3"/>
                </a:cubicBezTo>
                <a:cubicBezTo>
                  <a:pt x="29579" y="5"/>
                  <a:pt x="29589" y="8"/>
                  <a:pt x="29597" y="12"/>
                </a:cubicBezTo>
                <a:cubicBezTo>
                  <a:pt x="29606" y="15"/>
                  <a:pt x="29615" y="20"/>
                  <a:pt x="29623" y="25"/>
                </a:cubicBezTo>
                <a:cubicBezTo>
                  <a:pt x="29630" y="30"/>
                  <a:pt x="29638" y="36"/>
                  <a:pt x="29645" y="43"/>
                </a:cubicBezTo>
                <a:cubicBezTo>
                  <a:pt x="29651" y="50"/>
                  <a:pt x="29657" y="57"/>
                  <a:pt x="29663" y="65"/>
                </a:cubicBezTo>
                <a:cubicBezTo>
                  <a:pt x="29668" y="73"/>
                  <a:pt x="29672" y="81"/>
                  <a:pt x="29676" y="90"/>
                </a:cubicBezTo>
                <a:cubicBezTo>
                  <a:pt x="29680" y="99"/>
                  <a:pt x="29683" y="108"/>
                  <a:pt x="29684" y="118"/>
                </a:cubicBezTo>
                <a:cubicBezTo>
                  <a:pt x="29686" y="127"/>
                  <a:pt x="29687" y="136"/>
                  <a:pt x="29687" y="146"/>
                </a:cubicBezTo>
                <a:lnTo>
                  <a:pt x="29687" y="10677"/>
                </a:lnTo>
                <a:cubicBezTo>
                  <a:pt x="29687" y="10687"/>
                  <a:pt x="29686" y="10696"/>
                  <a:pt x="29684" y="10706"/>
                </a:cubicBezTo>
                <a:cubicBezTo>
                  <a:pt x="29683" y="10715"/>
                  <a:pt x="29680" y="10724"/>
                  <a:pt x="29676" y="10733"/>
                </a:cubicBezTo>
                <a:cubicBezTo>
                  <a:pt x="29672" y="10742"/>
                  <a:pt x="29668" y="10750"/>
                  <a:pt x="29663" y="10758"/>
                </a:cubicBezTo>
                <a:cubicBezTo>
                  <a:pt x="29657" y="10766"/>
                  <a:pt x="29651" y="10774"/>
                  <a:pt x="29645" y="10780"/>
                </a:cubicBezTo>
                <a:cubicBezTo>
                  <a:pt x="29638" y="10787"/>
                  <a:pt x="29630" y="10793"/>
                  <a:pt x="29623" y="10798"/>
                </a:cubicBezTo>
                <a:cubicBezTo>
                  <a:pt x="29615" y="10804"/>
                  <a:pt x="29606" y="10808"/>
                  <a:pt x="29597" y="10812"/>
                </a:cubicBezTo>
                <a:cubicBezTo>
                  <a:pt x="29589" y="10816"/>
                  <a:pt x="29579" y="10818"/>
                  <a:pt x="29570" y="10820"/>
                </a:cubicBezTo>
                <a:cubicBezTo>
                  <a:pt x="29561" y="10822"/>
                  <a:pt x="29551" y="10823"/>
                  <a:pt x="29542" y="10823"/>
                </a:cubicBezTo>
                <a:lnTo>
                  <a:pt x="145" y="10823"/>
                </a:lnTo>
                <a:cubicBezTo>
                  <a:pt x="136" y="10823"/>
                  <a:pt x="126" y="10822"/>
                  <a:pt x="117" y="10820"/>
                </a:cubicBezTo>
                <a:cubicBezTo>
                  <a:pt x="108" y="10818"/>
                  <a:pt x="99" y="10816"/>
                  <a:pt x="90" y="10812"/>
                </a:cubicBezTo>
                <a:cubicBezTo>
                  <a:pt x="81" y="10808"/>
                  <a:pt x="73" y="10804"/>
                  <a:pt x="65" y="10798"/>
                </a:cubicBezTo>
                <a:cubicBezTo>
                  <a:pt x="57" y="10793"/>
                  <a:pt x="49" y="10787"/>
                  <a:pt x="43" y="10780"/>
                </a:cubicBezTo>
                <a:cubicBezTo>
                  <a:pt x="36" y="10774"/>
                  <a:pt x="30" y="10766"/>
                  <a:pt x="24" y="10758"/>
                </a:cubicBezTo>
                <a:cubicBezTo>
                  <a:pt x="19" y="10750"/>
                  <a:pt x="15" y="10742"/>
                  <a:pt x="11" y="10733"/>
                </a:cubicBezTo>
                <a:cubicBezTo>
                  <a:pt x="7" y="10724"/>
                  <a:pt x="5" y="10715"/>
                  <a:pt x="3" y="10706"/>
                </a:cubicBezTo>
                <a:cubicBezTo>
                  <a:pt x="1" y="10696"/>
                  <a:pt x="0" y="10687"/>
                  <a:pt x="0" y="10677"/>
                </a:cubicBezTo>
                <a:close/>
              </a:path>
            </a:pathLst>
          </a:custGeom>
          <a:noFill/>
          <a:ln w="9360">
            <a:solidFill>
              <a:srgbClr val="D1D9E0"/>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335" name="TextBox 334"/>
          <p:cNvSpPr txBox="1"/>
          <p:nvPr/>
        </p:nvSpPr>
        <p:spPr>
          <a:xfrm>
            <a:off x="747720" y="758520"/>
            <a:ext cx="6241320" cy="373680"/>
          </a:xfrm>
          <a:prstGeom prst="rect">
            <a:avLst/>
          </a:prstGeom>
          <a:noFill/>
          <a:ln w="0">
            <a:noFill/>
          </a:ln>
        </p:spPr>
        <p:txBody>
          <a:bodyPr wrap="none" lIns="0" tIns="0" rIns="0" bIns="0" anchor="t">
            <a:spAutoFit/>
          </a:bodyPr>
          <a:lstStyle/>
          <a:p>
            <a:r>
              <a:rPr lang="en-GB" sz="2420" b="0" u="none" strike="noStrike">
                <a:solidFill>
                  <a:srgbClr val="2F2F2F"/>
                </a:solidFill>
                <a:effectLst/>
                <a:uFillTx/>
                <a:latin typeface="Inter"/>
                <a:ea typeface="Inter"/>
              </a:rPr>
              <a:t>1.3 Layout controlled by products.dbf table</a:t>
            </a:r>
            <a:endParaRPr lang="en-GB" sz="2420" b="0" u="none" strike="noStrike">
              <a:solidFill>
                <a:srgbClr val="000000"/>
              </a:solidFill>
              <a:effectLst/>
              <a:uFillTx/>
              <a:latin typeface="Times New Roman"/>
            </a:endParaRPr>
          </a:p>
        </p:txBody>
      </p:sp>
      <p:sp>
        <p:nvSpPr>
          <p:cNvPr id="336" name="Freeform: Shape 335"/>
          <p:cNvSpPr/>
          <p:nvPr/>
        </p:nvSpPr>
        <p:spPr>
          <a:xfrm>
            <a:off x="952200" y="1885680"/>
            <a:ext cx="57600" cy="57600"/>
          </a:xfrm>
          <a:custGeom>
            <a:avLst/>
            <a:gdLst/>
            <a:ahLst/>
            <a:cxnLst/>
            <a:rect l="0" t="0" r="r" b="b"/>
            <a:pathLst>
              <a:path w="160" h="160">
                <a:moveTo>
                  <a:pt x="160" y="81"/>
                </a:moveTo>
                <a:cubicBezTo>
                  <a:pt x="160" y="91"/>
                  <a:pt x="158" y="101"/>
                  <a:pt x="154" y="111"/>
                </a:cubicBezTo>
                <a:cubicBezTo>
                  <a:pt x="150" y="121"/>
                  <a:pt x="144" y="129"/>
                  <a:pt x="137" y="137"/>
                </a:cubicBezTo>
                <a:cubicBezTo>
                  <a:pt x="129" y="144"/>
                  <a:pt x="121" y="150"/>
                  <a:pt x="110" y="154"/>
                </a:cubicBezTo>
                <a:cubicBezTo>
                  <a:pt x="100"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60"/>
                  <a:pt x="6" y="49"/>
                </a:cubicBezTo>
                <a:cubicBezTo>
                  <a:pt x="10" y="40"/>
                  <a:pt x="16" y="31"/>
                  <a:pt x="24" y="23"/>
                </a:cubicBezTo>
                <a:cubicBezTo>
                  <a:pt x="31" y="16"/>
                  <a:pt x="40" y="10"/>
                  <a:pt x="49" y="6"/>
                </a:cubicBezTo>
                <a:cubicBezTo>
                  <a:pt x="59" y="2"/>
                  <a:pt x="69" y="0"/>
                  <a:pt x="80" y="0"/>
                </a:cubicBezTo>
                <a:cubicBezTo>
                  <a:pt x="90" y="0"/>
                  <a:pt x="100" y="2"/>
                  <a:pt x="110" y="6"/>
                </a:cubicBezTo>
                <a:cubicBezTo>
                  <a:pt x="121" y="10"/>
                  <a:pt x="129" y="16"/>
                  <a:pt x="137" y="23"/>
                </a:cubicBezTo>
                <a:cubicBezTo>
                  <a:pt x="144" y="31"/>
                  <a:pt x="150" y="40"/>
                  <a:pt x="154" y="49"/>
                </a:cubicBezTo>
                <a:cubicBezTo>
                  <a:pt x="158" y="60"/>
                  <a:pt x="160" y="70"/>
                  <a:pt x="160" y="81"/>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37" name="TextBox 336"/>
          <p:cNvSpPr txBox="1"/>
          <p:nvPr/>
        </p:nvSpPr>
        <p:spPr>
          <a:xfrm>
            <a:off x="747720" y="1329840"/>
            <a:ext cx="6237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The layout of the products table is controlled where clause condition:</a:t>
            </a:r>
            <a:endParaRPr lang="en-GB" sz="1500" b="0" u="none" strike="noStrike">
              <a:solidFill>
                <a:srgbClr val="000000"/>
              </a:solidFill>
              <a:effectLst/>
              <a:uFillTx/>
              <a:latin typeface="Times New Roman"/>
            </a:endParaRPr>
          </a:p>
        </p:txBody>
      </p:sp>
      <p:sp>
        <p:nvSpPr>
          <p:cNvPr id="338" name="Freeform: Shape 337"/>
          <p:cNvSpPr/>
          <p:nvPr/>
        </p:nvSpPr>
        <p:spPr>
          <a:xfrm>
            <a:off x="952200" y="2238120"/>
            <a:ext cx="57600" cy="57600"/>
          </a:xfrm>
          <a:custGeom>
            <a:avLst/>
            <a:gdLst/>
            <a:ahLst/>
            <a:cxnLst/>
            <a:rect l="0" t="0" r="r" b="b"/>
            <a:pathLst>
              <a:path w="160" h="160">
                <a:moveTo>
                  <a:pt x="160" y="81"/>
                </a:moveTo>
                <a:cubicBezTo>
                  <a:pt x="160" y="91"/>
                  <a:pt x="158" y="101"/>
                  <a:pt x="154" y="111"/>
                </a:cubicBezTo>
                <a:cubicBezTo>
                  <a:pt x="150" y="121"/>
                  <a:pt x="144" y="129"/>
                  <a:pt x="137" y="137"/>
                </a:cubicBezTo>
                <a:cubicBezTo>
                  <a:pt x="129" y="144"/>
                  <a:pt x="121" y="150"/>
                  <a:pt x="110" y="154"/>
                </a:cubicBezTo>
                <a:cubicBezTo>
                  <a:pt x="100"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60"/>
                  <a:pt x="6" y="50"/>
                </a:cubicBezTo>
                <a:cubicBezTo>
                  <a:pt x="10" y="40"/>
                  <a:pt x="16" y="32"/>
                  <a:pt x="24" y="23"/>
                </a:cubicBezTo>
                <a:cubicBezTo>
                  <a:pt x="31" y="16"/>
                  <a:pt x="40" y="10"/>
                  <a:pt x="49" y="6"/>
                </a:cubicBezTo>
                <a:cubicBezTo>
                  <a:pt x="59" y="2"/>
                  <a:pt x="69" y="0"/>
                  <a:pt x="80" y="0"/>
                </a:cubicBezTo>
                <a:cubicBezTo>
                  <a:pt x="90" y="0"/>
                  <a:pt x="100" y="2"/>
                  <a:pt x="110" y="6"/>
                </a:cubicBezTo>
                <a:cubicBezTo>
                  <a:pt x="121" y="10"/>
                  <a:pt x="129" y="16"/>
                  <a:pt x="137" y="23"/>
                </a:cubicBezTo>
                <a:cubicBezTo>
                  <a:pt x="144" y="32"/>
                  <a:pt x="150" y="40"/>
                  <a:pt x="154" y="50"/>
                </a:cubicBezTo>
                <a:cubicBezTo>
                  <a:pt x="158" y="60"/>
                  <a:pt x="160" y="70"/>
                  <a:pt x="160" y="81"/>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39" name="TextBox 338"/>
          <p:cNvSpPr txBox="1"/>
          <p:nvPr/>
        </p:nvSpPr>
        <p:spPr>
          <a:xfrm>
            <a:off x="1128600" y="1787040"/>
            <a:ext cx="2684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.NOT. main_product_category</a:t>
            </a:r>
            <a:endParaRPr lang="en-GB" sz="1500" b="0" u="none" strike="noStrike">
              <a:solidFill>
                <a:srgbClr val="000000"/>
              </a:solidFill>
              <a:effectLst/>
              <a:uFillTx/>
              <a:latin typeface="Times New Roman"/>
            </a:endParaRPr>
          </a:p>
        </p:txBody>
      </p:sp>
      <p:sp>
        <p:nvSpPr>
          <p:cNvPr id="340" name="TextBox 339"/>
          <p:cNvSpPr txBox="1"/>
          <p:nvPr/>
        </p:nvSpPr>
        <p:spPr>
          <a:xfrm>
            <a:off x="1128600" y="2139480"/>
            <a:ext cx="22899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products.addonsale field.</a:t>
            </a:r>
            <a:endParaRPr lang="en-GB" sz="1500" b="0" u="none" strike="noStrike">
              <a:solidFill>
                <a:srgbClr val="000000"/>
              </a:solidFill>
              <a:effectLst/>
              <a:uFillTx/>
              <a:latin typeface="Times New Roman"/>
            </a:endParaRPr>
          </a:p>
        </p:txBody>
      </p:sp>
      <p:sp>
        <p:nvSpPr>
          <p:cNvPr id="341" name="TextBox 340"/>
          <p:cNvSpPr txBox="1"/>
          <p:nvPr/>
        </p:nvSpPr>
        <p:spPr>
          <a:xfrm>
            <a:off x="914400" y="2782440"/>
            <a:ext cx="26532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42" name="TextBox 341"/>
          <p:cNvSpPr txBox="1"/>
          <p:nvPr/>
        </p:nvSpPr>
        <p:spPr>
          <a:xfrm>
            <a:off x="1172520" y="2755440"/>
            <a:ext cx="45648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SELECT</a:t>
            </a:r>
            <a:endParaRPr lang="en-GB" sz="939" b="0" u="none" strike="noStrike">
              <a:solidFill>
                <a:srgbClr val="000000"/>
              </a:solidFill>
              <a:effectLst/>
              <a:uFillTx/>
              <a:latin typeface="Times New Roman"/>
            </a:endParaRPr>
          </a:p>
        </p:txBody>
      </p:sp>
      <p:sp>
        <p:nvSpPr>
          <p:cNvPr id="343" name="TextBox 342"/>
          <p:cNvSpPr txBox="1"/>
          <p:nvPr/>
        </p:nvSpPr>
        <p:spPr>
          <a:xfrm>
            <a:off x="1613880" y="2782440"/>
            <a:ext cx="99360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 RECNO() AS </a:t>
            </a:r>
            <a:endParaRPr lang="en-GB" sz="939" b="0" u="none" strike="noStrike">
              <a:solidFill>
                <a:srgbClr val="000000"/>
              </a:solidFill>
              <a:effectLst/>
              <a:uFillTx/>
              <a:latin typeface="Times New Roman"/>
            </a:endParaRPr>
          </a:p>
        </p:txBody>
      </p:sp>
      <p:sp>
        <p:nvSpPr>
          <p:cNvPr id="344" name="TextBox 343"/>
          <p:cNvSpPr txBox="1"/>
          <p:nvPr/>
        </p:nvSpPr>
        <p:spPr>
          <a:xfrm>
            <a:off x="2581920" y="2755440"/>
            <a:ext cx="29736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"rec"</a:t>
            </a:r>
            <a:endParaRPr lang="en-GB" sz="939" b="0" u="none" strike="noStrike">
              <a:solidFill>
                <a:srgbClr val="000000"/>
              </a:solidFill>
              <a:effectLst/>
              <a:uFillTx/>
              <a:latin typeface="Times New Roman"/>
            </a:endParaRPr>
          </a:p>
        </p:txBody>
      </p:sp>
      <p:sp>
        <p:nvSpPr>
          <p:cNvPr id="345" name="TextBox 344"/>
          <p:cNvSpPr txBox="1"/>
          <p:nvPr/>
        </p:nvSpPr>
        <p:spPr>
          <a:xfrm>
            <a:off x="2857320" y="2782440"/>
            <a:ext cx="39780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IIF(</a:t>
            </a:r>
            <a:endParaRPr lang="en-GB" sz="939" b="0" u="none" strike="noStrike">
              <a:solidFill>
                <a:srgbClr val="000000"/>
              </a:solidFill>
              <a:effectLst/>
              <a:uFillTx/>
              <a:latin typeface="Times New Roman"/>
            </a:endParaRPr>
          </a:p>
        </p:txBody>
      </p:sp>
      <p:sp>
        <p:nvSpPr>
          <p:cNvPr id="346" name="TextBox 345"/>
          <p:cNvSpPr txBox="1"/>
          <p:nvPr/>
        </p:nvSpPr>
        <p:spPr>
          <a:xfrm>
            <a:off x="3244320" y="2755440"/>
            <a:ext cx="31176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"/PB"</a:t>
            </a:r>
            <a:endParaRPr lang="en-GB" sz="939" b="0" u="none" strike="noStrike">
              <a:solidFill>
                <a:srgbClr val="000000"/>
              </a:solidFill>
              <a:effectLst/>
              <a:uFillTx/>
              <a:latin typeface="Times New Roman"/>
            </a:endParaRPr>
          </a:p>
        </p:txBody>
      </p:sp>
      <p:sp>
        <p:nvSpPr>
          <p:cNvPr id="347" name="TextBox 346"/>
          <p:cNvSpPr txBox="1"/>
          <p:nvPr/>
        </p:nvSpPr>
        <p:spPr>
          <a:xfrm>
            <a:off x="3538080" y="2782440"/>
            <a:ext cx="59652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 code .</a:t>
            </a:r>
            <a:endParaRPr lang="en-GB" sz="939" b="0" u="none" strike="noStrike">
              <a:solidFill>
                <a:srgbClr val="000000"/>
              </a:solidFill>
              <a:effectLst/>
              <a:uFillTx/>
              <a:latin typeface="Times New Roman"/>
            </a:endParaRPr>
          </a:p>
        </p:txBody>
      </p:sp>
      <p:sp>
        <p:nvSpPr>
          <p:cNvPr id="348" name="TextBox 347"/>
          <p:cNvSpPr txBox="1"/>
          <p:nvPr/>
        </p:nvSpPr>
        <p:spPr>
          <a:xfrm>
            <a:off x="4118760" y="275544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AND</a:t>
            </a:r>
            <a:endParaRPr lang="en-GB" sz="939" b="0" u="none" strike="noStrike">
              <a:solidFill>
                <a:srgbClr val="000000"/>
              </a:solidFill>
              <a:effectLst/>
              <a:uFillTx/>
              <a:latin typeface="Times New Roman"/>
            </a:endParaRPr>
          </a:p>
        </p:txBody>
      </p:sp>
      <p:sp>
        <p:nvSpPr>
          <p:cNvPr id="349" name="TextBox 348"/>
          <p:cNvSpPr txBox="1"/>
          <p:nvPr/>
        </p:nvSpPr>
        <p:spPr>
          <a:xfrm>
            <a:off x="4372920" y="278244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50" name="TextBox 349"/>
          <p:cNvSpPr txBox="1"/>
          <p:nvPr/>
        </p:nvSpPr>
        <p:spPr>
          <a:xfrm>
            <a:off x="4566600" y="275544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NOT</a:t>
            </a:r>
            <a:endParaRPr lang="en-GB" sz="939" b="0" u="none" strike="noStrike">
              <a:solidFill>
                <a:srgbClr val="000000"/>
              </a:solidFill>
              <a:effectLst/>
              <a:uFillTx/>
              <a:latin typeface="Times New Roman"/>
            </a:endParaRPr>
          </a:p>
        </p:txBody>
      </p:sp>
      <p:sp>
        <p:nvSpPr>
          <p:cNvPr id="351" name="TextBox 350"/>
          <p:cNvSpPr txBox="1"/>
          <p:nvPr/>
        </p:nvSpPr>
        <p:spPr>
          <a:xfrm>
            <a:off x="4816440" y="2782440"/>
            <a:ext cx="13320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52" name="TextBox 351"/>
          <p:cNvSpPr txBox="1"/>
          <p:nvPr/>
        </p:nvSpPr>
        <p:spPr>
          <a:xfrm>
            <a:off x="4945680" y="2755440"/>
            <a:ext cx="46692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"/PB&amp;R"</a:t>
            </a:r>
            <a:endParaRPr lang="en-GB" sz="939" b="0" u="none" strike="noStrike">
              <a:solidFill>
                <a:srgbClr val="000000"/>
              </a:solidFill>
              <a:effectLst/>
              <a:uFillTx/>
              <a:latin typeface="Times New Roman"/>
            </a:endParaRPr>
          </a:p>
        </p:txBody>
      </p:sp>
      <p:sp>
        <p:nvSpPr>
          <p:cNvPr id="353" name="TextBox 352"/>
          <p:cNvSpPr txBox="1"/>
          <p:nvPr/>
        </p:nvSpPr>
        <p:spPr>
          <a:xfrm>
            <a:off x="5387040" y="2782440"/>
            <a:ext cx="59652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 code .</a:t>
            </a:r>
            <a:endParaRPr lang="en-GB" sz="939" b="0" u="none" strike="noStrike">
              <a:solidFill>
                <a:srgbClr val="000000"/>
              </a:solidFill>
              <a:effectLst/>
              <a:uFillTx/>
              <a:latin typeface="Times New Roman"/>
            </a:endParaRPr>
          </a:p>
        </p:txBody>
      </p:sp>
      <p:sp>
        <p:nvSpPr>
          <p:cNvPr id="354" name="TextBox 353"/>
          <p:cNvSpPr txBox="1"/>
          <p:nvPr/>
        </p:nvSpPr>
        <p:spPr>
          <a:xfrm>
            <a:off x="5968080" y="275544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AND</a:t>
            </a:r>
            <a:endParaRPr lang="en-GB" sz="939" b="0" u="none" strike="noStrike">
              <a:solidFill>
                <a:srgbClr val="000000"/>
              </a:solidFill>
              <a:effectLst/>
              <a:uFillTx/>
              <a:latin typeface="Times New Roman"/>
            </a:endParaRPr>
          </a:p>
        </p:txBody>
      </p:sp>
      <p:sp>
        <p:nvSpPr>
          <p:cNvPr id="355" name="TextBox 354"/>
          <p:cNvSpPr txBox="1"/>
          <p:nvPr/>
        </p:nvSpPr>
        <p:spPr>
          <a:xfrm>
            <a:off x="6221880" y="278244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56" name="TextBox 355"/>
          <p:cNvSpPr txBox="1"/>
          <p:nvPr/>
        </p:nvSpPr>
        <p:spPr>
          <a:xfrm>
            <a:off x="6415560" y="275544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NOT</a:t>
            </a:r>
            <a:endParaRPr lang="en-GB" sz="939" b="0" u="none" strike="noStrike">
              <a:solidFill>
                <a:srgbClr val="000000"/>
              </a:solidFill>
              <a:effectLst/>
              <a:uFillTx/>
              <a:latin typeface="Times New Roman"/>
            </a:endParaRPr>
          </a:p>
        </p:txBody>
      </p:sp>
      <p:sp>
        <p:nvSpPr>
          <p:cNvPr id="357" name="TextBox 356"/>
          <p:cNvSpPr txBox="1"/>
          <p:nvPr/>
        </p:nvSpPr>
        <p:spPr>
          <a:xfrm>
            <a:off x="6665400" y="2782440"/>
            <a:ext cx="13320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58" name="TextBox 357"/>
          <p:cNvSpPr txBox="1"/>
          <p:nvPr/>
        </p:nvSpPr>
        <p:spPr>
          <a:xfrm>
            <a:off x="6794640" y="2755440"/>
            <a:ext cx="47232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"/PBAR"</a:t>
            </a:r>
            <a:endParaRPr lang="en-GB" sz="939" b="0" u="none" strike="noStrike">
              <a:solidFill>
                <a:srgbClr val="000000"/>
              </a:solidFill>
              <a:effectLst/>
              <a:uFillTx/>
              <a:latin typeface="Times New Roman"/>
            </a:endParaRPr>
          </a:p>
        </p:txBody>
      </p:sp>
      <p:sp>
        <p:nvSpPr>
          <p:cNvPr id="359" name="TextBox 358"/>
          <p:cNvSpPr txBox="1"/>
          <p:nvPr/>
        </p:nvSpPr>
        <p:spPr>
          <a:xfrm>
            <a:off x="7242120" y="2782440"/>
            <a:ext cx="53028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 code,</a:t>
            </a:r>
            <a:endParaRPr lang="en-GB" sz="939" b="0" u="none" strike="noStrike">
              <a:solidFill>
                <a:srgbClr val="000000"/>
              </a:solidFill>
              <a:effectLst/>
              <a:uFillTx/>
              <a:latin typeface="Times New Roman"/>
            </a:endParaRPr>
          </a:p>
        </p:txBody>
      </p:sp>
      <p:sp>
        <p:nvSpPr>
          <p:cNvPr id="360" name="TextBox 359"/>
          <p:cNvSpPr txBox="1"/>
          <p:nvPr/>
        </p:nvSpPr>
        <p:spPr>
          <a:xfrm>
            <a:off x="7758360" y="2755440"/>
            <a:ext cx="19584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"A"</a:t>
            </a:r>
            <a:endParaRPr lang="en-GB" sz="939" b="0" u="none" strike="noStrike">
              <a:solidFill>
                <a:srgbClr val="000000"/>
              </a:solidFill>
              <a:effectLst/>
              <a:uFillTx/>
              <a:latin typeface="Times New Roman"/>
            </a:endParaRPr>
          </a:p>
        </p:txBody>
      </p:sp>
      <p:sp>
        <p:nvSpPr>
          <p:cNvPr id="361" name="TextBox 360"/>
          <p:cNvSpPr txBox="1"/>
          <p:nvPr/>
        </p:nvSpPr>
        <p:spPr>
          <a:xfrm>
            <a:off x="7921800" y="2782440"/>
            <a:ext cx="66276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+fullname,</a:t>
            </a:r>
            <a:endParaRPr lang="en-GB" sz="939" b="0" u="none" strike="noStrike">
              <a:solidFill>
                <a:srgbClr val="000000"/>
              </a:solidFill>
              <a:effectLst/>
              <a:uFillTx/>
              <a:latin typeface="Times New Roman"/>
            </a:endParaRPr>
          </a:p>
        </p:txBody>
      </p:sp>
      <p:sp>
        <p:nvSpPr>
          <p:cNvPr id="362" name="TextBox 361"/>
          <p:cNvSpPr txBox="1"/>
          <p:nvPr/>
        </p:nvSpPr>
        <p:spPr>
          <a:xfrm>
            <a:off x="8566920" y="2755440"/>
            <a:ext cx="18864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"Z"</a:t>
            </a:r>
            <a:endParaRPr lang="en-GB" sz="939" b="0" u="none" strike="noStrike">
              <a:solidFill>
                <a:srgbClr val="000000"/>
              </a:solidFill>
              <a:effectLst/>
              <a:uFillTx/>
              <a:latin typeface="Times New Roman"/>
            </a:endParaRPr>
          </a:p>
        </p:txBody>
      </p:sp>
      <p:sp>
        <p:nvSpPr>
          <p:cNvPr id="363" name="TextBox 362"/>
          <p:cNvSpPr txBox="1"/>
          <p:nvPr/>
        </p:nvSpPr>
        <p:spPr>
          <a:xfrm>
            <a:off x="8742960" y="2782440"/>
            <a:ext cx="92736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+fullname) AS </a:t>
            </a:r>
            <a:endParaRPr lang="en-GB" sz="939" b="0" u="none" strike="noStrike">
              <a:solidFill>
                <a:srgbClr val="000000"/>
              </a:solidFill>
              <a:effectLst/>
              <a:uFillTx/>
              <a:latin typeface="Times New Roman"/>
            </a:endParaRPr>
          </a:p>
        </p:txBody>
      </p:sp>
      <p:sp>
        <p:nvSpPr>
          <p:cNvPr id="364" name="TextBox 363"/>
          <p:cNvSpPr txBox="1"/>
          <p:nvPr/>
        </p:nvSpPr>
        <p:spPr>
          <a:xfrm>
            <a:off x="9646560" y="2755440"/>
            <a:ext cx="58104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"listorder"</a:t>
            </a:r>
            <a:endParaRPr lang="en-GB" sz="939" b="0" u="none" strike="noStrike">
              <a:solidFill>
                <a:srgbClr val="000000"/>
              </a:solidFill>
              <a:effectLst/>
              <a:uFillTx/>
              <a:latin typeface="Times New Roman"/>
            </a:endParaRPr>
          </a:p>
        </p:txBody>
      </p:sp>
      <p:sp>
        <p:nvSpPr>
          <p:cNvPr id="365" name="TextBox 364"/>
          <p:cNvSpPr txBox="1"/>
          <p:nvPr/>
        </p:nvSpPr>
        <p:spPr>
          <a:xfrm>
            <a:off x="10186560" y="2782440"/>
            <a:ext cx="39780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FROM </a:t>
            </a:r>
            <a:endParaRPr lang="en-GB" sz="939" b="0" u="none" strike="noStrike">
              <a:solidFill>
                <a:srgbClr val="000000"/>
              </a:solidFill>
              <a:effectLst/>
              <a:uFillTx/>
              <a:latin typeface="Times New Roman"/>
            </a:endParaRPr>
          </a:p>
        </p:txBody>
      </p:sp>
      <p:sp>
        <p:nvSpPr>
          <p:cNvPr id="366" name="TextBox 365"/>
          <p:cNvSpPr txBox="1"/>
          <p:nvPr/>
        </p:nvSpPr>
        <p:spPr>
          <a:xfrm>
            <a:off x="10573920" y="2755440"/>
            <a:ext cx="62064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"products"</a:t>
            </a:r>
            <a:endParaRPr lang="en-GB" sz="939" b="0" u="none" strike="noStrike">
              <a:solidFill>
                <a:srgbClr val="000000"/>
              </a:solidFill>
              <a:effectLst/>
              <a:uFillTx/>
              <a:latin typeface="Times New Roman"/>
            </a:endParaRPr>
          </a:p>
        </p:txBody>
      </p:sp>
      <p:sp>
        <p:nvSpPr>
          <p:cNvPr id="367" name="TextBox 366"/>
          <p:cNvSpPr txBox="1"/>
          <p:nvPr/>
        </p:nvSpPr>
        <p:spPr>
          <a:xfrm>
            <a:off x="11156040" y="2782440"/>
            <a:ext cx="13320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68" name="TextBox 367"/>
          <p:cNvSpPr txBox="1"/>
          <p:nvPr/>
        </p:nvSpPr>
        <p:spPr>
          <a:xfrm>
            <a:off x="914400" y="2980080"/>
            <a:ext cx="198648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WHERE </a:t>
            </a:r>
            <a:endParaRPr lang="en-GB" sz="939" b="0" u="none" strike="noStrike">
              <a:solidFill>
                <a:srgbClr val="000000"/>
              </a:solidFill>
              <a:effectLst/>
              <a:uFillTx/>
              <a:latin typeface="Times New Roman"/>
            </a:endParaRPr>
          </a:p>
        </p:txBody>
      </p:sp>
      <p:sp>
        <p:nvSpPr>
          <p:cNvPr id="369" name="TextBox 368"/>
          <p:cNvSpPr txBox="1"/>
          <p:nvPr/>
        </p:nvSpPr>
        <p:spPr>
          <a:xfrm>
            <a:off x="2850480" y="2953080"/>
            <a:ext cx="14760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a:t>
            </a:r>
            <a:endParaRPr lang="en-GB" sz="939" b="0" u="none" strike="noStrike">
              <a:solidFill>
                <a:srgbClr val="000000"/>
              </a:solidFill>
              <a:effectLst/>
              <a:uFillTx/>
              <a:latin typeface="Times New Roman"/>
            </a:endParaRPr>
          </a:p>
        </p:txBody>
      </p:sp>
      <p:sp>
        <p:nvSpPr>
          <p:cNvPr id="370" name="TextBox 369"/>
          <p:cNvSpPr txBox="1"/>
          <p:nvPr/>
        </p:nvSpPr>
        <p:spPr>
          <a:xfrm>
            <a:off x="2966040" y="298008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+AL</a:t>
            </a:r>
            <a:endParaRPr lang="en-GB" sz="939" b="0" u="none" strike="noStrike">
              <a:solidFill>
                <a:srgbClr val="000000"/>
              </a:solidFill>
              <a:effectLst/>
              <a:uFillTx/>
              <a:latin typeface="Times New Roman"/>
            </a:endParaRPr>
          </a:p>
        </p:txBody>
      </p:sp>
      <p:sp>
        <p:nvSpPr>
          <p:cNvPr id="371" name="TextBox 370"/>
          <p:cNvSpPr txBox="1"/>
          <p:nvPr/>
        </p:nvSpPr>
        <p:spPr>
          <a:xfrm>
            <a:off x="3159720" y="2953080"/>
            <a:ext cx="365040" cy="146520"/>
          </a:xfrm>
          <a:prstGeom prst="rect">
            <a:avLst/>
          </a:prstGeom>
          <a:noFill/>
          <a:ln w="0">
            <a:noFill/>
          </a:ln>
        </p:spPr>
        <p:txBody>
          <a:bodyPr wrap="none" lIns="0" tIns="0" rIns="0" bIns="0" anchor="t">
            <a:spAutoFit/>
          </a:bodyPr>
          <a:lstStyle/>
          <a:p>
            <a:r>
              <a:rPr lang="en-GB" sz="939" b="0" u="none" strike="noStrike">
                <a:solidFill>
                  <a:srgbClr val="953800"/>
                </a:solidFill>
                <a:effectLst/>
                <a:uFillTx/>
                <a:latin typeface="Inter"/>
                <a:ea typeface="Inter"/>
              </a:rPr>
              <a:t>LTRIM</a:t>
            </a:r>
            <a:endParaRPr lang="en-GB" sz="939" b="0" u="none" strike="noStrike">
              <a:solidFill>
                <a:srgbClr val="000000"/>
              </a:solidFill>
              <a:effectLst/>
              <a:uFillTx/>
              <a:latin typeface="Times New Roman"/>
            </a:endParaRPr>
          </a:p>
        </p:txBody>
      </p:sp>
      <p:sp>
        <p:nvSpPr>
          <p:cNvPr id="372" name="TextBox 371"/>
          <p:cNvSpPr txBox="1"/>
          <p:nvPr/>
        </p:nvSpPr>
        <p:spPr>
          <a:xfrm>
            <a:off x="3500640" y="2980080"/>
            <a:ext cx="125856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(products.webtype)+</a:t>
            </a:r>
            <a:endParaRPr lang="en-GB" sz="939" b="0" u="none" strike="noStrike">
              <a:solidFill>
                <a:srgbClr val="000000"/>
              </a:solidFill>
              <a:effectLst/>
              <a:uFillTx/>
              <a:latin typeface="Times New Roman"/>
            </a:endParaRPr>
          </a:p>
        </p:txBody>
      </p:sp>
      <p:sp>
        <p:nvSpPr>
          <p:cNvPr id="373" name="TextBox 372"/>
          <p:cNvSpPr txBox="1"/>
          <p:nvPr/>
        </p:nvSpPr>
        <p:spPr>
          <a:xfrm>
            <a:off x="4726800" y="2953080"/>
            <a:ext cx="14760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a:t>
            </a:r>
            <a:endParaRPr lang="en-GB" sz="939" b="0" u="none" strike="noStrike">
              <a:solidFill>
                <a:srgbClr val="000000"/>
              </a:solidFill>
              <a:effectLst/>
              <a:uFillTx/>
              <a:latin typeface="Times New Roman"/>
            </a:endParaRPr>
          </a:p>
        </p:txBody>
      </p:sp>
      <p:sp>
        <p:nvSpPr>
          <p:cNvPr id="374" name="TextBox 373"/>
          <p:cNvSpPr txBox="1"/>
          <p:nvPr/>
        </p:nvSpPr>
        <p:spPr>
          <a:xfrm>
            <a:off x="4842720" y="298008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 </a:t>
            </a:r>
            <a:endParaRPr lang="en-GB" sz="939" b="0" u="none" strike="noStrike">
              <a:solidFill>
                <a:srgbClr val="000000"/>
              </a:solidFill>
              <a:effectLst/>
              <a:uFillTx/>
              <a:latin typeface="Times New Roman"/>
            </a:endParaRPr>
          </a:p>
        </p:txBody>
      </p:sp>
      <p:sp>
        <p:nvSpPr>
          <p:cNvPr id="375" name="TextBox 374"/>
          <p:cNvSpPr txBox="1"/>
          <p:nvPr/>
        </p:nvSpPr>
        <p:spPr>
          <a:xfrm>
            <a:off x="5036400" y="2953080"/>
            <a:ext cx="260352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",DISTANCE,PAPER,MARKING,ELECTRONIC,"</a:t>
            </a:r>
            <a:endParaRPr lang="en-GB" sz="939" b="0" u="none" strike="noStrike">
              <a:solidFill>
                <a:srgbClr val="000000"/>
              </a:solidFill>
              <a:effectLst/>
              <a:uFillTx/>
              <a:latin typeface="Times New Roman"/>
            </a:endParaRPr>
          </a:p>
        </p:txBody>
      </p:sp>
      <p:sp>
        <p:nvSpPr>
          <p:cNvPr id="376" name="TextBox 375"/>
          <p:cNvSpPr txBox="1"/>
          <p:nvPr/>
        </p:nvSpPr>
        <p:spPr>
          <a:xfrm>
            <a:off x="7503840" y="2980080"/>
            <a:ext cx="13320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77" name="TextBox 376"/>
          <p:cNvSpPr txBox="1"/>
          <p:nvPr/>
        </p:nvSpPr>
        <p:spPr>
          <a:xfrm>
            <a:off x="914400" y="3183840"/>
            <a:ext cx="16556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78" name="TextBox 377"/>
          <p:cNvSpPr txBox="1"/>
          <p:nvPr/>
        </p:nvSpPr>
        <p:spPr>
          <a:xfrm>
            <a:off x="2527920" y="315648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AND</a:t>
            </a:r>
            <a:endParaRPr lang="en-GB" sz="939" b="0" u="none" strike="noStrike">
              <a:solidFill>
                <a:srgbClr val="000000"/>
              </a:solidFill>
              <a:effectLst/>
              <a:uFillTx/>
              <a:latin typeface="Times New Roman"/>
            </a:endParaRPr>
          </a:p>
        </p:txBody>
      </p:sp>
      <p:sp>
        <p:nvSpPr>
          <p:cNvPr id="379" name="TextBox 378"/>
          <p:cNvSpPr txBox="1"/>
          <p:nvPr/>
        </p:nvSpPr>
        <p:spPr>
          <a:xfrm>
            <a:off x="2781720" y="3183840"/>
            <a:ext cx="218520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products.subject == lcSubject ;</a:t>
            </a:r>
            <a:endParaRPr lang="en-GB" sz="939" b="0" u="none" strike="noStrike">
              <a:solidFill>
                <a:srgbClr val="000000"/>
              </a:solidFill>
              <a:effectLst/>
              <a:uFillTx/>
              <a:latin typeface="Times New Roman"/>
            </a:endParaRPr>
          </a:p>
        </p:txBody>
      </p:sp>
      <p:sp>
        <p:nvSpPr>
          <p:cNvPr id="380" name="TextBox 379"/>
          <p:cNvSpPr txBox="1"/>
          <p:nvPr/>
        </p:nvSpPr>
        <p:spPr>
          <a:xfrm>
            <a:off x="914400" y="3381120"/>
            <a:ext cx="16556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81" name="TextBox 380"/>
          <p:cNvSpPr txBox="1"/>
          <p:nvPr/>
        </p:nvSpPr>
        <p:spPr>
          <a:xfrm>
            <a:off x="2527920" y="335412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AND</a:t>
            </a:r>
            <a:endParaRPr lang="en-GB" sz="939" b="0" u="none" strike="noStrike">
              <a:solidFill>
                <a:srgbClr val="000000"/>
              </a:solidFill>
              <a:effectLst/>
              <a:uFillTx/>
              <a:latin typeface="Times New Roman"/>
            </a:endParaRPr>
          </a:p>
        </p:txBody>
      </p:sp>
      <p:sp>
        <p:nvSpPr>
          <p:cNvPr id="382" name="TextBox 381"/>
          <p:cNvSpPr txBox="1"/>
          <p:nvPr/>
        </p:nvSpPr>
        <p:spPr>
          <a:xfrm>
            <a:off x="2781720" y="338112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83" name="TextBox 382"/>
          <p:cNvSpPr txBox="1"/>
          <p:nvPr/>
        </p:nvSpPr>
        <p:spPr>
          <a:xfrm>
            <a:off x="2975400" y="335412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NOT</a:t>
            </a:r>
            <a:endParaRPr lang="en-GB" sz="939" b="0" u="none" strike="noStrike">
              <a:solidFill>
                <a:srgbClr val="000000"/>
              </a:solidFill>
              <a:effectLst/>
              <a:uFillTx/>
              <a:latin typeface="Times New Roman"/>
            </a:endParaRPr>
          </a:p>
        </p:txBody>
      </p:sp>
      <p:sp>
        <p:nvSpPr>
          <p:cNvPr id="384" name="TextBox 383"/>
          <p:cNvSpPr txBox="1"/>
          <p:nvPr/>
        </p:nvSpPr>
        <p:spPr>
          <a:xfrm>
            <a:off x="3225240" y="338112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85" name="TextBox 384"/>
          <p:cNvSpPr txBox="1"/>
          <p:nvPr/>
        </p:nvSpPr>
        <p:spPr>
          <a:xfrm>
            <a:off x="3418920" y="3354120"/>
            <a:ext cx="37548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"/CC/"</a:t>
            </a:r>
            <a:endParaRPr lang="en-GB" sz="939" b="0" u="none" strike="noStrike">
              <a:solidFill>
                <a:srgbClr val="000000"/>
              </a:solidFill>
              <a:effectLst/>
              <a:uFillTx/>
              <a:latin typeface="Times New Roman"/>
            </a:endParaRPr>
          </a:p>
        </p:txBody>
      </p:sp>
      <p:sp>
        <p:nvSpPr>
          <p:cNvPr id="386" name="TextBox 385"/>
          <p:cNvSpPr txBox="1"/>
          <p:nvPr/>
        </p:nvSpPr>
        <p:spPr>
          <a:xfrm>
            <a:off x="3774240" y="3381120"/>
            <a:ext cx="125856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 products.code) ;</a:t>
            </a:r>
            <a:endParaRPr lang="en-GB" sz="939" b="0" u="none" strike="noStrike">
              <a:solidFill>
                <a:srgbClr val="000000"/>
              </a:solidFill>
              <a:effectLst/>
              <a:uFillTx/>
              <a:latin typeface="Times New Roman"/>
            </a:endParaRPr>
          </a:p>
        </p:txBody>
      </p:sp>
      <p:sp>
        <p:nvSpPr>
          <p:cNvPr id="387" name="TextBox 386"/>
          <p:cNvSpPr txBox="1"/>
          <p:nvPr/>
        </p:nvSpPr>
        <p:spPr>
          <a:xfrm>
            <a:off x="914400" y="3578760"/>
            <a:ext cx="16556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88" name="TextBox 387"/>
          <p:cNvSpPr txBox="1"/>
          <p:nvPr/>
        </p:nvSpPr>
        <p:spPr>
          <a:xfrm>
            <a:off x="2527920" y="355176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AND</a:t>
            </a:r>
            <a:endParaRPr lang="en-GB" sz="939" b="0" u="none" strike="noStrike">
              <a:solidFill>
                <a:srgbClr val="000000"/>
              </a:solidFill>
              <a:effectLst/>
              <a:uFillTx/>
              <a:latin typeface="Times New Roman"/>
            </a:endParaRPr>
          </a:p>
        </p:txBody>
      </p:sp>
      <p:sp>
        <p:nvSpPr>
          <p:cNvPr id="389" name="TextBox 388"/>
          <p:cNvSpPr txBox="1"/>
          <p:nvPr/>
        </p:nvSpPr>
        <p:spPr>
          <a:xfrm>
            <a:off x="2781720" y="357876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90" name="TextBox 389"/>
          <p:cNvSpPr txBox="1"/>
          <p:nvPr/>
        </p:nvSpPr>
        <p:spPr>
          <a:xfrm>
            <a:off x="2975400" y="355176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NOT</a:t>
            </a:r>
            <a:endParaRPr lang="en-GB" sz="939" b="0" u="none" strike="noStrike">
              <a:solidFill>
                <a:srgbClr val="000000"/>
              </a:solidFill>
              <a:effectLst/>
              <a:uFillTx/>
              <a:latin typeface="Times New Roman"/>
            </a:endParaRPr>
          </a:p>
        </p:txBody>
      </p:sp>
      <p:sp>
        <p:nvSpPr>
          <p:cNvPr id="391" name="TextBox 390"/>
          <p:cNvSpPr txBox="1"/>
          <p:nvPr/>
        </p:nvSpPr>
        <p:spPr>
          <a:xfrm>
            <a:off x="3225240" y="357876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92" name="TextBox 391"/>
          <p:cNvSpPr txBox="1"/>
          <p:nvPr/>
        </p:nvSpPr>
        <p:spPr>
          <a:xfrm>
            <a:off x="3418920" y="3551760"/>
            <a:ext cx="52992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"/CCPR/"</a:t>
            </a:r>
            <a:endParaRPr lang="en-GB" sz="939" b="0" u="none" strike="noStrike">
              <a:solidFill>
                <a:srgbClr val="000000"/>
              </a:solidFill>
              <a:effectLst/>
              <a:uFillTx/>
              <a:latin typeface="Times New Roman"/>
            </a:endParaRPr>
          </a:p>
        </p:txBody>
      </p:sp>
      <p:sp>
        <p:nvSpPr>
          <p:cNvPr id="393" name="TextBox 392"/>
          <p:cNvSpPr txBox="1"/>
          <p:nvPr/>
        </p:nvSpPr>
        <p:spPr>
          <a:xfrm>
            <a:off x="3922920" y="3578760"/>
            <a:ext cx="125856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 products.code) ;</a:t>
            </a:r>
            <a:endParaRPr lang="en-GB" sz="939" b="0" u="none" strike="noStrike">
              <a:solidFill>
                <a:srgbClr val="000000"/>
              </a:solidFill>
              <a:effectLst/>
              <a:uFillTx/>
              <a:latin typeface="Times New Roman"/>
            </a:endParaRPr>
          </a:p>
        </p:txBody>
      </p:sp>
      <p:sp>
        <p:nvSpPr>
          <p:cNvPr id="394" name="TextBox 393"/>
          <p:cNvSpPr txBox="1"/>
          <p:nvPr/>
        </p:nvSpPr>
        <p:spPr>
          <a:xfrm>
            <a:off x="914400" y="3782520"/>
            <a:ext cx="16556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95" name="TextBox 394"/>
          <p:cNvSpPr txBox="1"/>
          <p:nvPr/>
        </p:nvSpPr>
        <p:spPr>
          <a:xfrm>
            <a:off x="2527920" y="375552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AND</a:t>
            </a:r>
            <a:endParaRPr lang="en-GB" sz="939" b="0" u="none" strike="noStrike">
              <a:solidFill>
                <a:srgbClr val="000000"/>
              </a:solidFill>
              <a:effectLst/>
              <a:uFillTx/>
              <a:latin typeface="Times New Roman"/>
            </a:endParaRPr>
          </a:p>
        </p:txBody>
      </p:sp>
      <p:sp>
        <p:nvSpPr>
          <p:cNvPr id="396" name="TextBox 395"/>
          <p:cNvSpPr txBox="1"/>
          <p:nvPr/>
        </p:nvSpPr>
        <p:spPr>
          <a:xfrm>
            <a:off x="2781720" y="378252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97" name="TextBox 396"/>
          <p:cNvSpPr txBox="1"/>
          <p:nvPr/>
        </p:nvSpPr>
        <p:spPr>
          <a:xfrm>
            <a:off x="2975400" y="375552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NOT</a:t>
            </a:r>
            <a:endParaRPr lang="en-GB" sz="939" b="0" u="none" strike="noStrike">
              <a:solidFill>
                <a:srgbClr val="000000"/>
              </a:solidFill>
              <a:effectLst/>
              <a:uFillTx/>
              <a:latin typeface="Times New Roman"/>
            </a:endParaRPr>
          </a:p>
        </p:txBody>
      </p:sp>
      <p:sp>
        <p:nvSpPr>
          <p:cNvPr id="398" name="TextBox 397"/>
          <p:cNvSpPr txBox="1"/>
          <p:nvPr/>
        </p:nvSpPr>
        <p:spPr>
          <a:xfrm>
            <a:off x="3225240" y="378252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399" name="TextBox 398"/>
          <p:cNvSpPr txBox="1"/>
          <p:nvPr/>
        </p:nvSpPr>
        <p:spPr>
          <a:xfrm>
            <a:off x="3418920" y="3755520"/>
            <a:ext cx="37836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"/CN/"</a:t>
            </a:r>
            <a:endParaRPr lang="en-GB" sz="939" b="0" u="none" strike="noStrike">
              <a:solidFill>
                <a:srgbClr val="000000"/>
              </a:solidFill>
              <a:effectLst/>
              <a:uFillTx/>
              <a:latin typeface="Times New Roman"/>
            </a:endParaRPr>
          </a:p>
        </p:txBody>
      </p:sp>
      <p:sp>
        <p:nvSpPr>
          <p:cNvPr id="400" name="TextBox 399"/>
          <p:cNvSpPr txBox="1"/>
          <p:nvPr/>
        </p:nvSpPr>
        <p:spPr>
          <a:xfrm>
            <a:off x="3777840" y="3782520"/>
            <a:ext cx="125856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 products.code) ;</a:t>
            </a:r>
            <a:endParaRPr lang="en-GB" sz="939" b="0" u="none" strike="noStrike">
              <a:solidFill>
                <a:srgbClr val="000000"/>
              </a:solidFill>
              <a:effectLst/>
              <a:uFillTx/>
              <a:latin typeface="Times New Roman"/>
            </a:endParaRPr>
          </a:p>
        </p:txBody>
      </p:sp>
      <p:sp>
        <p:nvSpPr>
          <p:cNvPr id="401" name="TextBox 400"/>
          <p:cNvSpPr txBox="1"/>
          <p:nvPr/>
        </p:nvSpPr>
        <p:spPr>
          <a:xfrm>
            <a:off x="914400" y="3980160"/>
            <a:ext cx="16556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02" name="TextBox 401"/>
          <p:cNvSpPr txBox="1"/>
          <p:nvPr/>
        </p:nvSpPr>
        <p:spPr>
          <a:xfrm>
            <a:off x="2527920" y="395316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AND</a:t>
            </a:r>
            <a:endParaRPr lang="en-GB" sz="939" b="0" u="none" strike="noStrike">
              <a:solidFill>
                <a:srgbClr val="000000"/>
              </a:solidFill>
              <a:effectLst/>
              <a:uFillTx/>
              <a:latin typeface="Times New Roman"/>
            </a:endParaRPr>
          </a:p>
        </p:txBody>
      </p:sp>
      <p:sp>
        <p:nvSpPr>
          <p:cNvPr id="403" name="TextBox 402"/>
          <p:cNvSpPr txBox="1"/>
          <p:nvPr/>
        </p:nvSpPr>
        <p:spPr>
          <a:xfrm>
            <a:off x="2781720" y="398016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04" name="TextBox 403"/>
          <p:cNvSpPr txBox="1"/>
          <p:nvPr/>
        </p:nvSpPr>
        <p:spPr>
          <a:xfrm>
            <a:off x="2975400" y="395316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NOT</a:t>
            </a:r>
            <a:endParaRPr lang="en-GB" sz="939" b="0" u="none" strike="noStrike">
              <a:solidFill>
                <a:srgbClr val="000000"/>
              </a:solidFill>
              <a:effectLst/>
              <a:uFillTx/>
              <a:latin typeface="Times New Roman"/>
            </a:endParaRPr>
          </a:p>
        </p:txBody>
      </p:sp>
      <p:sp>
        <p:nvSpPr>
          <p:cNvPr id="405" name="TextBox 404"/>
          <p:cNvSpPr txBox="1"/>
          <p:nvPr/>
        </p:nvSpPr>
        <p:spPr>
          <a:xfrm>
            <a:off x="3225240" y="398016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06" name="TextBox 405"/>
          <p:cNvSpPr txBox="1"/>
          <p:nvPr/>
        </p:nvSpPr>
        <p:spPr>
          <a:xfrm>
            <a:off x="3418920" y="3953160"/>
            <a:ext cx="53280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"/CNPR/"</a:t>
            </a:r>
            <a:endParaRPr lang="en-GB" sz="939" b="0" u="none" strike="noStrike">
              <a:solidFill>
                <a:srgbClr val="000000"/>
              </a:solidFill>
              <a:effectLst/>
              <a:uFillTx/>
              <a:latin typeface="Times New Roman"/>
            </a:endParaRPr>
          </a:p>
        </p:txBody>
      </p:sp>
      <p:sp>
        <p:nvSpPr>
          <p:cNvPr id="407" name="TextBox 406"/>
          <p:cNvSpPr txBox="1"/>
          <p:nvPr/>
        </p:nvSpPr>
        <p:spPr>
          <a:xfrm>
            <a:off x="3926520" y="3980160"/>
            <a:ext cx="125856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 products.code) ;</a:t>
            </a:r>
            <a:endParaRPr lang="en-GB" sz="939" b="0" u="none" strike="noStrike">
              <a:solidFill>
                <a:srgbClr val="000000"/>
              </a:solidFill>
              <a:effectLst/>
              <a:uFillTx/>
              <a:latin typeface="Times New Roman"/>
            </a:endParaRPr>
          </a:p>
        </p:txBody>
      </p:sp>
      <p:sp>
        <p:nvSpPr>
          <p:cNvPr id="408" name="TextBox 407"/>
          <p:cNvSpPr txBox="1"/>
          <p:nvPr/>
        </p:nvSpPr>
        <p:spPr>
          <a:xfrm>
            <a:off x="914400" y="4183920"/>
            <a:ext cx="16556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09" name="TextBox 408"/>
          <p:cNvSpPr txBox="1"/>
          <p:nvPr/>
        </p:nvSpPr>
        <p:spPr>
          <a:xfrm>
            <a:off x="2527920" y="415656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AND</a:t>
            </a:r>
            <a:endParaRPr lang="en-GB" sz="939" b="0" u="none" strike="noStrike">
              <a:solidFill>
                <a:srgbClr val="000000"/>
              </a:solidFill>
              <a:effectLst/>
              <a:uFillTx/>
              <a:latin typeface="Times New Roman"/>
            </a:endParaRPr>
          </a:p>
        </p:txBody>
      </p:sp>
      <p:sp>
        <p:nvSpPr>
          <p:cNvPr id="410" name="TextBox 409"/>
          <p:cNvSpPr txBox="1"/>
          <p:nvPr/>
        </p:nvSpPr>
        <p:spPr>
          <a:xfrm>
            <a:off x="2781720" y="418392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11" name="TextBox 410"/>
          <p:cNvSpPr txBox="1"/>
          <p:nvPr/>
        </p:nvSpPr>
        <p:spPr>
          <a:xfrm>
            <a:off x="2975400" y="415656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NOT</a:t>
            </a:r>
            <a:endParaRPr lang="en-GB" sz="939" b="0" u="none" strike="noStrike">
              <a:solidFill>
                <a:srgbClr val="000000"/>
              </a:solidFill>
              <a:effectLst/>
              <a:uFillTx/>
              <a:latin typeface="Times New Roman"/>
            </a:endParaRPr>
          </a:p>
        </p:txBody>
      </p:sp>
      <p:sp>
        <p:nvSpPr>
          <p:cNvPr id="412" name="TextBox 411"/>
          <p:cNvSpPr txBox="1"/>
          <p:nvPr/>
        </p:nvSpPr>
        <p:spPr>
          <a:xfrm>
            <a:off x="3225240" y="418392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13" name="TextBox 412"/>
          <p:cNvSpPr txBox="1"/>
          <p:nvPr/>
        </p:nvSpPr>
        <p:spPr>
          <a:xfrm>
            <a:off x="3418920" y="4156560"/>
            <a:ext cx="44676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"/CFC/"</a:t>
            </a:r>
            <a:endParaRPr lang="en-GB" sz="939" b="0" u="none" strike="noStrike">
              <a:solidFill>
                <a:srgbClr val="000000"/>
              </a:solidFill>
              <a:effectLst/>
              <a:uFillTx/>
              <a:latin typeface="Times New Roman"/>
            </a:endParaRPr>
          </a:p>
        </p:txBody>
      </p:sp>
      <p:sp>
        <p:nvSpPr>
          <p:cNvPr id="414" name="TextBox 413"/>
          <p:cNvSpPr txBox="1"/>
          <p:nvPr/>
        </p:nvSpPr>
        <p:spPr>
          <a:xfrm>
            <a:off x="3843360" y="4183920"/>
            <a:ext cx="125856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 products.code) ;</a:t>
            </a:r>
            <a:endParaRPr lang="en-GB" sz="939" b="0" u="none" strike="noStrike">
              <a:solidFill>
                <a:srgbClr val="000000"/>
              </a:solidFill>
              <a:effectLst/>
              <a:uFillTx/>
              <a:latin typeface="Times New Roman"/>
            </a:endParaRPr>
          </a:p>
        </p:txBody>
      </p:sp>
      <p:sp>
        <p:nvSpPr>
          <p:cNvPr id="415" name="TextBox 414"/>
          <p:cNvSpPr txBox="1"/>
          <p:nvPr/>
        </p:nvSpPr>
        <p:spPr>
          <a:xfrm>
            <a:off x="914400" y="4381560"/>
            <a:ext cx="16556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16" name="TextBox 415"/>
          <p:cNvSpPr txBox="1"/>
          <p:nvPr/>
        </p:nvSpPr>
        <p:spPr>
          <a:xfrm>
            <a:off x="2527920" y="435420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AND</a:t>
            </a:r>
            <a:endParaRPr lang="en-GB" sz="939" b="0" u="none" strike="noStrike">
              <a:solidFill>
                <a:srgbClr val="000000"/>
              </a:solidFill>
              <a:effectLst/>
              <a:uFillTx/>
              <a:latin typeface="Times New Roman"/>
            </a:endParaRPr>
          </a:p>
        </p:txBody>
      </p:sp>
      <p:sp>
        <p:nvSpPr>
          <p:cNvPr id="417" name="TextBox 416"/>
          <p:cNvSpPr txBox="1"/>
          <p:nvPr/>
        </p:nvSpPr>
        <p:spPr>
          <a:xfrm>
            <a:off x="2781720" y="438156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18" name="TextBox 417"/>
          <p:cNvSpPr txBox="1"/>
          <p:nvPr/>
        </p:nvSpPr>
        <p:spPr>
          <a:xfrm>
            <a:off x="2975400" y="435420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NOT</a:t>
            </a:r>
            <a:endParaRPr lang="en-GB" sz="939" b="0" u="none" strike="noStrike">
              <a:solidFill>
                <a:srgbClr val="000000"/>
              </a:solidFill>
              <a:effectLst/>
              <a:uFillTx/>
              <a:latin typeface="Times New Roman"/>
            </a:endParaRPr>
          </a:p>
        </p:txBody>
      </p:sp>
      <p:sp>
        <p:nvSpPr>
          <p:cNvPr id="419" name="TextBox 418"/>
          <p:cNvSpPr txBox="1"/>
          <p:nvPr/>
        </p:nvSpPr>
        <p:spPr>
          <a:xfrm>
            <a:off x="3225240" y="438156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20" name="TextBox 419"/>
          <p:cNvSpPr txBox="1"/>
          <p:nvPr/>
        </p:nvSpPr>
        <p:spPr>
          <a:xfrm>
            <a:off x="3418920" y="4354200"/>
            <a:ext cx="39060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"/MX/"</a:t>
            </a:r>
            <a:endParaRPr lang="en-GB" sz="939" b="0" u="none" strike="noStrike">
              <a:solidFill>
                <a:srgbClr val="000000"/>
              </a:solidFill>
              <a:effectLst/>
              <a:uFillTx/>
              <a:latin typeface="Times New Roman"/>
            </a:endParaRPr>
          </a:p>
        </p:txBody>
      </p:sp>
      <p:sp>
        <p:nvSpPr>
          <p:cNvPr id="421" name="TextBox 420"/>
          <p:cNvSpPr txBox="1"/>
          <p:nvPr/>
        </p:nvSpPr>
        <p:spPr>
          <a:xfrm>
            <a:off x="3786840" y="4381560"/>
            <a:ext cx="125856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 products.code) ;</a:t>
            </a:r>
            <a:endParaRPr lang="en-GB" sz="939" b="0" u="none" strike="noStrike">
              <a:solidFill>
                <a:srgbClr val="000000"/>
              </a:solidFill>
              <a:effectLst/>
              <a:uFillTx/>
              <a:latin typeface="Times New Roman"/>
            </a:endParaRPr>
          </a:p>
        </p:txBody>
      </p:sp>
      <p:sp>
        <p:nvSpPr>
          <p:cNvPr id="422" name="TextBox 421"/>
          <p:cNvSpPr txBox="1"/>
          <p:nvPr/>
        </p:nvSpPr>
        <p:spPr>
          <a:xfrm>
            <a:off x="914400" y="4578840"/>
            <a:ext cx="16556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23" name="TextBox 422"/>
          <p:cNvSpPr txBox="1"/>
          <p:nvPr/>
        </p:nvSpPr>
        <p:spPr>
          <a:xfrm>
            <a:off x="2527920" y="455184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AND</a:t>
            </a:r>
            <a:endParaRPr lang="en-GB" sz="939" b="0" u="none" strike="noStrike">
              <a:solidFill>
                <a:srgbClr val="000000"/>
              </a:solidFill>
              <a:effectLst/>
              <a:uFillTx/>
              <a:latin typeface="Times New Roman"/>
            </a:endParaRPr>
          </a:p>
        </p:txBody>
      </p:sp>
      <p:sp>
        <p:nvSpPr>
          <p:cNvPr id="424" name="TextBox 423"/>
          <p:cNvSpPr txBox="1"/>
          <p:nvPr/>
        </p:nvSpPr>
        <p:spPr>
          <a:xfrm>
            <a:off x="2781720" y="457884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25" name="TextBox 424"/>
          <p:cNvSpPr txBox="1"/>
          <p:nvPr/>
        </p:nvSpPr>
        <p:spPr>
          <a:xfrm>
            <a:off x="2975400" y="455184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NOT</a:t>
            </a:r>
            <a:endParaRPr lang="en-GB" sz="939" b="0" u="none" strike="noStrike">
              <a:solidFill>
                <a:srgbClr val="000000"/>
              </a:solidFill>
              <a:effectLst/>
              <a:uFillTx/>
              <a:latin typeface="Times New Roman"/>
            </a:endParaRPr>
          </a:p>
        </p:txBody>
      </p:sp>
      <p:sp>
        <p:nvSpPr>
          <p:cNvPr id="426" name="TextBox 425"/>
          <p:cNvSpPr txBox="1"/>
          <p:nvPr/>
        </p:nvSpPr>
        <p:spPr>
          <a:xfrm>
            <a:off x="3225240" y="457884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27" name="TextBox 426"/>
          <p:cNvSpPr txBox="1"/>
          <p:nvPr/>
        </p:nvSpPr>
        <p:spPr>
          <a:xfrm>
            <a:off x="3418920" y="4551840"/>
            <a:ext cx="39024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"/MY/"</a:t>
            </a:r>
            <a:endParaRPr lang="en-GB" sz="939" b="0" u="none" strike="noStrike">
              <a:solidFill>
                <a:srgbClr val="000000"/>
              </a:solidFill>
              <a:effectLst/>
              <a:uFillTx/>
              <a:latin typeface="Times New Roman"/>
            </a:endParaRPr>
          </a:p>
        </p:txBody>
      </p:sp>
      <p:sp>
        <p:nvSpPr>
          <p:cNvPr id="428" name="TextBox 427"/>
          <p:cNvSpPr txBox="1"/>
          <p:nvPr/>
        </p:nvSpPr>
        <p:spPr>
          <a:xfrm>
            <a:off x="3787560" y="4578840"/>
            <a:ext cx="125856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 products.code) ;</a:t>
            </a:r>
            <a:endParaRPr lang="en-GB" sz="939" b="0" u="none" strike="noStrike">
              <a:solidFill>
                <a:srgbClr val="000000"/>
              </a:solidFill>
              <a:effectLst/>
              <a:uFillTx/>
              <a:latin typeface="Times New Roman"/>
            </a:endParaRPr>
          </a:p>
        </p:txBody>
      </p:sp>
      <p:sp>
        <p:nvSpPr>
          <p:cNvPr id="429" name="TextBox 428"/>
          <p:cNvSpPr txBox="1"/>
          <p:nvPr/>
        </p:nvSpPr>
        <p:spPr>
          <a:xfrm>
            <a:off x="914400" y="4782600"/>
            <a:ext cx="16556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30" name="TextBox 429"/>
          <p:cNvSpPr txBox="1"/>
          <p:nvPr/>
        </p:nvSpPr>
        <p:spPr>
          <a:xfrm>
            <a:off x="2527920" y="475560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AND</a:t>
            </a:r>
            <a:endParaRPr lang="en-GB" sz="939" b="0" u="none" strike="noStrike">
              <a:solidFill>
                <a:srgbClr val="000000"/>
              </a:solidFill>
              <a:effectLst/>
              <a:uFillTx/>
              <a:latin typeface="Times New Roman"/>
            </a:endParaRPr>
          </a:p>
        </p:txBody>
      </p:sp>
      <p:sp>
        <p:nvSpPr>
          <p:cNvPr id="431" name="TextBox 430"/>
          <p:cNvSpPr txBox="1"/>
          <p:nvPr/>
        </p:nvSpPr>
        <p:spPr>
          <a:xfrm>
            <a:off x="2781720" y="478260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32" name="TextBox 431"/>
          <p:cNvSpPr txBox="1"/>
          <p:nvPr/>
        </p:nvSpPr>
        <p:spPr>
          <a:xfrm>
            <a:off x="2975400" y="475560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NOT</a:t>
            </a:r>
            <a:endParaRPr lang="en-GB" sz="939" b="0" u="none" strike="noStrike">
              <a:solidFill>
                <a:srgbClr val="000000"/>
              </a:solidFill>
              <a:effectLst/>
              <a:uFillTx/>
              <a:latin typeface="Times New Roman"/>
            </a:endParaRPr>
          </a:p>
        </p:txBody>
      </p:sp>
      <p:sp>
        <p:nvSpPr>
          <p:cNvPr id="433" name="TextBox 432"/>
          <p:cNvSpPr txBox="1"/>
          <p:nvPr/>
        </p:nvSpPr>
        <p:spPr>
          <a:xfrm>
            <a:off x="3225240" y="478260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34" name="TextBox 433"/>
          <p:cNvSpPr txBox="1"/>
          <p:nvPr/>
        </p:nvSpPr>
        <p:spPr>
          <a:xfrm>
            <a:off x="3418920" y="4755600"/>
            <a:ext cx="46620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"/MM1/"</a:t>
            </a:r>
            <a:endParaRPr lang="en-GB" sz="939" b="0" u="none" strike="noStrike">
              <a:solidFill>
                <a:srgbClr val="000000"/>
              </a:solidFill>
              <a:effectLst/>
              <a:uFillTx/>
              <a:latin typeface="Times New Roman"/>
            </a:endParaRPr>
          </a:p>
        </p:txBody>
      </p:sp>
      <p:sp>
        <p:nvSpPr>
          <p:cNvPr id="435" name="TextBox 434"/>
          <p:cNvSpPr txBox="1"/>
          <p:nvPr/>
        </p:nvSpPr>
        <p:spPr>
          <a:xfrm>
            <a:off x="3861360" y="4782600"/>
            <a:ext cx="125856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 products.code) ;</a:t>
            </a:r>
            <a:endParaRPr lang="en-GB" sz="939" b="0" u="none" strike="noStrike">
              <a:solidFill>
                <a:srgbClr val="000000"/>
              </a:solidFill>
              <a:effectLst/>
              <a:uFillTx/>
              <a:latin typeface="Times New Roman"/>
            </a:endParaRPr>
          </a:p>
        </p:txBody>
      </p:sp>
      <p:sp>
        <p:nvSpPr>
          <p:cNvPr id="436" name="TextBox 435"/>
          <p:cNvSpPr txBox="1"/>
          <p:nvPr/>
        </p:nvSpPr>
        <p:spPr>
          <a:xfrm>
            <a:off x="914400" y="4980240"/>
            <a:ext cx="16556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37" name="TextBox 436"/>
          <p:cNvSpPr txBox="1"/>
          <p:nvPr/>
        </p:nvSpPr>
        <p:spPr>
          <a:xfrm>
            <a:off x="2527920" y="495324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AND</a:t>
            </a:r>
            <a:endParaRPr lang="en-GB" sz="939" b="0" u="none" strike="noStrike">
              <a:solidFill>
                <a:srgbClr val="000000"/>
              </a:solidFill>
              <a:effectLst/>
              <a:uFillTx/>
              <a:latin typeface="Times New Roman"/>
            </a:endParaRPr>
          </a:p>
        </p:txBody>
      </p:sp>
      <p:sp>
        <p:nvSpPr>
          <p:cNvPr id="438" name="TextBox 437"/>
          <p:cNvSpPr txBox="1"/>
          <p:nvPr/>
        </p:nvSpPr>
        <p:spPr>
          <a:xfrm>
            <a:off x="2781720" y="498024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39" name="TextBox 438"/>
          <p:cNvSpPr txBox="1"/>
          <p:nvPr/>
        </p:nvSpPr>
        <p:spPr>
          <a:xfrm>
            <a:off x="2975400" y="495324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NOT</a:t>
            </a:r>
            <a:endParaRPr lang="en-GB" sz="939" b="0" u="none" strike="noStrike">
              <a:solidFill>
                <a:srgbClr val="000000"/>
              </a:solidFill>
              <a:effectLst/>
              <a:uFillTx/>
              <a:latin typeface="Times New Roman"/>
            </a:endParaRPr>
          </a:p>
        </p:txBody>
      </p:sp>
      <p:sp>
        <p:nvSpPr>
          <p:cNvPr id="440" name="TextBox 439"/>
          <p:cNvSpPr txBox="1"/>
          <p:nvPr/>
        </p:nvSpPr>
        <p:spPr>
          <a:xfrm>
            <a:off x="3225240" y="498024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41" name="TextBox 440"/>
          <p:cNvSpPr txBox="1"/>
          <p:nvPr/>
        </p:nvSpPr>
        <p:spPr>
          <a:xfrm>
            <a:off x="3418920" y="4953240"/>
            <a:ext cx="49068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"/MM2/"</a:t>
            </a:r>
            <a:endParaRPr lang="en-GB" sz="939" b="0" u="none" strike="noStrike">
              <a:solidFill>
                <a:srgbClr val="000000"/>
              </a:solidFill>
              <a:effectLst/>
              <a:uFillTx/>
              <a:latin typeface="Times New Roman"/>
            </a:endParaRPr>
          </a:p>
        </p:txBody>
      </p:sp>
      <p:sp>
        <p:nvSpPr>
          <p:cNvPr id="442" name="TextBox 441"/>
          <p:cNvSpPr txBox="1"/>
          <p:nvPr/>
        </p:nvSpPr>
        <p:spPr>
          <a:xfrm>
            <a:off x="3887640" y="4980240"/>
            <a:ext cx="125856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 products.code) ;</a:t>
            </a:r>
            <a:endParaRPr lang="en-GB" sz="939" b="0" u="none" strike="noStrike">
              <a:solidFill>
                <a:srgbClr val="000000"/>
              </a:solidFill>
              <a:effectLst/>
              <a:uFillTx/>
              <a:latin typeface="Times New Roman"/>
            </a:endParaRPr>
          </a:p>
        </p:txBody>
      </p:sp>
      <p:sp>
        <p:nvSpPr>
          <p:cNvPr id="443" name="TextBox 442"/>
          <p:cNvSpPr txBox="1"/>
          <p:nvPr/>
        </p:nvSpPr>
        <p:spPr>
          <a:xfrm>
            <a:off x="914400" y="5177880"/>
            <a:ext cx="16556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44" name="TextBox 443"/>
          <p:cNvSpPr txBox="1"/>
          <p:nvPr/>
        </p:nvSpPr>
        <p:spPr>
          <a:xfrm>
            <a:off x="2527920" y="515088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AND</a:t>
            </a:r>
            <a:endParaRPr lang="en-GB" sz="939" b="0" u="none" strike="noStrike">
              <a:solidFill>
                <a:srgbClr val="000000"/>
              </a:solidFill>
              <a:effectLst/>
              <a:uFillTx/>
              <a:latin typeface="Times New Roman"/>
            </a:endParaRPr>
          </a:p>
        </p:txBody>
      </p:sp>
      <p:sp>
        <p:nvSpPr>
          <p:cNvPr id="445" name="TextBox 444"/>
          <p:cNvSpPr txBox="1"/>
          <p:nvPr/>
        </p:nvSpPr>
        <p:spPr>
          <a:xfrm>
            <a:off x="2781720" y="517788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46" name="TextBox 445"/>
          <p:cNvSpPr txBox="1"/>
          <p:nvPr/>
        </p:nvSpPr>
        <p:spPr>
          <a:xfrm>
            <a:off x="2975400" y="515088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NOT</a:t>
            </a:r>
            <a:endParaRPr lang="en-GB" sz="939" b="0" u="none" strike="noStrike">
              <a:solidFill>
                <a:srgbClr val="000000"/>
              </a:solidFill>
              <a:effectLst/>
              <a:uFillTx/>
              <a:latin typeface="Times New Roman"/>
            </a:endParaRPr>
          </a:p>
        </p:txBody>
      </p:sp>
      <p:sp>
        <p:nvSpPr>
          <p:cNvPr id="447" name="TextBox 446"/>
          <p:cNvSpPr txBox="1"/>
          <p:nvPr/>
        </p:nvSpPr>
        <p:spPr>
          <a:xfrm>
            <a:off x="3225240" y="517788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48" name="TextBox 447"/>
          <p:cNvSpPr txBox="1"/>
          <p:nvPr/>
        </p:nvSpPr>
        <p:spPr>
          <a:xfrm>
            <a:off x="3418920" y="5150880"/>
            <a:ext cx="53460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"/CNRB/"</a:t>
            </a:r>
            <a:endParaRPr lang="en-GB" sz="939" b="0" u="none" strike="noStrike">
              <a:solidFill>
                <a:srgbClr val="000000"/>
              </a:solidFill>
              <a:effectLst/>
              <a:uFillTx/>
              <a:latin typeface="Times New Roman"/>
            </a:endParaRPr>
          </a:p>
        </p:txBody>
      </p:sp>
      <p:sp>
        <p:nvSpPr>
          <p:cNvPr id="449" name="TextBox 448"/>
          <p:cNvSpPr txBox="1"/>
          <p:nvPr/>
        </p:nvSpPr>
        <p:spPr>
          <a:xfrm>
            <a:off x="3929040" y="5177880"/>
            <a:ext cx="125856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 products.code) ;</a:t>
            </a:r>
            <a:endParaRPr lang="en-GB" sz="939" b="0" u="none" strike="noStrike">
              <a:solidFill>
                <a:srgbClr val="000000"/>
              </a:solidFill>
              <a:effectLst/>
              <a:uFillTx/>
              <a:latin typeface="Times New Roman"/>
            </a:endParaRPr>
          </a:p>
        </p:txBody>
      </p:sp>
      <p:sp>
        <p:nvSpPr>
          <p:cNvPr id="450" name="TextBox 449"/>
          <p:cNvSpPr txBox="1"/>
          <p:nvPr/>
        </p:nvSpPr>
        <p:spPr>
          <a:xfrm>
            <a:off x="914400" y="5381640"/>
            <a:ext cx="16556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51" name="TextBox 450"/>
          <p:cNvSpPr txBox="1"/>
          <p:nvPr/>
        </p:nvSpPr>
        <p:spPr>
          <a:xfrm>
            <a:off x="2527920" y="535428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AND</a:t>
            </a:r>
            <a:endParaRPr lang="en-GB" sz="939" b="0" u="none" strike="noStrike">
              <a:solidFill>
                <a:srgbClr val="000000"/>
              </a:solidFill>
              <a:effectLst/>
              <a:uFillTx/>
              <a:latin typeface="Times New Roman"/>
            </a:endParaRPr>
          </a:p>
        </p:txBody>
      </p:sp>
      <p:sp>
        <p:nvSpPr>
          <p:cNvPr id="452" name="TextBox 451"/>
          <p:cNvSpPr txBox="1"/>
          <p:nvPr/>
        </p:nvSpPr>
        <p:spPr>
          <a:xfrm>
            <a:off x="2781720" y="538164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53" name="TextBox 452"/>
          <p:cNvSpPr txBox="1"/>
          <p:nvPr/>
        </p:nvSpPr>
        <p:spPr>
          <a:xfrm>
            <a:off x="2975400" y="535428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NOT</a:t>
            </a:r>
            <a:endParaRPr lang="en-GB" sz="939" b="0" u="none" strike="noStrike">
              <a:solidFill>
                <a:srgbClr val="000000"/>
              </a:solidFill>
              <a:effectLst/>
              <a:uFillTx/>
              <a:latin typeface="Times New Roman"/>
            </a:endParaRPr>
          </a:p>
        </p:txBody>
      </p:sp>
      <p:sp>
        <p:nvSpPr>
          <p:cNvPr id="454" name="TextBox 453"/>
          <p:cNvSpPr txBox="1"/>
          <p:nvPr/>
        </p:nvSpPr>
        <p:spPr>
          <a:xfrm>
            <a:off x="3225240" y="5381640"/>
            <a:ext cx="1994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55" name="TextBox 454"/>
          <p:cNvSpPr txBox="1"/>
          <p:nvPr/>
        </p:nvSpPr>
        <p:spPr>
          <a:xfrm>
            <a:off x="3418920" y="5354280"/>
            <a:ext cx="45288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"/CCR/"</a:t>
            </a:r>
            <a:endParaRPr lang="en-GB" sz="939" b="0" u="none" strike="noStrike">
              <a:solidFill>
                <a:srgbClr val="000000"/>
              </a:solidFill>
              <a:effectLst/>
              <a:uFillTx/>
              <a:latin typeface="Times New Roman"/>
            </a:endParaRPr>
          </a:p>
        </p:txBody>
      </p:sp>
      <p:sp>
        <p:nvSpPr>
          <p:cNvPr id="456" name="TextBox 455"/>
          <p:cNvSpPr txBox="1"/>
          <p:nvPr/>
        </p:nvSpPr>
        <p:spPr>
          <a:xfrm>
            <a:off x="3848760" y="5381640"/>
            <a:ext cx="125856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 products.code) ;</a:t>
            </a:r>
            <a:endParaRPr lang="en-GB" sz="939" b="0" u="none" strike="noStrike">
              <a:solidFill>
                <a:srgbClr val="000000"/>
              </a:solidFill>
              <a:effectLst/>
              <a:uFillTx/>
              <a:latin typeface="Times New Roman"/>
            </a:endParaRPr>
          </a:p>
        </p:txBody>
      </p:sp>
      <p:sp>
        <p:nvSpPr>
          <p:cNvPr id="457" name="TextBox 456"/>
          <p:cNvSpPr txBox="1"/>
          <p:nvPr/>
        </p:nvSpPr>
        <p:spPr>
          <a:xfrm>
            <a:off x="914400" y="5579280"/>
            <a:ext cx="16556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58" name="TextBox 457"/>
          <p:cNvSpPr txBox="1"/>
          <p:nvPr/>
        </p:nvSpPr>
        <p:spPr>
          <a:xfrm>
            <a:off x="2527920" y="555192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AND</a:t>
            </a:r>
            <a:endParaRPr lang="en-GB" sz="939" b="0" u="none" strike="noStrike">
              <a:solidFill>
                <a:srgbClr val="000000"/>
              </a:solidFill>
              <a:effectLst/>
              <a:uFillTx/>
              <a:latin typeface="Times New Roman"/>
            </a:endParaRPr>
          </a:p>
        </p:txBody>
      </p:sp>
      <p:sp>
        <p:nvSpPr>
          <p:cNvPr id="459" name="TextBox 458"/>
          <p:cNvSpPr txBox="1"/>
          <p:nvPr/>
        </p:nvSpPr>
        <p:spPr>
          <a:xfrm>
            <a:off x="2781720" y="5579280"/>
            <a:ext cx="139068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products.websale = </a:t>
            </a:r>
            <a:endParaRPr lang="en-GB" sz="939" b="0" u="none" strike="noStrike">
              <a:solidFill>
                <a:srgbClr val="000000"/>
              </a:solidFill>
              <a:effectLst/>
              <a:uFillTx/>
              <a:latin typeface="Times New Roman"/>
            </a:endParaRPr>
          </a:p>
        </p:txBody>
      </p:sp>
      <p:sp>
        <p:nvSpPr>
          <p:cNvPr id="460" name="TextBox 459"/>
          <p:cNvSpPr txBox="1"/>
          <p:nvPr/>
        </p:nvSpPr>
        <p:spPr>
          <a:xfrm>
            <a:off x="4137120" y="5551920"/>
            <a:ext cx="194760" cy="146520"/>
          </a:xfrm>
          <a:prstGeom prst="rect">
            <a:avLst/>
          </a:prstGeom>
          <a:noFill/>
          <a:ln w="0">
            <a:noFill/>
          </a:ln>
        </p:spPr>
        <p:txBody>
          <a:bodyPr wrap="none" lIns="0" tIns="0" rIns="0" bIns="0" anchor="t">
            <a:spAutoFit/>
          </a:bodyPr>
          <a:lstStyle/>
          <a:p>
            <a:r>
              <a:rPr lang="en-GB" sz="939" b="0" u="none" strike="noStrike">
                <a:solidFill>
                  <a:srgbClr val="0A3069"/>
                </a:solidFill>
                <a:effectLst/>
                <a:uFillTx/>
                <a:latin typeface="Inter"/>
                <a:ea typeface="Inter"/>
              </a:rPr>
              <a:t>"Y"</a:t>
            </a:r>
            <a:endParaRPr lang="en-GB" sz="939" b="0" u="none" strike="noStrike">
              <a:solidFill>
                <a:srgbClr val="000000"/>
              </a:solidFill>
              <a:effectLst/>
              <a:uFillTx/>
              <a:latin typeface="Times New Roman"/>
            </a:endParaRPr>
          </a:p>
        </p:txBody>
      </p:sp>
      <p:sp>
        <p:nvSpPr>
          <p:cNvPr id="461" name="TextBox 460"/>
          <p:cNvSpPr txBox="1"/>
          <p:nvPr/>
        </p:nvSpPr>
        <p:spPr>
          <a:xfrm>
            <a:off x="4318200" y="5579280"/>
            <a:ext cx="13320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62" name="TextBox 461"/>
          <p:cNvSpPr txBox="1"/>
          <p:nvPr/>
        </p:nvSpPr>
        <p:spPr>
          <a:xfrm>
            <a:off x="914400" y="5776920"/>
            <a:ext cx="16556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a:t>
            </a:r>
            <a:endParaRPr lang="en-GB" sz="939" b="0" u="none" strike="noStrike">
              <a:solidFill>
                <a:srgbClr val="000000"/>
              </a:solidFill>
              <a:effectLst/>
              <a:uFillTx/>
              <a:latin typeface="Times New Roman"/>
            </a:endParaRPr>
          </a:p>
        </p:txBody>
      </p:sp>
      <p:sp>
        <p:nvSpPr>
          <p:cNvPr id="463" name="TextBox 462"/>
          <p:cNvSpPr txBox="1"/>
          <p:nvPr/>
        </p:nvSpPr>
        <p:spPr>
          <a:xfrm>
            <a:off x="2527920" y="5749560"/>
            <a:ext cx="261360" cy="146520"/>
          </a:xfrm>
          <a:prstGeom prst="rect">
            <a:avLst/>
          </a:prstGeom>
          <a:noFill/>
          <a:ln w="0">
            <a:noFill/>
          </a:ln>
        </p:spPr>
        <p:txBody>
          <a:bodyPr wrap="none" lIns="0" tIns="0" rIns="0" bIns="0" anchor="t">
            <a:spAutoFit/>
          </a:bodyPr>
          <a:lstStyle/>
          <a:p>
            <a:r>
              <a:rPr lang="en-GB" sz="939" b="0" u="none" strike="noStrike">
                <a:solidFill>
                  <a:srgbClr val="CF222E"/>
                </a:solidFill>
                <a:effectLst/>
                <a:uFillTx/>
                <a:latin typeface="Inter"/>
                <a:ea typeface="Inter"/>
              </a:rPr>
              <a:t>AND</a:t>
            </a:r>
            <a:endParaRPr lang="en-GB" sz="939" b="0" u="none" strike="noStrike">
              <a:solidFill>
                <a:srgbClr val="000000"/>
              </a:solidFill>
              <a:effectLst/>
              <a:uFillTx/>
              <a:latin typeface="Times New Roman"/>
            </a:endParaRPr>
          </a:p>
        </p:txBody>
      </p:sp>
      <p:sp>
        <p:nvSpPr>
          <p:cNvPr id="464" name="TextBox 463"/>
          <p:cNvSpPr txBox="1"/>
          <p:nvPr/>
        </p:nvSpPr>
        <p:spPr>
          <a:xfrm>
            <a:off x="2781720" y="5776920"/>
            <a:ext cx="66276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BETWEEN(</a:t>
            </a:r>
            <a:endParaRPr lang="en-GB" sz="939" b="0" u="none" strike="noStrike">
              <a:solidFill>
                <a:srgbClr val="000000"/>
              </a:solidFill>
              <a:effectLst/>
              <a:uFillTx/>
              <a:latin typeface="Times New Roman"/>
            </a:endParaRPr>
          </a:p>
        </p:txBody>
      </p:sp>
      <p:sp>
        <p:nvSpPr>
          <p:cNvPr id="465" name="TextBox 464"/>
          <p:cNvSpPr txBox="1"/>
          <p:nvPr/>
        </p:nvSpPr>
        <p:spPr>
          <a:xfrm>
            <a:off x="3426840" y="5749560"/>
            <a:ext cx="320760" cy="146520"/>
          </a:xfrm>
          <a:prstGeom prst="rect">
            <a:avLst/>
          </a:prstGeom>
          <a:noFill/>
          <a:ln w="0">
            <a:noFill/>
          </a:ln>
        </p:spPr>
        <p:txBody>
          <a:bodyPr wrap="none" lIns="0" tIns="0" rIns="0" bIns="0" anchor="t">
            <a:spAutoFit/>
          </a:bodyPr>
          <a:lstStyle/>
          <a:p>
            <a:r>
              <a:rPr lang="en-GB" sz="939" b="0" u="none" strike="noStrike">
                <a:solidFill>
                  <a:srgbClr val="953800"/>
                </a:solidFill>
                <a:effectLst/>
                <a:uFillTx/>
                <a:latin typeface="Inter"/>
                <a:ea typeface="Inter"/>
              </a:rPr>
              <a:t>DATE</a:t>
            </a:r>
            <a:endParaRPr lang="en-GB" sz="939" b="0" u="none" strike="noStrike">
              <a:solidFill>
                <a:srgbClr val="000000"/>
              </a:solidFill>
              <a:effectLst/>
              <a:uFillTx/>
              <a:latin typeface="Times New Roman"/>
            </a:endParaRPr>
          </a:p>
        </p:txBody>
      </p:sp>
      <p:sp>
        <p:nvSpPr>
          <p:cNvPr id="466" name="TextBox 465"/>
          <p:cNvSpPr txBox="1"/>
          <p:nvPr/>
        </p:nvSpPr>
        <p:spPr>
          <a:xfrm>
            <a:off x="3722400" y="5776920"/>
            <a:ext cx="251604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(),products.release,products.expiry) ;</a:t>
            </a:r>
            <a:endParaRPr lang="en-GB" sz="939" b="0" u="none" strike="noStrike">
              <a:solidFill>
                <a:srgbClr val="000000"/>
              </a:solidFill>
              <a:effectLst/>
              <a:uFillTx/>
              <a:latin typeface="Times New Roman"/>
            </a:endParaRPr>
          </a:p>
        </p:txBody>
      </p:sp>
      <p:sp>
        <p:nvSpPr>
          <p:cNvPr id="467" name="TextBox 466"/>
          <p:cNvSpPr txBox="1"/>
          <p:nvPr/>
        </p:nvSpPr>
        <p:spPr>
          <a:xfrm>
            <a:off x="914400" y="5974200"/>
            <a:ext cx="291312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ORDER BY listorder ;</a:t>
            </a:r>
            <a:endParaRPr lang="en-GB" sz="939" b="0" u="none" strike="noStrike">
              <a:solidFill>
                <a:srgbClr val="000000"/>
              </a:solidFill>
              <a:effectLst/>
              <a:uFillTx/>
              <a:latin typeface="Times New Roman"/>
            </a:endParaRPr>
          </a:p>
        </p:txBody>
      </p:sp>
      <p:sp>
        <p:nvSpPr>
          <p:cNvPr id="468" name="TextBox 467"/>
          <p:cNvSpPr txBox="1"/>
          <p:nvPr/>
        </p:nvSpPr>
        <p:spPr>
          <a:xfrm>
            <a:off x="914400" y="6166080"/>
            <a:ext cx="3575160" cy="120960"/>
          </a:xfrm>
          <a:prstGeom prst="rect">
            <a:avLst/>
          </a:prstGeom>
          <a:noFill/>
          <a:ln w="0">
            <a:noFill/>
          </a:ln>
        </p:spPr>
        <p:txBody>
          <a:bodyPr wrap="none" lIns="0" tIns="0" rIns="0" bIns="0" anchor="t">
            <a:spAutoFit/>
          </a:bodyPr>
          <a:lstStyle/>
          <a:p>
            <a:r>
              <a:rPr lang="en-GB" sz="939" b="0" u="none" strike="noStrike">
                <a:solidFill>
                  <a:srgbClr val="1F2328"/>
                </a:solidFill>
                <a:effectLst/>
                <a:uFillTx/>
                <a:latin typeface="Consolas"/>
                <a:ea typeface="Consolas"/>
              </a:rPr>
              <a:t>                        INTO CURSOR tmpQuery READWRITE</a:t>
            </a:r>
            <a:endParaRPr lang="en-GB" sz="939" b="0" u="none" strike="noStrike">
              <a:solidFill>
                <a:srgbClr val="000000"/>
              </a:solidFill>
              <a:effectLst/>
              <a:uFillTx/>
              <a:latin typeface="Times New Roman"/>
            </a:endParaRPr>
          </a:p>
        </p:txBody>
      </p:sp>
      <p:sp>
        <p:nvSpPr>
          <p:cNvPr id="469" name="TextBox 468"/>
          <p:cNvSpPr txBox="1"/>
          <p:nvPr/>
        </p:nvSpPr>
        <p:spPr>
          <a:xfrm>
            <a:off x="11783160" y="6335280"/>
            <a:ext cx="22824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7</a:t>
            </a:r>
            <a:endParaRPr lang="en-GB" sz="1800" b="0" u="none" strike="noStrike">
              <a:solidFill>
                <a:srgbClr val="000000"/>
              </a:solidFill>
              <a:effectLst/>
              <a:uFillTx/>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 name="Freeform: Shape 46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471" name="Freeform: Shape 47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472" name="Freeform: Shape 47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473" name="TextBox 472"/>
          <p:cNvSpPr txBox="1"/>
          <p:nvPr/>
        </p:nvSpPr>
        <p:spPr>
          <a:xfrm>
            <a:off x="747720" y="1898640"/>
            <a:ext cx="3060000" cy="293040"/>
          </a:xfrm>
          <a:prstGeom prst="rect">
            <a:avLst/>
          </a:prstGeom>
          <a:noFill/>
          <a:ln w="0">
            <a:noFill/>
          </a:ln>
        </p:spPr>
        <p:txBody>
          <a:bodyPr wrap="none" lIns="0" tIns="0" rIns="0" bIns="0" anchor="t">
            <a:spAutoFit/>
          </a:bodyPr>
          <a:lstStyle/>
          <a:p>
            <a:r>
              <a:rPr lang="en-GB" sz="1910" b="0" u="none" strike="noStrike">
                <a:solidFill>
                  <a:srgbClr val="2F2F2F"/>
                </a:solidFill>
                <a:effectLst/>
                <a:uFillTx/>
                <a:latin typeface="Inter"/>
                <a:ea typeface="Inter"/>
              </a:rPr>
              <a:t>Imagine 2 scenarios below</a:t>
            </a:r>
            <a:endParaRPr lang="en-GB" sz="1910" b="0" u="none" strike="noStrike">
              <a:solidFill>
                <a:srgbClr val="000000"/>
              </a:solidFill>
              <a:effectLst/>
              <a:uFillTx/>
              <a:latin typeface="Times New Roman"/>
            </a:endParaRPr>
          </a:p>
        </p:txBody>
      </p:sp>
      <p:sp>
        <p:nvSpPr>
          <p:cNvPr id="474" name="Freeform: Shape 473"/>
          <p:cNvSpPr/>
          <p:nvPr/>
        </p:nvSpPr>
        <p:spPr>
          <a:xfrm>
            <a:off x="1333440" y="2800080"/>
            <a:ext cx="57240" cy="57600"/>
          </a:xfrm>
          <a:custGeom>
            <a:avLst/>
            <a:gdLst/>
            <a:ahLst/>
            <a:cxnLst/>
            <a:rect l="0" t="0" r="r" b="b"/>
            <a:pathLst>
              <a:path w="159" h="160">
                <a:moveTo>
                  <a:pt x="159" y="81"/>
                </a:moveTo>
                <a:cubicBezTo>
                  <a:pt x="159" y="91"/>
                  <a:pt x="157" y="101"/>
                  <a:pt x="153" y="111"/>
                </a:cubicBezTo>
                <a:cubicBezTo>
                  <a:pt x="149" y="121"/>
                  <a:pt x="144" y="129"/>
                  <a:pt x="136" y="137"/>
                </a:cubicBezTo>
                <a:cubicBezTo>
                  <a:pt x="129" y="144"/>
                  <a:pt x="120" y="150"/>
                  <a:pt x="110" y="154"/>
                </a:cubicBezTo>
                <a:cubicBezTo>
                  <a:pt x="101" y="158"/>
                  <a:pt x="91" y="160"/>
                  <a:pt x="80" y="160"/>
                </a:cubicBezTo>
                <a:cubicBezTo>
                  <a:pt x="70" y="160"/>
                  <a:pt x="59" y="158"/>
                  <a:pt x="50" y="154"/>
                </a:cubicBezTo>
                <a:cubicBezTo>
                  <a:pt x="40" y="150"/>
                  <a:pt x="31" y="144"/>
                  <a:pt x="24" y="137"/>
                </a:cubicBezTo>
                <a:cubicBezTo>
                  <a:pt x="16" y="129"/>
                  <a:pt x="11" y="121"/>
                  <a:pt x="6" y="111"/>
                </a:cubicBezTo>
                <a:cubicBezTo>
                  <a:pt x="2" y="101"/>
                  <a:pt x="0" y="91"/>
                  <a:pt x="0" y="81"/>
                </a:cubicBezTo>
                <a:cubicBezTo>
                  <a:pt x="0" y="70"/>
                  <a:pt x="2" y="60"/>
                  <a:pt x="6" y="50"/>
                </a:cubicBezTo>
                <a:cubicBezTo>
                  <a:pt x="11" y="40"/>
                  <a:pt x="16" y="31"/>
                  <a:pt x="24" y="23"/>
                </a:cubicBezTo>
                <a:cubicBezTo>
                  <a:pt x="31" y="16"/>
                  <a:pt x="40" y="10"/>
                  <a:pt x="50" y="6"/>
                </a:cubicBezTo>
                <a:cubicBezTo>
                  <a:pt x="59" y="2"/>
                  <a:pt x="70" y="0"/>
                  <a:pt x="80" y="0"/>
                </a:cubicBezTo>
                <a:cubicBezTo>
                  <a:pt x="91" y="0"/>
                  <a:pt x="101" y="2"/>
                  <a:pt x="110" y="6"/>
                </a:cubicBezTo>
                <a:cubicBezTo>
                  <a:pt x="120" y="10"/>
                  <a:pt x="129" y="16"/>
                  <a:pt x="136" y="23"/>
                </a:cubicBezTo>
                <a:cubicBezTo>
                  <a:pt x="144" y="31"/>
                  <a:pt x="149" y="40"/>
                  <a:pt x="153" y="50"/>
                </a:cubicBezTo>
                <a:cubicBezTo>
                  <a:pt x="157" y="60"/>
                  <a:pt x="159" y="70"/>
                  <a:pt x="159" y="81"/>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475" name="TextBox 474"/>
          <p:cNvSpPr txBox="1"/>
          <p:nvPr/>
        </p:nvSpPr>
        <p:spPr>
          <a:xfrm>
            <a:off x="909360" y="2387160"/>
            <a:ext cx="387108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 Adding third product variation (e.g. Hub)</a:t>
            </a:r>
            <a:endParaRPr lang="en-GB" sz="1500" b="0" u="none" strike="noStrike" dirty="0">
              <a:solidFill>
                <a:srgbClr val="000000"/>
              </a:solidFill>
              <a:effectLst/>
              <a:uFillTx/>
              <a:latin typeface="Times New Roman"/>
            </a:endParaRPr>
          </a:p>
        </p:txBody>
      </p:sp>
      <p:sp>
        <p:nvSpPr>
          <p:cNvPr id="476" name="Freeform: Shape 475"/>
          <p:cNvSpPr/>
          <p:nvPr/>
        </p:nvSpPr>
        <p:spPr>
          <a:xfrm>
            <a:off x="1333440" y="3152520"/>
            <a:ext cx="57240" cy="57600"/>
          </a:xfrm>
          <a:custGeom>
            <a:avLst/>
            <a:gdLst/>
            <a:ahLst/>
            <a:cxnLst/>
            <a:rect l="0" t="0" r="r" b="b"/>
            <a:pathLst>
              <a:path w="159" h="160">
                <a:moveTo>
                  <a:pt x="159" y="81"/>
                </a:moveTo>
                <a:cubicBezTo>
                  <a:pt x="159" y="91"/>
                  <a:pt x="157" y="101"/>
                  <a:pt x="153" y="111"/>
                </a:cubicBezTo>
                <a:cubicBezTo>
                  <a:pt x="149" y="121"/>
                  <a:pt x="144" y="129"/>
                  <a:pt x="136" y="137"/>
                </a:cubicBezTo>
                <a:cubicBezTo>
                  <a:pt x="129" y="144"/>
                  <a:pt x="120" y="150"/>
                  <a:pt x="110" y="154"/>
                </a:cubicBezTo>
                <a:cubicBezTo>
                  <a:pt x="101" y="158"/>
                  <a:pt x="91" y="160"/>
                  <a:pt x="80" y="160"/>
                </a:cubicBezTo>
                <a:cubicBezTo>
                  <a:pt x="70" y="160"/>
                  <a:pt x="59" y="158"/>
                  <a:pt x="50" y="154"/>
                </a:cubicBezTo>
                <a:cubicBezTo>
                  <a:pt x="40" y="150"/>
                  <a:pt x="31" y="144"/>
                  <a:pt x="24" y="137"/>
                </a:cubicBezTo>
                <a:cubicBezTo>
                  <a:pt x="16" y="129"/>
                  <a:pt x="11" y="121"/>
                  <a:pt x="6" y="111"/>
                </a:cubicBezTo>
                <a:cubicBezTo>
                  <a:pt x="2" y="101"/>
                  <a:pt x="0" y="91"/>
                  <a:pt x="0" y="81"/>
                </a:cubicBezTo>
                <a:cubicBezTo>
                  <a:pt x="0" y="70"/>
                  <a:pt x="2" y="60"/>
                  <a:pt x="6" y="50"/>
                </a:cubicBezTo>
                <a:cubicBezTo>
                  <a:pt x="11" y="40"/>
                  <a:pt x="16" y="32"/>
                  <a:pt x="24" y="24"/>
                </a:cubicBezTo>
                <a:cubicBezTo>
                  <a:pt x="31" y="17"/>
                  <a:pt x="40" y="10"/>
                  <a:pt x="50" y="6"/>
                </a:cubicBezTo>
                <a:cubicBezTo>
                  <a:pt x="59" y="2"/>
                  <a:pt x="70" y="0"/>
                  <a:pt x="80" y="0"/>
                </a:cubicBezTo>
                <a:cubicBezTo>
                  <a:pt x="91" y="0"/>
                  <a:pt x="101" y="2"/>
                  <a:pt x="110" y="6"/>
                </a:cubicBezTo>
                <a:cubicBezTo>
                  <a:pt x="120" y="10"/>
                  <a:pt x="129" y="17"/>
                  <a:pt x="136" y="24"/>
                </a:cubicBezTo>
                <a:cubicBezTo>
                  <a:pt x="144" y="32"/>
                  <a:pt x="149" y="40"/>
                  <a:pt x="153" y="50"/>
                </a:cubicBezTo>
                <a:cubicBezTo>
                  <a:pt x="157" y="60"/>
                  <a:pt x="159" y="70"/>
                  <a:pt x="159" y="81"/>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477" name="TextBox 476"/>
          <p:cNvSpPr txBox="1"/>
          <p:nvPr/>
        </p:nvSpPr>
        <p:spPr>
          <a:xfrm>
            <a:off x="1509840" y="2701440"/>
            <a:ext cx="3504164" cy="230832"/>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"Buy Both" button for </a:t>
            </a:r>
            <a:r>
              <a:rPr lang="en-GB" sz="1500" b="0" u="none" strike="noStrike" dirty="0" err="1">
                <a:solidFill>
                  <a:srgbClr val="2F2F2F"/>
                </a:solidFill>
                <a:effectLst/>
                <a:uFillTx/>
                <a:latin typeface="Inter"/>
                <a:ea typeface="Inter"/>
              </a:rPr>
              <a:t>ebook</a:t>
            </a:r>
            <a:r>
              <a:rPr lang="en-GB" sz="1500" b="0" u="none" strike="noStrike" dirty="0">
                <a:solidFill>
                  <a:srgbClr val="2F2F2F"/>
                </a:solidFill>
                <a:effectLst/>
                <a:uFillTx/>
                <a:latin typeface="Inter"/>
                <a:ea typeface="Inter"/>
              </a:rPr>
              <a:t> or printed</a:t>
            </a:r>
            <a:endParaRPr lang="en-GB" sz="1500" b="0" u="none" strike="noStrike" dirty="0">
              <a:solidFill>
                <a:srgbClr val="000000"/>
              </a:solidFill>
              <a:effectLst/>
              <a:uFillTx/>
              <a:latin typeface="Times New Roman"/>
            </a:endParaRPr>
          </a:p>
        </p:txBody>
      </p:sp>
      <p:sp>
        <p:nvSpPr>
          <p:cNvPr id="478" name="Freeform: Shape 477"/>
          <p:cNvSpPr/>
          <p:nvPr/>
        </p:nvSpPr>
        <p:spPr>
          <a:xfrm>
            <a:off x="1333440" y="3504960"/>
            <a:ext cx="57240" cy="57600"/>
          </a:xfrm>
          <a:custGeom>
            <a:avLst/>
            <a:gdLst/>
            <a:ahLst/>
            <a:cxnLst/>
            <a:rect l="0" t="0" r="r" b="b"/>
            <a:pathLst>
              <a:path w="159" h="160">
                <a:moveTo>
                  <a:pt x="159" y="80"/>
                </a:moveTo>
                <a:cubicBezTo>
                  <a:pt x="159" y="90"/>
                  <a:pt x="157" y="100"/>
                  <a:pt x="153" y="110"/>
                </a:cubicBezTo>
                <a:cubicBezTo>
                  <a:pt x="149" y="120"/>
                  <a:pt x="144" y="128"/>
                  <a:pt x="136" y="136"/>
                </a:cubicBezTo>
                <a:cubicBezTo>
                  <a:pt x="129" y="144"/>
                  <a:pt x="120" y="150"/>
                  <a:pt x="110" y="154"/>
                </a:cubicBezTo>
                <a:cubicBezTo>
                  <a:pt x="101" y="158"/>
                  <a:pt x="91" y="160"/>
                  <a:pt x="80" y="160"/>
                </a:cubicBezTo>
                <a:cubicBezTo>
                  <a:pt x="70" y="160"/>
                  <a:pt x="59" y="158"/>
                  <a:pt x="50" y="154"/>
                </a:cubicBezTo>
                <a:cubicBezTo>
                  <a:pt x="40" y="150"/>
                  <a:pt x="31" y="144"/>
                  <a:pt x="24" y="136"/>
                </a:cubicBezTo>
                <a:cubicBezTo>
                  <a:pt x="16" y="128"/>
                  <a:pt x="11" y="120"/>
                  <a:pt x="6" y="110"/>
                </a:cubicBezTo>
                <a:cubicBezTo>
                  <a:pt x="2" y="100"/>
                  <a:pt x="0" y="90"/>
                  <a:pt x="0" y="80"/>
                </a:cubicBezTo>
                <a:cubicBezTo>
                  <a:pt x="0" y="69"/>
                  <a:pt x="2" y="59"/>
                  <a:pt x="6" y="49"/>
                </a:cubicBezTo>
                <a:cubicBezTo>
                  <a:pt x="11" y="39"/>
                  <a:pt x="16" y="31"/>
                  <a:pt x="24" y="23"/>
                </a:cubicBezTo>
                <a:cubicBezTo>
                  <a:pt x="31" y="16"/>
                  <a:pt x="40" y="10"/>
                  <a:pt x="50" y="6"/>
                </a:cubicBezTo>
                <a:cubicBezTo>
                  <a:pt x="59" y="2"/>
                  <a:pt x="70" y="0"/>
                  <a:pt x="80" y="0"/>
                </a:cubicBezTo>
                <a:cubicBezTo>
                  <a:pt x="91" y="0"/>
                  <a:pt x="101" y="2"/>
                  <a:pt x="110" y="6"/>
                </a:cubicBezTo>
                <a:cubicBezTo>
                  <a:pt x="120" y="10"/>
                  <a:pt x="129" y="16"/>
                  <a:pt x="136" y="23"/>
                </a:cubicBezTo>
                <a:cubicBezTo>
                  <a:pt x="144" y="31"/>
                  <a:pt x="149" y="39"/>
                  <a:pt x="153" y="49"/>
                </a:cubicBezTo>
                <a:cubicBezTo>
                  <a:pt x="157" y="59"/>
                  <a:pt x="159" y="69"/>
                  <a:pt x="159" y="80"/>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479" name="TextBox 478"/>
          <p:cNvSpPr txBox="1"/>
          <p:nvPr/>
        </p:nvSpPr>
        <p:spPr>
          <a:xfrm>
            <a:off x="1509840" y="3053880"/>
            <a:ext cx="124704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Printed + Hub</a:t>
            </a:r>
            <a:endParaRPr lang="en-GB" sz="1500" b="0" u="none" strike="noStrike" dirty="0">
              <a:solidFill>
                <a:srgbClr val="000000"/>
              </a:solidFill>
              <a:effectLst/>
              <a:uFillTx/>
              <a:latin typeface="Times New Roman"/>
            </a:endParaRPr>
          </a:p>
        </p:txBody>
      </p:sp>
      <p:sp>
        <p:nvSpPr>
          <p:cNvPr id="480" name="TextBox 479"/>
          <p:cNvSpPr txBox="1"/>
          <p:nvPr/>
        </p:nvSpPr>
        <p:spPr>
          <a:xfrm>
            <a:off x="1509840" y="3406320"/>
            <a:ext cx="11736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eBook + Hub</a:t>
            </a:r>
            <a:endParaRPr lang="en-GB" sz="1500" b="0" u="none" strike="noStrike">
              <a:solidFill>
                <a:srgbClr val="000000"/>
              </a:solidFill>
              <a:effectLst/>
              <a:uFillTx/>
              <a:latin typeface="Times New Roman"/>
            </a:endParaRPr>
          </a:p>
        </p:txBody>
      </p:sp>
      <p:sp>
        <p:nvSpPr>
          <p:cNvPr id="481" name="TextBox 480"/>
          <p:cNvSpPr txBox="1"/>
          <p:nvPr/>
        </p:nvSpPr>
        <p:spPr>
          <a:xfrm>
            <a:off x="909360" y="3768120"/>
            <a:ext cx="442440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 Or retiring all printed material in some subjects</a:t>
            </a:r>
            <a:endParaRPr lang="en-GB" sz="1500" b="0" u="none" strike="noStrike" dirty="0">
              <a:solidFill>
                <a:srgbClr val="000000"/>
              </a:solidFill>
              <a:effectLst/>
              <a:uFillTx/>
              <a:latin typeface="Times New Roman"/>
            </a:endParaRPr>
          </a:p>
        </p:txBody>
      </p:sp>
      <p:sp>
        <p:nvSpPr>
          <p:cNvPr id="482" name="Freeform: Shape 481"/>
          <p:cNvSpPr/>
          <p:nvPr/>
        </p:nvSpPr>
        <p:spPr>
          <a:xfrm>
            <a:off x="850680" y="4858560"/>
            <a:ext cx="32040" cy="32040"/>
          </a:xfrm>
          <a:custGeom>
            <a:avLst/>
            <a:gdLst/>
            <a:ahLst/>
            <a:cxnLst/>
            <a:rect l="0" t="0" r="r" b="b"/>
            <a:pathLst>
              <a:path w="89" h="89">
                <a:moveTo>
                  <a:pt x="89" y="45"/>
                </a:moveTo>
                <a:cubicBezTo>
                  <a:pt x="89" y="51"/>
                  <a:pt x="88" y="57"/>
                  <a:pt x="86" y="62"/>
                </a:cubicBezTo>
                <a:cubicBezTo>
                  <a:pt x="84" y="68"/>
                  <a:pt x="81" y="72"/>
                  <a:pt x="76" y="76"/>
                </a:cubicBezTo>
                <a:cubicBezTo>
                  <a:pt x="72" y="81"/>
                  <a:pt x="67" y="84"/>
                  <a:pt x="62" y="86"/>
                </a:cubicBezTo>
                <a:cubicBezTo>
                  <a:pt x="56" y="88"/>
                  <a:pt x="50" y="89"/>
                  <a:pt x="44" y="89"/>
                </a:cubicBezTo>
                <a:cubicBezTo>
                  <a:pt x="38" y="89"/>
                  <a:pt x="33" y="88"/>
                  <a:pt x="27" y="86"/>
                </a:cubicBezTo>
                <a:cubicBezTo>
                  <a:pt x="22" y="84"/>
                  <a:pt x="17" y="81"/>
                  <a:pt x="13" y="76"/>
                </a:cubicBezTo>
                <a:cubicBezTo>
                  <a:pt x="9" y="72"/>
                  <a:pt x="6" y="68"/>
                  <a:pt x="3" y="62"/>
                </a:cubicBezTo>
                <a:cubicBezTo>
                  <a:pt x="1" y="57"/>
                  <a:pt x="0" y="51"/>
                  <a:pt x="0" y="45"/>
                </a:cubicBezTo>
                <a:cubicBezTo>
                  <a:pt x="0" y="39"/>
                  <a:pt x="1" y="34"/>
                  <a:pt x="3" y="28"/>
                </a:cubicBezTo>
                <a:cubicBezTo>
                  <a:pt x="6" y="23"/>
                  <a:pt x="9" y="18"/>
                  <a:pt x="13" y="14"/>
                </a:cubicBezTo>
                <a:cubicBezTo>
                  <a:pt x="17" y="9"/>
                  <a:pt x="22" y="6"/>
                  <a:pt x="27" y="4"/>
                </a:cubicBezTo>
                <a:cubicBezTo>
                  <a:pt x="33" y="1"/>
                  <a:pt x="38" y="0"/>
                  <a:pt x="44" y="0"/>
                </a:cubicBezTo>
                <a:cubicBezTo>
                  <a:pt x="50" y="0"/>
                  <a:pt x="56" y="1"/>
                  <a:pt x="62" y="4"/>
                </a:cubicBezTo>
                <a:cubicBezTo>
                  <a:pt x="67" y="6"/>
                  <a:pt x="72" y="9"/>
                  <a:pt x="76" y="14"/>
                </a:cubicBezTo>
                <a:cubicBezTo>
                  <a:pt x="81" y="18"/>
                  <a:pt x="84" y="23"/>
                  <a:pt x="86" y="28"/>
                </a:cubicBezTo>
                <a:cubicBezTo>
                  <a:pt x="88" y="34"/>
                  <a:pt x="89" y="39"/>
                  <a:pt x="89" y="45"/>
                </a:cubicBezTo>
                <a:close/>
              </a:path>
            </a:pathLst>
          </a:custGeom>
          <a:solidFill>
            <a:srgbClr val="BE1931"/>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483" name="Freeform: Shape 482"/>
          <p:cNvSpPr/>
          <p:nvPr/>
        </p:nvSpPr>
        <p:spPr>
          <a:xfrm>
            <a:off x="850680" y="4715640"/>
            <a:ext cx="32040" cy="132840"/>
          </a:xfrm>
          <a:custGeom>
            <a:avLst/>
            <a:gdLst/>
            <a:ahLst/>
            <a:cxnLst/>
            <a:rect l="0" t="0" r="r" b="b"/>
            <a:pathLst>
              <a:path w="89" h="369">
                <a:moveTo>
                  <a:pt x="89" y="325"/>
                </a:moveTo>
                <a:cubicBezTo>
                  <a:pt x="89" y="349"/>
                  <a:pt x="70" y="369"/>
                  <a:pt x="44" y="369"/>
                </a:cubicBezTo>
                <a:cubicBezTo>
                  <a:pt x="20" y="369"/>
                  <a:pt x="0" y="349"/>
                  <a:pt x="0" y="325"/>
                </a:cubicBezTo>
                <a:lnTo>
                  <a:pt x="0" y="44"/>
                </a:lnTo>
                <a:cubicBezTo>
                  <a:pt x="0" y="20"/>
                  <a:pt x="20" y="0"/>
                  <a:pt x="44" y="0"/>
                </a:cubicBezTo>
                <a:cubicBezTo>
                  <a:pt x="70" y="0"/>
                  <a:pt x="89" y="20"/>
                  <a:pt x="89" y="44"/>
                </a:cubicBezTo>
                <a:lnTo>
                  <a:pt x="89" y="325"/>
                </a:lnTo>
                <a:close/>
              </a:path>
            </a:pathLst>
          </a:custGeom>
          <a:solidFill>
            <a:srgbClr val="BE1931"/>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484" name="TextBox 483"/>
          <p:cNvSpPr txBox="1"/>
          <p:nvPr/>
        </p:nvSpPr>
        <p:spPr>
          <a:xfrm>
            <a:off x="747720" y="4225320"/>
            <a:ext cx="325512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Layout restricts flexibility of schema</a:t>
            </a:r>
            <a:endParaRPr lang="en-GB" sz="1500" b="0" u="none" strike="noStrike" dirty="0">
              <a:solidFill>
                <a:srgbClr val="000000"/>
              </a:solidFill>
              <a:effectLst/>
              <a:uFillTx/>
              <a:latin typeface="Times New Roman"/>
            </a:endParaRPr>
          </a:p>
        </p:txBody>
      </p:sp>
      <p:sp>
        <p:nvSpPr>
          <p:cNvPr id="485" name="TextBox 484"/>
          <p:cNvSpPr txBox="1"/>
          <p:nvPr/>
        </p:nvSpPr>
        <p:spPr>
          <a:xfrm>
            <a:off x="966960" y="4692240"/>
            <a:ext cx="32202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Form (layout) not following function</a:t>
            </a:r>
            <a:endParaRPr lang="en-GB" sz="1500" b="0" u="none" strike="noStrike">
              <a:solidFill>
                <a:srgbClr val="000000"/>
              </a:solidFill>
              <a:effectLst/>
              <a:uFillTx/>
              <a:latin typeface="Times New Roman"/>
            </a:endParaRPr>
          </a:p>
        </p:txBody>
      </p:sp>
      <p:sp>
        <p:nvSpPr>
          <p:cNvPr id="486" name="TextBox 485"/>
          <p:cNvSpPr txBox="1"/>
          <p:nvPr/>
        </p:nvSpPr>
        <p:spPr>
          <a:xfrm>
            <a:off x="11783160" y="6335280"/>
            <a:ext cx="22824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8</a:t>
            </a:r>
            <a:endParaRPr lang="en-GB" sz="18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7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7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8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8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8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 grpId="0" animBg="1"/>
      <p:bldP spid="475" grpId="0"/>
      <p:bldP spid="476" grpId="0" animBg="1"/>
      <p:bldP spid="477" grpId="0"/>
      <p:bldP spid="478" grpId="0" animBg="1"/>
      <p:bldP spid="479" grpId="0"/>
      <p:bldP spid="480" grpId="0"/>
      <p:bldP spid="481" grpId="0"/>
      <p:bldP spid="482" grpId="0" animBg="1"/>
      <p:bldP spid="483" grpId="0" animBg="1"/>
      <p:bldP spid="484" grpId="0"/>
      <p:bldP spid="48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Freeform: Shape 48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488" name="Freeform: Shape 487"/>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489" name="Freeform: Shape 48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490" name="TextBox 489"/>
          <p:cNvSpPr txBox="1"/>
          <p:nvPr/>
        </p:nvSpPr>
        <p:spPr>
          <a:xfrm>
            <a:off x="747720" y="1296360"/>
            <a:ext cx="5582160" cy="474480"/>
          </a:xfrm>
          <a:prstGeom prst="rect">
            <a:avLst/>
          </a:prstGeom>
          <a:noFill/>
          <a:ln w="0">
            <a:noFill/>
          </a:ln>
        </p:spPr>
        <p:txBody>
          <a:bodyPr wrap="none" lIns="0" tIns="0" rIns="0" bIns="0" anchor="t">
            <a:spAutoFit/>
          </a:bodyPr>
          <a:lstStyle/>
          <a:p>
            <a:r>
              <a:rPr lang="en-GB" sz="3080" b="0" u="none" strike="noStrike" dirty="0">
                <a:solidFill>
                  <a:srgbClr val="2F2F2F"/>
                </a:solidFill>
                <a:effectLst/>
                <a:uFillTx/>
                <a:latin typeface="Inter"/>
                <a:ea typeface="Inter"/>
              </a:rPr>
              <a:t>2 Research : Industry Patterns</a:t>
            </a:r>
            <a:endParaRPr lang="en-GB" sz="3080" b="0" u="none" strike="noStrike" dirty="0">
              <a:solidFill>
                <a:srgbClr val="000000"/>
              </a:solidFill>
              <a:effectLst/>
              <a:uFillTx/>
              <a:latin typeface="Times New Roman"/>
            </a:endParaRPr>
          </a:p>
        </p:txBody>
      </p:sp>
      <p:sp>
        <p:nvSpPr>
          <p:cNvPr id="491" name="Freeform: Shape 490"/>
          <p:cNvSpPr/>
          <p:nvPr/>
        </p:nvSpPr>
        <p:spPr>
          <a:xfrm>
            <a:off x="952200" y="2800080"/>
            <a:ext cx="57600" cy="57600"/>
          </a:xfrm>
          <a:custGeom>
            <a:avLst/>
            <a:gdLst/>
            <a:ahLst/>
            <a:cxnLst/>
            <a:rect l="0" t="0" r="r" b="b"/>
            <a:pathLst>
              <a:path w="160" h="160">
                <a:moveTo>
                  <a:pt x="160" y="81"/>
                </a:moveTo>
                <a:cubicBezTo>
                  <a:pt x="160" y="91"/>
                  <a:pt x="158" y="101"/>
                  <a:pt x="154" y="111"/>
                </a:cubicBezTo>
                <a:cubicBezTo>
                  <a:pt x="150" y="121"/>
                  <a:pt x="144" y="129"/>
                  <a:pt x="137" y="137"/>
                </a:cubicBezTo>
                <a:cubicBezTo>
                  <a:pt x="129" y="144"/>
                  <a:pt x="121" y="150"/>
                  <a:pt x="110" y="154"/>
                </a:cubicBezTo>
                <a:cubicBezTo>
                  <a:pt x="100"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60"/>
                  <a:pt x="6" y="50"/>
                </a:cubicBezTo>
                <a:cubicBezTo>
                  <a:pt x="10" y="40"/>
                  <a:pt x="16" y="31"/>
                  <a:pt x="24" y="23"/>
                </a:cubicBezTo>
                <a:cubicBezTo>
                  <a:pt x="31" y="16"/>
                  <a:pt x="40" y="10"/>
                  <a:pt x="49" y="6"/>
                </a:cubicBezTo>
                <a:cubicBezTo>
                  <a:pt x="59" y="2"/>
                  <a:pt x="69" y="0"/>
                  <a:pt x="80" y="0"/>
                </a:cubicBezTo>
                <a:cubicBezTo>
                  <a:pt x="90" y="0"/>
                  <a:pt x="100" y="2"/>
                  <a:pt x="110" y="6"/>
                </a:cubicBezTo>
                <a:cubicBezTo>
                  <a:pt x="121" y="10"/>
                  <a:pt x="129" y="16"/>
                  <a:pt x="137" y="23"/>
                </a:cubicBezTo>
                <a:cubicBezTo>
                  <a:pt x="144" y="31"/>
                  <a:pt x="150" y="40"/>
                  <a:pt x="154" y="50"/>
                </a:cubicBezTo>
                <a:cubicBezTo>
                  <a:pt x="158" y="60"/>
                  <a:pt x="160" y="70"/>
                  <a:pt x="160" y="81"/>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492" name="TextBox 491"/>
          <p:cNvSpPr txBox="1"/>
          <p:nvPr/>
        </p:nvSpPr>
        <p:spPr>
          <a:xfrm>
            <a:off x="747720" y="2130120"/>
            <a:ext cx="1375560" cy="373680"/>
          </a:xfrm>
          <a:prstGeom prst="rect">
            <a:avLst/>
          </a:prstGeom>
          <a:noFill/>
          <a:ln w="0">
            <a:noFill/>
          </a:ln>
        </p:spPr>
        <p:txBody>
          <a:bodyPr wrap="none" lIns="0" tIns="0" rIns="0" bIns="0" anchor="t">
            <a:spAutoFit/>
          </a:bodyPr>
          <a:lstStyle/>
          <a:p>
            <a:r>
              <a:rPr lang="en-GB" sz="2420" b="0" u="none" strike="noStrike" dirty="0">
                <a:solidFill>
                  <a:srgbClr val="2F2F2F"/>
                </a:solidFill>
                <a:effectLst/>
                <a:uFillTx/>
                <a:latin typeface="Inter"/>
                <a:ea typeface="Inter"/>
              </a:rPr>
              <a:t>2.1 Focus</a:t>
            </a:r>
            <a:endParaRPr lang="en-GB" sz="2420" b="0" u="none" strike="noStrike" dirty="0">
              <a:solidFill>
                <a:srgbClr val="000000"/>
              </a:solidFill>
              <a:effectLst/>
              <a:uFillTx/>
              <a:latin typeface="Times New Roman"/>
            </a:endParaRPr>
          </a:p>
        </p:txBody>
      </p:sp>
      <p:sp>
        <p:nvSpPr>
          <p:cNvPr id="493" name="Freeform: Shape 492"/>
          <p:cNvSpPr/>
          <p:nvPr/>
        </p:nvSpPr>
        <p:spPr>
          <a:xfrm>
            <a:off x="952200" y="3162240"/>
            <a:ext cx="57600" cy="57240"/>
          </a:xfrm>
          <a:custGeom>
            <a:avLst/>
            <a:gdLst/>
            <a:ahLst/>
            <a:cxnLst/>
            <a:rect l="0" t="0" r="r" b="b"/>
            <a:pathLst>
              <a:path w="160" h="159">
                <a:moveTo>
                  <a:pt x="160" y="79"/>
                </a:moveTo>
                <a:cubicBezTo>
                  <a:pt x="160" y="90"/>
                  <a:pt x="158" y="100"/>
                  <a:pt x="154" y="109"/>
                </a:cubicBezTo>
                <a:cubicBezTo>
                  <a:pt x="150" y="119"/>
                  <a:pt x="144" y="128"/>
                  <a:pt x="137" y="135"/>
                </a:cubicBezTo>
                <a:cubicBezTo>
                  <a:pt x="129" y="144"/>
                  <a:pt x="121" y="149"/>
                  <a:pt x="110" y="153"/>
                </a:cubicBezTo>
                <a:cubicBezTo>
                  <a:pt x="100" y="157"/>
                  <a:pt x="90" y="159"/>
                  <a:pt x="80" y="159"/>
                </a:cubicBezTo>
                <a:cubicBezTo>
                  <a:pt x="69" y="159"/>
                  <a:pt x="59" y="157"/>
                  <a:pt x="49" y="153"/>
                </a:cubicBezTo>
                <a:cubicBezTo>
                  <a:pt x="40" y="149"/>
                  <a:pt x="31" y="144"/>
                  <a:pt x="24" y="135"/>
                </a:cubicBezTo>
                <a:cubicBezTo>
                  <a:pt x="16" y="128"/>
                  <a:pt x="10" y="119"/>
                  <a:pt x="6" y="109"/>
                </a:cubicBezTo>
                <a:cubicBezTo>
                  <a:pt x="2" y="100"/>
                  <a:pt x="0" y="90"/>
                  <a:pt x="0" y="79"/>
                </a:cubicBezTo>
                <a:cubicBezTo>
                  <a:pt x="0" y="69"/>
                  <a:pt x="2" y="58"/>
                  <a:pt x="6" y="49"/>
                </a:cubicBezTo>
                <a:cubicBezTo>
                  <a:pt x="10" y="39"/>
                  <a:pt x="16" y="30"/>
                  <a:pt x="24" y="23"/>
                </a:cubicBezTo>
                <a:cubicBezTo>
                  <a:pt x="31" y="15"/>
                  <a:pt x="40" y="10"/>
                  <a:pt x="49" y="6"/>
                </a:cubicBezTo>
                <a:cubicBezTo>
                  <a:pt x="59" y="2"/>
                  <a:pt x="69" y="0"/>
                  <a:pt x="80" y="0"/>
                </a:cubicBezTo>
                <a:cubicBezTo>
                  <a:pt x="90" y="0"/>
                  <a:pt x="100" y="2"/>
                  <a:pt x="110" y="6"/>
                </a:cubicBezTo>
                <a:cubicBezTo>
                  <a:pt x="121" y="10"/>
                  <a:pt x="129" y="15"/>
                  <a:pt x="137" y="23"/>
                </a:cubicBezTo>
                <a:cubicBezTo>
                  <a:pt x="144" y="30"/>
                  <a:pt x="150" y="39"/>
                  <a:pt x="154" y="49"/>
                </a:cubicBezTo>
                <a:cubicBezTo>
                  <a:pt x="158" y="58"/>
                  <a:pt x="160" y="69"/>
                  <a:pt x="160" y="79"/>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494" name="TextBox 493"/>
          <p:cNvSpPr txBox="1"/>
          <p:nvPr/>
        </p:nvSpPr>
        <p:spPr>
          <a:xfrm>
            <a:off x="1128600" y="2701440"/>
            <a:ext cx="191736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Products page layout</a:t>
            </a:r>
            <a:endParaRPr lang="en-GB" sz="1500" b="0" u="none" strike="noStrike" dirty="0">
              <a:solidFill>
                <a:srgbClr val="000000"/>
              </a:solidFill>
              <a:effectLst/>
              <a:uFillTx/>
              <a:latin typeface="Times New Roman"/>
            </a:endParaRPr>
          </a:p>
        </p:txBody>
      </p:sp>
      <p:sp>
        <p:nvSpPr>
          <p:cNvPr id="495" name="Freeform: Shape 494"/>
          <p:cNvSpPr/>
          <p:nvPr/>
        </p:nvSpPr>
        <p:spPr>
          <a:xfrm>
            <a:off x="952200" y="3514680"/>
            <a:ext cx="57600" cy="57240"/>
          </a:xfrm>
          <a:custGeom>
            <a:avLst/>
            <a:gdLst/>
            <a:ahLst/>
            <a:cxnLst/>
            <a:rect l="0" t="0" r="r" b="b"/>
            <a:pathLst>
              <a:path w="160" h="159">
                <a:moveTo>
                  <a:pt x="160" y="79"/>
                </a:moveTo>
                <a:cubicBezTo>
                  <a:pt x="160" y="90"/>
                  <a:pt x="158" y="100"/>
                  <a:pt x="154" y="109"/>
                </a:cubicBezTo>
                <a:cubicBezTo>
                  <a:pt x="150" y="120"/>
                  <a:pt x="144" y="129"/>
                  <a:pt x="137" y="136"/>
                </a:cubicBezTo>
                <a:cubicBezTo>
                  <a:pt x="129" y="144"/>
                  <a:pt x="121" y="149"/>
                  <a:pt x="110" y="153"/>
                </a:cubicBezTo>
                <a:cubicBezTo>
                  <a:pt x="100" y="157"/>
                  <a:pt x="90" y="159"/>
                  <a:pt x="80" y="159"/>
                </a:cubicBezTo>
                <a:cubicBezTo>
                  <a:pt x="69" y="159"/>
                  <a:pt x="59" y="157"/>
                  <a:pt x="49" y="153"/>
                </a:cubicBezTo>
                <a:cubicBezTo>
                  <a:pt x="40" y="149"/>
                  <a:pt x="31" y="144"/>
                  <a:pt x="24" y="136"/>
                </a:cubicBezTo>
                <a:cubicBezTo>
                  <a:pt x="16" y="129"/>
                  <a:pt x="10" y="120"/>
                  <a:pt x="6" y="109"/>
                </a:cubicBezTo>
                <a:cubicBezTo>
                  <a:pt x="2" y="100"/>
                  <a:pt x="0" y="90"/>
                  <a:pt x="0" y="79"/>
                </a:cubicBezTo>
                <a:cubicBezTo>
                  <a:pt x="0" y="68"/>
                  <a:pt x="2" y="58"/>
                  <a:pt x="6" y="49"/>
                </a:cubicBezTo>
                <a:cubicBezTo>
                  <a:pt x="10" y="39"/>
                  <a:pt x="16" y="30"/>
                  <a:pt x="24" y="23"/>
                </a:cubicBezTo>
                <a:cubicBezTo>
                  <a:pt x="31" y="15"/>
                  <a:pt x="40" y="10"/>
                  <a:pt x="49" y="6"/>
                </a:cubicBezTo>
                <a:cubicBezTo>
                  <a:pt x="59" y="2"/>
                  <a:pt x="69" y="0"/>
                  <a:pt x="80" y="0"/>
                </a:cubicBezTo>
                <a:cubicBezTo>
                  <a:pt x="90" y="0"/>
                  <a:pt x="100" y="2"/>
                  <a:pt x="110" y="6"/>
                </a:cubicBezTo>
                <a:cubicBezTo>
                  <a:pt x="121" y="10"/>
                  <a:pt x="129" y="15"/>
                  <a:pt x="137" y="23"/>
                </a:cubicBezTo>
                <a:cubicBezTo>
                  <a:pt x="144" y="30"/>
                  <a:pt x="150" y="39"/>
                  <a:pt x="154" y="49"/>
                </a:cubicBezTo>
                <a:cubicBezTo>
                  <a:pt x="158" y="58"/>
                  <a:pt x="160" y="68"/>
                  <a:pt x="160" y="79"/>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496" name="TextBox 495"/>
          <p:cNvSpPr txBox="1"/>
          <p:nvPr/>
        </p:nvSpPr>
        <p:spPr>
          <a:xfrm>
            <a:off x="1128600" y="3063600"/>
            <a:ext cx="2575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Mobile Navigation and Menu</a:t>
            </a:r>
            <a:endParaRPr lang="en-GB" sz="1500" b="0" u="none" strike="noStrike">
              <a:solidFill>
                <a:srgbClr val="000000"/>
              </a:solidFill>
              <a:effectLst/>
              <a:uFillTx/>
              <a:latin typeface="Times New Roman"/>
            </a:endParaRPr>
          </a:p>
        </p:txBody>
      </p:sp>
      <p:sp>
        <p:nvSpPr>
          <p:cNvPr id="497" name="TextBox 496"/>
          <p:cNvSpPr txBox="1"/>
          <p:nvPr/>
        </p:nvSpPr>
        <p:spPr>
          <a:xfrm>
            <a:off x="1128600" y="3415680"/>
            <a:ext cx="339228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Common elements and functionalities</a:t>
            </a:r>
            <a:endParaRPr lang="en-GB" sz="1500" b="0" u="none" strike="noStrike" dirty="0">
              <a:solidFill>
                <a:srgbClr val="000000"/>
              </a:solidFill>
              <a:effectLst/>
              <a:uFillTx/>
              <a:latin typeface="Times New Roman"/>
            </a:endParaRPr>
          </a:p>
        </p:txBody>
      </p:sp>
      <p:sp>
        <p:nvSpPr>
          <p:cNvPr id="498" name="Freeform: Shape 497"/>
          <p:cNvSpPr/>
          <p:nvPr/>
        </p:nvSpPr>
        <p:spPr>
          <a:xfrm>
            <a:off x="6391080" y="2800080"/>
            <a:ext cx="57600" cy="57600"/>
          </a:xfrm>
          <a:custGeom>
            <a:avLst/>
            <a:gdLst/>
            <a:ahLst/>
            <a:cxn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1" y="160"/>
                  <a:pt x="80" y="160"/>
                </a:cubicBezTo>
                <a:cubicBezTo>
                  <a:pt x="70" y="160"/>
                  <a:pt x="60" y="158"/>
                  <a:pt x="50" y="154"/>
                </a:cubicBezTo>
                <a:cubicBezTo>
                  <a:pt x="40" y="150"/>
                  <a:pt x="32" y="144"/>
                  <a:pt x="24" y="137"/>
                </a:cubicBezTo>
                <a:cubicBezTo>
                  <a:pt x="16" y="129"/>
                  <a:pt x="10" y="121"/>
                  <a:pt x="6" y="111"/>
                </a:cubicBezTo>
                <a:cubicBezTo>
                  <a:pt x="2" y="101"/>
                  <a:pt x="0" y="91"/>
                  <a:pt x="0" y="81"/>
                </a:cubicBezTo>
                <a:cubicBezTo>
                  <a:pt x="0" y="70"/>
                  <a:pt x="2" y="60"/>
                  <a:pt x="6" y="50"/>
                </a:cubicBezTo>
                <a:cubicBezTo>
                  <a:pt x="10" y="40"/>
                  <a:pt x="16" y="31"/>
                  <a:pt x="24" y="23"/>
                </a:cubicBezTo>
                <a:cubicBezTo>
                  <a:pt x="32" y="16"/>
                  <a:pt x="40" y="10"/>
                  <a:pt x="50" y="6"/>
                </a:cubicBezTo>
                <a:cubicBezTo>
                  <a:pt x="60" y="2"/>
                  <a:pt x="70" y="0"/>
                  <a:pt x="80" y="0"/>
                </a:cubicBezTo>
                <a:cubicBezTo>
                  <a:pt x="91" y="0"/>
                  <a:pt x="101" y="2"/>
                  <a:pt x="111" y="6"/>
                </a:cubicBezTo>
                <a:cubicBezTo>
                  <a:pt x="121" y="10"/>
                  <a:pt x="129" y="16"/>
                  <a:pt x="137" y="23"/>
                </a:cubicBezTo>
                <a:cubicBezTo>
                  <a:pt x="144" y="31"/>
                  <a:pt x="150" y="40"/>
                  <a:pt x="154" y="50"/>
                </a:cubicBezTo>
                <a:cubicBezTo>
                  <a:pt x="158" y="60"/>
                  <a:pt x="160" y="70"/>
                  <a:pt x="160" y="81"/>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499" name="TextBox 498"/>
          <p:cNvSpPr txBox="1"/>
          <p:nvPr/>
        </p:nvSpPr>
        <p:spPr>
          <a:xfrm>
            <a:off x="6191280" y="2130120"/>
            <a:ext cx="2428920" cy="373680"/>
          </a:xfrm>
          <a:prstGeom prst="rect">
            <a:avLst/>
          </a:prstGeom>
          <a:noFill/>
          <a:ln w="0">
            <a:noFill/>
          </a:ln>
        </p:spPr>
        <p:txBody>
          <a:bodyPr wrap="none" lIns="0" tIns="0" rIns="0" bIns="0" anchor="t">
            <a:spAutoFit/>
          </a:bodyPr>
          <a:lstStyle/>
          <a:p>
            <a:r>
              <a:rPr lang="en-GB" sz="2420" b="0" u="none" strike="noStrike" dirty="0">
                <a:solidFill>
                  <a:srgbClr val="2F2F2F"/>
                </a:solidFill>
                <a:effectLst/>
                <a:uFillTx/>
                <a:latin typeface="Inter"/>
                <a:ea typeface="Inter"/>
              </a:rPr>
              <a:t>2.2 Sites studied</a:t>
            </a:r>
            <a:endParaRPr lang="en-GB" sz="2420" b="0" u="none" strike="noStrike" dirty="0">
              <a:solidFill>
                <a:srgbClr val="000000"/>
              </a:solidFill>
              <a:effectLst/>
              <a:uFillTx/>
              <a:latin typeface="Times New Roman"/>
            </a:endParaRPr>
          </a:p>
        </p:txBody>
      </p:sp>
      <p:sp>
        <p:nvSpPr>
          <p:cNvPr id="500" name="Freeform: Shape 499"/>
          <p:cNvSpPr/>
          <p:nvPr/>
        </p:nvSpPr>
        <p:spPr>
          <a:xfrm>
            <a:off x="6391080" y="3162240"/>
            <a:ext cx="57600" cy="57240"/>
          </a:xfrm>
          <a:custGeom>
            <a:avLst/>
            <a:gdLst/>
            <a:ahLst/>
            <a:cxnLst/>
            <a:rect l="0" t="0" r="r" b="b"/>
            <a:pathLst>
              <a:path w="160" h="159">
                <a:moveTo>
                  <a:pt x="160" y="79"/>
                </a:moveTo>
                <a:cubicBezTo>
                  <a:pt x="160" y="90"/>
                  <a:pt x="158" y="100"/>
                  <a:pt x="154" y="109"/>
                </a:cubicBezTo>
                <a:cubicBezTo>
                  <a:pt x="150" y="119"/>
                  <a:pt x="144" y="128"/>
                  <a:pt x="137" y="135"/>
                </a:cubicBezTo>
                <a:cubicBezTo>
                  <a:pt x="129" y="144"/>
                  <a:pt x="121" y="149"/>
                  <a:pt x="111" y="153"/>
                </a:cubicBezTo>
                <a:cubicBezTo>
                  <a:pt x="101" y="157"/>
                  <a:pt x="91" y="159"/>
                  <a:pt x="80" y="159"/>
                </a:cubicBezTo>
                <a:cubicBezTo>
                  <a:pt x="70" y="159"/>
                  <a:pt x="60" y="157"/>
                  <a:pt x="50" y="153"/>
                </a:cubicBezTo>
                <a:cubicBezTo>
                  <a:pt x="40" y="149"/>
                  <a:pt x="32" y="144"/>
                  <a:pt x="24" y="135"/>
                </a:cubicBezTo>
                <a:cubicBezTo>
                  <a:pt x="16" y="128"/>
                  <a:pt x="10" y="119"/>
                  <a:pt x="6" y="109"/>
                </a:cubicBezTo>
                <a:cubicBezTo>
                  <a:pt x="2" y="100"/>
                  <a:pt x="0" y="90"/>
                  <a:pt x="0" y="79"/>
                </a:cubicBezTo>
                <a:cubicBezTo>
                  <a:pt x="0" y="69"/>
                  <a:pt x="2" y="58"/>
                  <a:pt x="6" y="49"/>
                </a:cubicBezTo>
                <a:cubicBezTo>
                  <a:pt x="10" y="39"/>
                  <a:pt x="16" y="30"/>
                  <a:pt x="24" y="23"/>
                </a:cubicBezTo>
                <a:cubicBezTo>
                  <a:pt x="32" y="15"/>
                  <a:pt x="40" y="10"/>
                  <a:pt x="50" y="6"/>
                </a:cubicBezTo>
                <a:cubicBezTo>
                  <a:pt x="60" y="2"/>
                  <a:pt x="70" y="0"/>
                  <a:pt x="80" y="0"/>
                </a:cubicBezTo>
                <a:cubicBezTo>
                  <a:pt x="91" y="0"/>
                  <a:pt x="101" y="2"/>
                  <a:pt x="111" y="6"/>
                </a:cubicBezTo>
                <a:cubicBezTo>
                  <a:pt x="121" y="10"/>
                  <a:pt x="129" y="15"/>
                  <a:pt x="137" y="23"/>
                </a:cubicBezTo>
                <a:cubicBezTo>
                  <a:pt x="144" y="30"/>
                  <a:pt x="150" y="39"/>
                  <a:pt x="154" y="49"/>
                </a:cubicBezTo>
                <a:cubicBezTo>
                  <a:pt x="158" y="58"/>
                  <a:pt x="160" y="69"/>
                  <a:pt x="160" y="79"/>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501" name="TextBox 500"/>
          <p:cNvSpPr txBox="1"/>
          <p:nvPr/>
        </p:nvSpPr>
        <p:spPr>
          <a:xfrm>
            <a:off x="6572160" y="2701440"/>
            <a:ext cx="410040" cy="230400"/>
          </a:xfrm>
          <a:prstGeom prst="rect">
            <a:avLst/>
          </a:prstGeom>
          <a:noFill/>
          <a:ln w="0">
            <a:noFill/>
          </a:ln>
        </p:spPr>
        <p:txBody>
          <a:bodyPr wrap="none" lIns="0" tIns="0" rIns="0" bIns="0" anchor="t">
            <a:spAutoFit/>
          </a:bodyPr>
          <a:lstStyle/>
          <a:p>
            <a:r>
              <a:rPr lang="en-GB" sz="1500" b="0" u="none" strike="noStrike">
                <a:solidFill>
                  <a:srgbClr val="0969DA"/>
                </a:solidFill>
                <a:effectLst/>
                <a:uFillTx/>
                <a:latin typeface="Inter"/>
                <a:ea typeface="Inter"/>
              </a:rPr>
              <a:t>IFoA</a:t>
            </a:r>
            <a:endParaRPr lang="en-GB" sz="1500" b="0" u="none" strike="noStrike">
              <a:solidFill>
                <a:srgbClr val="000000"/>
              </a:solidFill>
              <a:effectLst/>
              <a:uFillTx/>
              <a:latin typeface="Times New Roman"/>
            </a:endParaRPr>
          </a:p>
        </p:txBody>
      </p:sp>
      <p:sp>
        <p:nvSpPr>
          <p:cNvPr id="502" name="Freeform: Shape 501"/>
          <p:cNvSpPr/>
          <p:nvPr/>
        </p:nvSpPr>
        <p:spPr>
          <a:xfrm>
            <a:off x="6391080" y="3514680"/>
            <a:ext cx="57600" cy="57240"/>
          </a:xfrm>
          <a:custGeom>
            <a:avLst/>
            <a:gdLst/>
            <a:ahLst/>
            <a:cxnLst/>
            <a:rect l="0" t="0" r="r" b="b"/>
            <a:pathLst>
              <a:path w="160" h="159">
                <a:moveTo>
                  <a:pt x="160" y="79"/>
                </a:moveTo>
                <a:cubicBezTo>
                  <a:pt x="160" y="90"/>
                  <a:pt x="158" y="100"/>
                  <a:pt x="154" y="109"/>
                </a:cubicBezTo>
                <a:cubicBezTo>
                  <a:pt x="150" y="120"/>
                  <a:pt x="144" y="129"/>
                  <a:pt x="137" y="136"/>
                </a:cubicBezTo>
                <a:cubicBezTo>
                  <a:pt x="129" y="144"/>
                  <a:pt x="121" y="149"/>
                  <a:pt x="111" y="153"/>
                </a:cubicBezTo>
                <a:cubicBezTo>
                  <a:pt x="101" y="157"/>
                  <a:pt x="91" y="159"/>
                  <a:pt x="80" y="159"/>
                </a:cubicBezTo>
                <a:cubicBezTo>
                  <a:pt x="70" y="159"/>
                  <a:pt x="60" y="157"/>
                  <a:pt x="50" y="153"/>
                </a:cubicBezTo>
                <a:cubicBezTo>
                  <a:pt x="40" y="149"/>
                  <a:pt x="32" y="144"/>
                  <a:pt x="24" y="136"/>
                </a:cubicBezTo>
                <a:cubicBezTo>
                  <a:pt x="16" y="129"/>
                  <a:pt x="10" y="120"/>
                  <a:pt x="6" y="109"/>
                </a:cubicBezTo>
                <a:cubicBezTo>
                  <a:pt x="2" y="100"/>
                  <a:pt x="0" y="90"/>
                  <a:pt x="0" y="79"/>
                </a:cubicBezTo>
                <a:cubicBezTo>
                  <a:pt x="0" y="68"/>
                  <a:pt x="2" y="58"/>
                  <a:pt x="6" y="49"/>
                </a:cubicBezTo>
                <a:cubicBezTo>
                  <a:pt x="10" y="39"/>
                  <a:pt x="16" y="30"/>
                  <a:pt x="24" y="23"/>
                </a:cubicBezTo>
                <a:cubicBezTo>
                  <a:pt x="32" y="15"/>
                  <a:pt x="40" y="10"/>
                  <a:pt x="50" y="6"/>
                </a:cubicBezTo>
                <a:cubicBezTo>
                  <a:pt x="60" y="2"/>
                  <a:pt x="70" y="0"/>
                  <a:pt x="80" y="0"/>
                </a:cubicBezTo>
                <a:cubicBezTo>
                  <a:pt x="91" y="0"/>
                  <a:pt x="101" y="2"/>
                  <a:pt x="111" y="6"/>
                </a:cubicBezTo>
                <a:cubicBezTo>
                  <a:pt x="121" y="10"/>
                  <a:pt x="129" y="15"/>
                  <a:pt x="137" y="23"/>
                </a:cubicBezTo>
                <a:cubicBezTo>
                  <a:pt x="144" y="30"/>
                  <a:pt x="150" y="39"/>
                  <a:pt x="154" y="49"/>
                </a:cubicBezTo>
                <a:cubicBezTo>
                  <a:pt x="158" y="58"/>
                  <a:pt x="160" y="68"/>
                  <a:pt x="160" y="79"/>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503" name="TextBox 502"/>
          <p:cNvSpPr txBox="1"/>
          <p:nvPr/>
        </p:nvSpPr>
        <p:spPr>
          <a:xfrm>
            <a:off x="6572160" y="3063600"/>
            <a:ext cx="638640" cy="230400"/>
          </a:xfrm>
          <a:prstGeom prst="rect">
            <a:avLst/>
          </a:prstGeom>
          <a:noFill/>
          <a:ln w="0">
            <a:noFill/>
          </a:ln>
        </p:spPr>
        <p:txBody>
          <a:bodyPr wrap="none" lIns="0" tIns="0" rIns="0" bIns="0" anchor="t">
            <a:spAutoFit/>
          </a:bodyPr>
          <a:lstStyle/>
          <a:p>
            <a:r>
              <a:rPr lang="en-GB" sz="1500" b="0" u="none" strike="noStrike">
                <a:solidFill>
                  <a:srgbClr val="0969DA"/>
                </a:solidFill>
                <a:effectLst/>
                <a:uFillTx/>
                <a:latin typeface="Inter"/>
                <a:ea typeface="Inter"/>
              </a:rPr>
              <a:t>ACTEX</a:t>
            </a:r>
            <a:endParaRPr lang="en-GB" sz="1500" b="0" u="none" strike="noStrike">
              <a:solidFill>
                <a:srgbClr val="000000"/>
              </a:solidFill>
              <a:effectLst/>
              <a:uFillTx/>
              <a:latin typeface="Times New Roman"/>
            </a:endParaRPr>
          </a:p>
        </p:txBody>
      </p:sp>
      <p:sp>
        <p:nvSpPr>
          <p:cNvPr id="504" name="Freeform: Shape 503"/>
          <p:cNvSpPr/>
          <p:nvPr/>
        </p:nvSpPr>
        <p:spPr>
          <a:xfrm>
            <a:off x="6391080" y="3876480"/>
            <a:ext cx="57600" cy="57600"/>
          </a:xfrm>
          <a:custGeom>
            <a:avLst/>
            <a:gdLst/>
            <a:ahLst/>
            <a:cxnLst/>
            <a:rect l="0" t="0" r="r" b="b"/>
            <a:pathLst>
              <a:path w="160" h="160">
                <a:moveTo>
                  <a:pt x="160" y="80"/>
                </a:moveTo>
                <a:cubicBezTo>
                  <a:pt x="160" y="91"/>
                  <a:pt x="158" y="101"/>
                  <a:pt x="154" y="111"/>
                </a:cubicBezTo>
                <a:cubicBezTo>
                  <a:pt x="150" y="121"/>
                  <a:pt x="144" y="129"/>
                  <a:pt x="137" y="137"/>
                </a:cubicBezTo>
                <a:cubicBezTo>
                  <a:pt x="129" y="144"/>
                  <a:pt x="121" y="150"/>
                  <a:pt x="111" y="154"/>
                </a:cubicBezTo>
                <a:cubicBezTo>
                  <a:pt x="101" y="158"/>
                  <a:pt x="91" y="160"/>
                  <a:pt x="80" y="160"/>
                </a:cubicBezTo>
                <a:cubicBezTo>
                  <a:pt x="70" y="160"/>
                  <a:pt x="60" y="158"/>
                  <a:pt x="50" y="154"/>
                </a:cubicBezTo>
                <a:cubicBezTo>
                  <a:pt x="40" y="150"/>
                  <a:pt x="32" y="144"/>
                  <a:pt x="24" y="137"/>
                </a:cubicBezTo>
                <a:cubicBezTo>
                  <a:pt x="16" y="129"/>
                  <a:pt x="10" y="121"/>
                  <a:pt x="6" y="111"/>
                </a:cubicBezTo>
                <a:cubicBezTo>
                  <a:pt x="2" y="101"/>
                  <a:pt x="0" y="91"/>
                  <a:pt x="0" y="80"/>
                </a:cubicBezTo>
                <a:cubicBezTo>
                  <a:pt x="0" y="70"/>
                  <a:pt x="2" y="60"/>
                  <a:pt x="6" y="49"/>
                </a:cubicBezTo>
                <a:cubicBezTo>
                  <a:pt x="10" y="39"/>
                  <a:pt x="16" y="31"/>
                  <a:pt x="24" y="23"/>
                </a:cubicBezTo>
                <a:cubicBezTo>
                  <a:pt x="32" y="16"/>
                  <a:pt x="40" y="10"/>
                  <a:pt x="50" y="6"/>
                </a:cubicBezTo>
                <a:cubicBezTo>
                  <a:pt x="60" y="2"/>
                  <a:pt x="70" y="0"/>
                  <a:pt x="80" y="0"/>
                </a:cubicBezTo>
                <a:cubicBezTo>
                  <a:pt x="91" y="0"/>
                  <a:pt x="101" y="2"/>
                  <a:pt x="111" y="6"/>
                </a:cubicBezTo>
                <a:cubicBezTo>
                  <a:pt x="121" y="10"/>
                  <a:pt x="129" y="16"/>
                  <a:pt x="137" y="23"/>
                </a:cubicBezTo>
                <a:cubicBezTo>
                  <a:pt x="144" y="31"/>
                  <a:pt x="150" y="39"/>
                  <a:pt x="154" y="49"/>
                </a:cubicBezTo>
                <a:cubicBezTo>
                  <a:pt x="158" y="60"/>
                  <a:pt x="160" y="70"/>
                  <a:pt x="160" y="80"/>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505" name="TextBox 504"/>
          <p:cNvSpPr txBox="1"/>
          <p:nvPr/>
        </p:nvSpPr>
        <p:spPr>
          <a:xfrm>
            <a:off x="6572160" y="3415680"/>
            <a:ext cx="1200600" cy="230400"/>
          </a:xfrm>
          <a:prstGeom prst="rect">
            <a:avLst/>
          </a:prstGeom>
          <a:noFill/>
          <a:ln w="0">
            <a:noFill/>
          </a:ln>
        </p:spPr>
        <p:txBody>
          <a:bodyPr wrap="none" lIns="0" tIns="0" rIns="0" bIns="0" anchor="t">
            <a:spAutoFit/>
          </a:bodyPr>
          <a:lstStyle/>
          <a:p>
            <a:r>
              <a:rPr lang="en-GB" sz="1500" b="0" u="none" strike="noStrike">
                <a:solidFill>
                  <a:srgbClr val="0969DA"/>
                </a:solidFill>
                <a:effectLst/>
                <a:uFillTx/>
                <a:latin typeface="Inter"/>
                <a:ea typeface="Inter"/>
              </a:rPr>
              <a:t>ThinkActuary</a:t>
            </a:r>
            <a:endParaRPr lang="en-GB" sz="1500" b="0" u="none" strike="noStrike">
              <a:solidFill>
                <a:srgbClr val="000000"/>
              </a:solidFill>
              <a:effectLst/>
              <a:uFillTx/>
              <a:latin typeface="Times New Roman"/>
            </a:endParaRPr>
          </a:p>
        </p:txBody>
      </p:sp>
      <p:sp>
        <p:nvSpPr>
          <p:cNvPr id="506" name="Freeform: Shape 505"/>
          <p:cNvSpPr/>
          <p:nvPr/>
        </p:nvSpPr>
        <p:spPr>
          <a:xfrm>
            <a:off x="6391080" y="4228920"/>
            <a:ext cx="57600" cy="57600"/>
          </a:xfrm>
          <a:custGeom>
            <a:avLst/>
            <a:gdLst/>
            <a:ahLst/>
            <a:cxnLst/>
            <a:rect l="0" t="0" r="r" b="b"/>
            <a:pathLst>
              <a:path w="160" h="160">
                <a:moveTo>
                  <a:pt x="160" y="80"/>
                </a:moveTo>
                <a:cubicBezTo>
                  <a:pt x="160" y="91"/>
                  <a:pt x="158" y="101"/>
                  <a:pt x="154" y="111"/>
                </a:cubicBezTo>
                <a:cubicBezTo>
                  <a:pt x="150" y="120"/>
                  <a:pt x="144" y="129"/>
                  <a:pt x="137" y="137"/>
                </a:cubicBezTo>
                <a:cubicBezTo>
                  <a:pt x="129" y="144"/>
                  <a:pt x="121" y="150"/>
                  <a:pt x="111" y="154"/>
                </a:cubicBezTo>
                <a:cubicBezTo>
                  <a:pt x="101" y="158"/>
                  <a:pt x="91" y="160"/>
                  <a:pt x="80" y="160"/>
                </a:cubicBezTo>
                <a:cubicBezTo>
                  <a:pt x="70" y="160"/>
                  <a:pt x="60" y="158"/>
                  <a:pt x="50" y="154"/>
                </a:cubicBezTo>
                <a:cubicBezTo>
                  <a:pt x="40" y="150"/>
                  <a:pt x="32" y="144"/>
                  <a:pt x="24" y="137"/>
                </a:cubicBezTo>
                <a:cubicBezTo>
                  <a:pt x="16" y="129"/>
                  <a:pt x="10" y="120"/>
                  <a:pt x="6" y="111"/>
                </a:cubicBezTo>
                <a:cubicBezTo>
                  <a:pt x="2" y="101"/>
                  <a:pt x="0" y="91"/>
                  <a:pt x="0" y="80"/>
                </a:cubicBezTo>
                <a:cubicBezTo>
                  <a:pt x="0" y="70"/>
                  <a:pt x="2" y="60"/>
                  <a:pt x="6" y="50"/>
                </a:cubicBezTo>
                <a:cubicBezTo>
                  <a:pt x="10" y="40"/>
                  <a:pt x="16" y="32"/>
                  <a:pt x="24" y="23"/>
                </a:cubicBezTo>
                <a:cubicBezTo>
                  <a:pt x="32" y="16"/>
                  <a:pt x="40" y="10"/>
                  <a:pt x="50" y="6"/>
                </a:cubicBezTo>
                <a:cubicBezTo>
                  <a:pt x="60" y="2"/>
                  <a:pt x="70" y="0"/>
                  <a:pt x="80" y="0"/>
                </a:cubicBezTo>
                <a:cubicBezTo>
                  <a:pt x="91" y="0"/>
                  <a:pt x="101" y="2"/>
                  <a:pt x="111" y="6"/>
                </a:cubicBezTo>
                <a:cubicBezTo>
                  <a:pt x="121" y="10"/>
                  <a:pt x="129" y="16"/>
                  <a:pt x="137" y="23"/>
                </a:cubicBezTo>
                <a:cubicBezTo>
                  <a:pt x="144" y="32"/>
                  <a:pt x="150" y="40"/>
                  <a:pt x="154" y="50"/>
                </a:cubicBezTo>
                <a:cubicBezTo>
                  <a:pt x="158" y="60"/>
                  <a:pt x="160" y="70"/>
                  <a:pt x="160" y="80"/>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507" name="TextBox 506"/>
          <p:cNvSpPr txBox="1"/>
          <p:nvPr/>
        </p:nvSpPr>
        <p:spPr>
          <a:xfrm>
            <a:off x="6572160" y="3777840"/>
            <a:ext cx="2152080" cy="230400"/>
          </a:xfrm>
          <a:prstGeom prst="rect">
            <a:avLst/>
          </a:prstGeom>
          <a:noFill/>
          <a:ln w="0">
            <a:noFill/>
          </a:ln>
        </p:spPr>
        <p:txBody>
          <a:bodyPr wrap="none" lIns="0" tIns="0" rIns="0" bIns="0" anchor="t">
            <a:spAutoFit/>
          </a:bodyPr>
          <a:lstStyle/>
          <a:p>
            <a:r>
              <a:rPr lang="en-GB" sz="1500" b="0" u="none" strike="noStrike">
                <a:solidFill>
                  <a:srgbClr val="0969DA"/>
                </a:solidFill>
                <a:effectLst/>
                <a:uFillTx/>
                <a:latin typeface="Inter"/>
                <a:ea typeface="Inter"/>
              </a:rPr>
              <a:t>Oxford Unibersity Press</a:t>
            </a:r>
            <a:endParaRPr lang="en-GB" sz="1500" b="0" u="none" strike="noStrike">
              <a:solidFill>
                <a:srgbClr val="000000"/>
              </a:solidFill>
              <a:effectLst/>
              <a:uFillTx/>
              <a:latin typeface="Times New Roman"/>
            </a:endParaRPr>
          </a:p>
        </p:txBody>
      </p:sp>
      <p:sp>
        <p:nvSpPr>
          <p:cNvPr id="508" name="Freeform: Shape 507"/>
          <p:cNvSpPr/>
          <p:nvPr/>
        </p:nvSpPr>
        <p:spPr>
          <a:xfrm>
            <a:off x="6391080" y="4581360"/>
            <a:ext cx="57600" cy="57600"/>
          </a:xfrm>
          <a:custGeom>
            <a:avLst/>
            <a:gdLst/>
            <a:ahLst/>
            <a:cxnLst/>
            <a:rect l="0" t="0" r="r" b="b"/>
            <a:pathLst>
              <a:path w="160" h="160">
                <a:moveTo>
                  <a:pt x="160" y="79"/>
                </a:moveTo>
                <a:cubicBezTo>
                  <a:pt x="160" y="90"/>
                  <a:pt x="158" y="100"/>
                  <a:pt x="154" y="110"/>
                </a:cubicBezTo>
                <a:cubicBezTo>
                  <a:pt x="150" y="119"/>
                  <a:pt x="144" y="128"/>
                  <a:pt x="137" y="135"/>
                </a:cubicBezTo>
                <a:cubicBezTo>
                  <a:pt x="129" y="143"/>
                  <a:pt x="121" y="149"/>
                  <a:pt x="111" y="154"/>
                </a:cubicBezTo>
                <a:cubicBezTo>
                  <a:pt x="101" y="158"/>
                  <a:pt x="91" y="160"/>
                  <a:pt x="80" y="160"/>
                </a:cubicBezTo>
                <a:cubicBezTo>
                  <a:pt x="70" y="160"/>
                  <a:pt x="60" y="158"/>
                  <a:pt x="50" y="154"/>
                </a:cubicBezTo>
                <a:cubicBezTo>
                  <a:pt x="40" y="149"/>
                  <a:pt x="32" y="143"/>
                  <a:pt x="24" y="135"/>
                </a:cubicBezTo>
                <a:cubicBezTo>
                  <a:pt x="16" y="128"/>
                  <a:pt x="10" y="119"/>
                  <a:pt x="6" y="110"/>
                </a:cubicBezTo>
                <a:cubicBezTo>
                  <a:pt x="2" y="100"/>
                  <a:pt x="0" y="90"/>
                  <a:pt x="0" y="79"/>
                </a:cubicBezTo>
                <a:cubicBezTo>
                  <a:pt x="0" y="69"/>
                  <a:pt x="2" y="59"/>
                  <a:pt x="6" y="49"/>
                </a:cubicBezTo>
                <a:cubicBezTo>
                  <a:pt x="10" y="39"/>
                  <a:pt x="16" y="31"/>
                  <a:pt x="24" y="23"/>
                </a:cubicBezTo>
                <a:cubicBezTo>
                  <a:pt x="32" y="16"/>
                  <a:pt x="40" y="10"/>
                  <a:pt x="50" y="6"/>
                </a:cubicBezTo>
                <a:cubicBezTo>
                  <a:pt x="60" y="2"/>
                  <a:pt x="70" y="0"/>
                  <a:pt x="80" y="0"/>
                </a:cubicBezTo>
                <a:cubicBezTo>
                  <a:pt x="91" y="0"/>
                  <a:pt x="101" y="2"/>
                  <a:pt x="111" y="6"/>
                </a:cubicBezTo>
                <a:cubicBezTo>
                  <a:pt x="121" y="10"/>
                  <a:pt x="129" y="16"/>
                  <a:pt x="137" y="23"/>
                </a:cubicBezTo>
                <a:cubicBezTo>
                  <a:pt x="144" y="31"/>
                  <a:pt x="150" y="39"/>
                  <a:pt x="154" y="49"/>
                </a:cubicBezTo>
                <a:cubicBezTo>
                  <a:pt x="158" y="59"/>
                  <a:pt x="160" y="69"/>
                  <a:pt x="160" y="79"/>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509" name="TextBox 508"/>
          <p:cNvSpPr txBox="1"/>
          <p:nvPr/>
        </p:nvSpPr>
        <p:spPr>
          <a:xfrm>
            <a:off x="6572160" y="4130280"/>
            <a:ext cx="522720" cy="230400"/>
          </a:xfrm>
          <a:prstGeom prst="rect">
            <a:avLst/>
          </a:prstGeom>
          <a:noFill/>
          <a:ln w="0">
            <a:noFill/>
          </a:ln>
        </p:spPr>
        <p:txBody>
          <a:bodyPr wrap="none" lIns="0" tIns="0" rIns="0" bIns="0" anchor="t">
            <a:spAutoFit/>
          </a:bodyPr>
          <a:lstStyle/>
          <a:p>
            <a:r>
              <a:rPr lang="en-GB" sz="1500" b="0" u="none" strike="noStrike">
                <a:solidFill>
                  <a:srgbClr val="0969DA"/>
                </a:solidFill>
                <a:effectLst/>
                <a:uFillTx/>
                <a:latin typeface="Inter"/>
                <a:ea typeface="Inter"/>
              </a:rPr>
              <a:t>Apple</a:t>
            </a:r>
            <a:endParaRPr lang="en-GB" sz="1500" b="0" u="none" strike="noStrike">
              <a:solidFill>
                <a:srgbClr val="000000"/>
              </a:solidFill>
              <a:effectLst/>
              <a:uFillTx/>
              <a:latin typeface="Times New Roman"/>
            </a:endParaRPr>
          </a:p>
        </p:txBody>
      </p:sp>
      <p:sp>
        <p:nvSpPr>
          <p:cNvPr id="510" name="Freeform: Shape 509"/>
          <p:cNvSpPr/>
          <p:nvPr/>
        </p:nvSpPr>
        <p:spPr>
          <a:xfrm>
            <a:off x="6391080" y="4943160"/>
            <a:ext cx="57600" cy="57600"/>
          </a:xfrm>
          <a:custGeom>
            <a:avLst/>
            <a:gdLst/>
            <a:ahLst/>
            <a:cxnLst/>
            <a:rect l="0" t="0" r="r" b="b"/>
            <a:pathLst>
              <a:path w="160" h="160">
                <a:moveTo>
                  <a:pt x="160" y="80"/>
                </a:moveTo>
                <a:cubicBezTo>
                  <a:pt x="160" y="90"/>
                  <a:pt x="158" y="101"/>
                  <a:pt x="154" y="111"/>
                </a:cubicBezTo>
                <a:cubicBezTo>
                  <a:pt x="150" y="121"/>
                  <a:pt x="144" y="129"/>
                  <a:pt x="137" y="137"/>
                </a:cubicBezTo>
                <a:cubicBezTo>
                  <a:pt x="129" y="144"/>
                  <a:pt x="121" y="150"/>
                  <a:pt x="111" y="154"/>
                </a:cubicBezTo>
                <a:cubicBezTo>
                  <a:pt x="101" y="158"/>
                  <a:pt x="91" y="160"/>
                  <a:pt x="80" y="160"/>
                </a:cubicBezTo>
                <a:cubicBezTo>
                  <a:pt x="70" y="160"/>
                  <a:pt x="60" y="158"/>
                  <a:pt x="50" y="154"/>
                </a:cubicBezTo>
                <a:cubicBezTo>
                  <a:pt x="40" y="150"/>
                  <a:pt x="32" y="144"/>
                  <a:pt x="24" y="137"/>
                </a:cubicBezTo>
                <a:cubicBezTo>
                  <a:pt x="16" y="129"/>
                  <a:pt x="10" y="121"/>
                  <a:pt x="6" y="111"/>
                </a:cubicBezTo>
                <a:cubicBezTo>
                  <a:pt x="2" y="101"/>
                  <a:pt x="0" y="90"/>
                  <a:pt x="0" y="80"/>
                </a:cubicBezTo>
                <a:cubicBezTo>
                  <a:pt x="0" y="69"/>
                  <a:pt x="2" y="59"/>
                  <a:pt x="6" y="49"/>
                </a:cubicBezTo>
                <a:cubicBezTo>
                  <a:pt x="10" y="40"/>
                  <a:pt x="16" y="31"/>
                  <a:pt x="24" y="24"/>
                </a:cubicBezTo>
                <a:cubicBezTo>
                  <a:pt x="32" y="16"/>
                  <a:pt x="40" y="10"/>
                  <a:pt x="50" y="6"/>
                </a:cubicBezTo>
                <a:cubicBezTo>
                  <a:pt x="60" y="2"/>
                  <a:pt x="70" y="0"/>
                  <a:pt x="80" y="0"/>
                </a:cubicBezTo>
                <a:cubicBezTo>
                  <a:pt x="91" y="0"/>
                  <a:pt x="101" y="2"/>
                  <a:pt x="111" y="6"/>
                </a:cubicBezTo>
                <a:cubicBezTo>
                  <a:pt x="121" y="10"/>
                  <a:pt x="129" y="16"/>
                  <a:pt x="137" y="24"/>
                </a:cubicBezTo>
                <a:cubicBezTo>
                  <a:pt x="144" y="31"/>
                  <a:pt x="150" y="40"/>
                  <a:pt x="154" y="49"/>
                </a:cubicBezTo>
                <a:cubicBezTo>
                  <a:pt x="158" y="59"/>
                  <a:pt x="160" y="69"/>
                  <a:pt x="160" y="80"/>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511" name="TextBox 510"/>
          <p:cNvSpPr txBox="1"/>
          <p:nvPr/>
        </p:nvSpPr>
        <p:spPr>
          <a:xfrm>
            <a:off x="6572160" y="4482720"/>
            <a:ext cx="738000" cy="230400"/>
          </a:xfrm>
          <a:prstGeom prst="rect">
            <a:avLst/>
          </a:prstGeom>
          <a:noFill/>
          <a:ln w="0">
            <a:noFill/>
          </a:ln>
        </p:spPr>
        <p:txBody>
          <a:bodyPr wrap="none" lIns="0" tIns="0" rIns="0" bIns="0" anchor="t">
            <a:spAutoFit/>
          </a:bodyPr>
          <a:lstStyle/>
          <a:p>
            <a:r>
              <a:rPr lang="en-GB" sz="1500" b="0" u="none" strike="noStrike">
                <a:solidFill>
                  <a:srgbClr val="0969DA"/>
                </a:solidFill>
                <a:effectLst/>
                <a:uFillTx/>
                <a:latin typeface="Inter"/>
                <a:ea typeface="Inter"/>
              </a:rPr>
              <a:t>Amazon</a:t>
            </a:r>
            <a:endParaRPr lang="en-GB" sz="1500" b="0" u="none" strike="noStrike">
              <a:solidFill>
                <a:srgbClr val="000000"/>
              </a:solidFill>
              <a:effectLst/>
              <a:uFillTx/>
              <a:latin typeface="Times New Roman"/>
            </a:endParaRPr>
          </a:p>
        </p:txBody>
      </p:sp>
      <p:sp>
        <p:nvSpPr>
          <p:cNvPr id="512" name="TextBox 511"/>
          <p:cNvSpPr txBox="1"/>
          <p:nvPr/>
        </p:nvSpPr>
        <p:spPr>
          <a:xfrm>
            <a:off x="6572160" y="4844520"/>
            <a:ext cx="4838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various e-commerce online store (e.g. Amazon, ebay,</a:t>
            </a:r>
            <a:endParaRPr lang="en-GB" sz="1500" b="0" u="none" strike="noStrike">
              <a:solidFill>
                <a:srgbClr val="000000"/>
              </a:solidFill>
              <a:effectLst/>
              <a:uFillTx/>
              <a:latin typeface="Times New Roman"/>
            </a:endParaRPr>
          </a:p>
        </p:txBody>
      </p:sp>
      <p:sp>
        <p:nvSpPr>
          <p:cNvPr id="513" name="TextBox 512"/>
          <p:cNvSpPr txBox="1"/>
          <p:nvPr/>
        </p:nvSpPr>
        <p:spPr>
          <a:xfrm>
            <a:off x="6572160" y="5149440"/>
            <a:ext cx="10695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apple...etc.)</a:t>
            </a:r>
            <a:endParaRPr lang="en-GB" sz="1500" b="0" u="none" strike="noStrike">
              <a:solidFill>
                <a:srgbClr val="000000"/>
              </a:solidFill>
              <a:effectLst/>
              <a:uFillTx/>
              <a:latin typeface="Times New Roman"/>
            </a:endParaRPr>
          </a:p>
        </p:txBody>
      </p:sp>
      <p:sp>
        <p:nvSpPr>
          <p:cNvPr id="514" name="TextBox 513"/>
          <p:cNvSpPr txBox="1"/>
          <p:nvPr/>
        </p:nvSpPr>
        <p:spPr>
          <a:xfrm>
            <a:off x="11783160" y="6335280"/>
            <a:ext cx="22824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9</a:t>
            </a:r>
            <a:endParaRPr lang="en-GB" sz="18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9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2" grpId="0"/>
      <p:bldP spid="494" grpId="0"/>
      <p:bldP spid="496" grpId="0"/>
      <p:bldP spid="497" grpId="0"/>
      <p:bldP spid="499" grpId="0"/>
      <p:bldP spid="501" grpId="0"/>
      <p:bldP spid="503" grpId="0"/>
      <p:bldP spid="505" grpId="0"/>
      <p:bldP spid="507" grpId="0"/>
      <p:bldP spid="509" grpId="0"/>
      <p:bldP spid="511" grpId="0"/>
      <p:bldP spid="512" grpId="0"/>
      <p:bldP spid="5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 name="Freeform: Shape 51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516" name="Freeform: Shape 51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517" name="Freeform: Shape 51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518" name="TextBox 517"/>
          <p:cNvSpPr txBox="1"/>
          <p:nvPr/>
        </p:nvSpPr>
        <p:spPr>
          <a:xfrm>
            <a:off x="747720" y="1013040"/>
            <a:ext cx="1522800" cy="293040"/>
          </a:xfrm>
          <a:prstGeom prst="rect">
            <a:avLst/>
          </a:prstGeom>
          <a:noFill/>
          <a:ln w="0">
            <a:noFill/>
          </a:ln>
        </p:spPr>
        <p:txBody>
          <a:bodyPr wrap="none" lIns="0" tIns="0" rIns="0" bIns="0" anchor="t">
            <a:spAutoFit/>
          </a:bodyPr>
          <a:lstStyle/>
          <a:p>
            <a:r>
              <a:rPr lang="en-GB" sz="1910" b="0" u="none" strike="noStrike">
                <a:solidFill>
                  <a:srgbClr val="2F2F2F"/>
                </a:solidFill>
                <a:effectLst/>
                <a:uFillTx/>
                <a:latin typeface="Inter"/>
                <a:ea typeface="Inter"/>
              </a:rPr>
              <a:t>2.3 Summary</a:t>
            </a:r>
            <a:endParaRPr lang="en-GB" sz="1910" b="0" u="none" strike="noStrike">
              <a:solidFill>
                <a:srgbClr val="000000"/>
              </a:solidFill>
              <a:effectLst/>
              <a:uFillTx/>
              <a:latin typeface="Times New Roman"/>
            </a:endParaRPr>
          </a:p>
        </p:txBody>
      </p:sp>
      <p:sp>
        <p:nvSpPr>
          <p:cNvPr id="519" name="TextBox 518"/>
          <p:cNvSpPr txBox="1"/>
          <p:nvPr/>
        </p:nvSpPr>
        <p:spPr>
          <a:xfrm>
            <a:off x="747720" y="1510920"/>
            <a:ext cx="5249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Summaries of common elements and functionalities for on</a:t>
            </a:r>
            <a:endParaRPr lang="en-GB" sz="1500" b="0" u="none" strike="noStrike">
              <a:solidFill>
                <a:srgbClr val="000000"/>
              </a:solidFill>
              <a:effectLst/>
              <a:uFillTx/>
              <a:latin typeface="Times New Roman"/>
            </a:endParaRPr>
          </a:p>
        </p:txBody>
      </p:sp>
      <p:sp>
        <p:nvSpPr>
          <p:cNvPr id="520" name="TextBox 519"/>
          <p:cNvSpPr txBox="1"/>
          <p:nvPr/>
        </p:nvSpPr>
        <p:spPr>
          <a:xfrm>
            <a:off x="747720" y="1815480"/>
            <a:ext cx="3059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the landing page or product page:</a:t>
            </a:r>
            <a:endParaRPr lang="en-GB" sz="1500" b="0" u="none" strike="noStrike">
              <a:solidFill>
                <a:srgbClr val="000000"/>
              </a:solidFill>
              <a:effectLst/>
              <a:uFillTx/>
              <a:latin typeface="Times New Roman"/>
            </a:endParaRPr>
          </a:p>
        </p:txBody>
      </p:sp>
      <p:sp>
        <p:nvSpPr>
          <p:cNvPr id="521" name="Freeform: Shape 520"/>
          <p:cNvSpPr/>
          <p:nvPr/>
        </p:nvSpPr>
        <p:spPr>
          <a:xfrm>
            <a:off x="1333440" y="2685960"/>
            <a:ext cx="57240" cy="57240"/>
          </a:xfrm>
          <a:custGeom>
            <a:avLst/>
            <a:gdLst/>
            <a:ahLst/>
            <a:cxnLst/>
            <a:rect l="0" t="0" r="r" b="b"/>
            <a:pathLst>
              <a:path w="159" h="159">
                <a:moveTo>
                  <a:pt x="159" y="80"/>
                </a:moveTo>
                <a:cubicBezTo>
                  <a:pt x="159" y="91"/>
                  <a:pt x="157" y="101"/>
                  <a:pt x="153" y="110"/>
                </a:cubicBezTo>
                <a:cubicBezTo>
                  <a:pt x="149" y="120"/>
                  <a:pt x="144" y="129"/>
                  <a:pt x="136" y="136"/>
                </a:cubicBezTo>
                <a:cubicBezTo>
                  <a:pt x="129" y="144"/>
                  <a:pt x="120" y="149"/>
                  <a:pt x="110" y="153"/>
                </a:cubicBezTo>
                <a:cubicBezTo>
                  <a:pt x="101" y="157"/>
                  <a:pt x="91" y="159"/>
                  <a:pt x="80" y="159"/>
                </a:cubicBezTo>
                <a:cubicBezTo>
                  <a:pt x="70" y="159"/>
                  <a:pt x="59" y="157"/>
                  <a:pt x="50" y="153"/>
                </a:cubicBezTo>
                <a:cubicBezTo>
                  <a:pt x="40" y="149"/>
                  <a:pt x="31" y="144"/>
                  <a:pt x="24" y="136"/>
                </a:cubicBezTo>
                <a:cubicBezTo>
                  <a:pt x="16" y="129"/>
                  <a:pt x="11" y="120"/>
                  <a:pt x="6" y="110"/>
                </a:cubicBezTo>
                <a:cubicBezTo>
                  <a:pt x="2" y="101"/>
                  <a:pt x="0" y="91"/>
                  <a:pt x="0" y="80"/>
                </a:cubicBezTo>
                <a:cubicBezTo>
                  <a:pt x="0" y="70"/>
                  <a:pt x="2" y="59"/>
                  <a:pt x="6" y="50"/>
                </a:cubicBezTo>
                <a:cubicBezTo>
                  <a:pt x="11" y="39"/>
                  <a:pt x="16" y="30"/>
                  <a:pt x="24" y="23"/>
                </a:cubicBezTo>
                <a:cubicBezTo>
                  <a:pt x="31" y="16"/>
                  <a:pt x="40" y="10"/>
                  <a:pt x="50" y="6"/>
                </a:cubicBezTo>
                <a:cubicBezTo>
                  <a:pt x="59" y="2"/>
                  <a:pt x="70" y="0"/>
                  <a:pt x="80" y="0"/>
                </a:cubicBezTo>
                <a:cubicBezTo>
                  <a:pt x="91" y="0"/>
                  <a:pt x="101" y="2"/>
                  <a:pt x="110" y="6"/>
                </a:cubicBezTo>
                <a:cubicBezTo>
                  <a:pt x="120" y="10"/>
                  <a:pt x="129" y="16"/>
                  <a:pt x="136" y="23"/>
                </a:cubicBezTo>
                <a:cubicBezTo>
                  <a:pt x="144" y="30"/>
                  <a:pt x="149" y="39"/>
                  <a:pt x="153" y="50"/>
                </a:cubicBezTo>
                <a:cubicBezTo>
                  <a:pt x="157" y="59"/>
                  <a:pt x="159" y="70"/>
                  <a:pt x="159" y="80"/>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522" name="TextBox 521"/>
          <p:cNvSpPr txBox="1"/>
          <p:nvPr/>
        </p:nvSpPr>
        <p:spPr>
          <a:xfrm>
            <a:off x="909360" y="2282400"/>
            <a:ext cx="103752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 Products</a:t>
            </a:r>
            <a:endParaRPr lang="en-GB" sz="1500" b="0" u="none" strike="noStrike" dirty="0">
              <a:solidFill>
                <a:srgbClr val="000000"/>
              </a:solidFill>
              <a:effectLst/>
              <a:uFillTx/>
              <a:latin typeface="Times New Roman"/>
            </a:endParaRPr>
          </a:p>
        </p:txBody>
      </p:sp>
      <p:sp>
        <p:nvSpPr>
          <p:cNvPr id="523" name="Freeform: Shape 522"/>
          <p:cNvSpPr/>
          <p:nvPr/>
        </p:nvSpPr>
        <p:spPr>
          <a:xfrm>
            <a:off x="1333440" y="3038400"/>
            <a:ext cx="57240" cy="57240"/>
          </a:xfrm>
          <a:custGeom>
            <a:avLst/>
            <a:gdLst/>
            <a:ahLst/>
            <a:cxnLst/>
            <a:rect l="0" t="0" r="r" b="b"/>
            <a:pathLst>
              <a:path w="159" h="159">
                <a:moveTo>
                  <a:pt x="159" y="80"/>
                </a:moveTo>
                <a:cubicBezTo>
                  <a:pt x="159" y="91"/>
                  <a:pt x="157" y="101"/>
                  <a:pt x="153" y="110"/>
                </a:cubicBezTo>
                <a:cubicBezTo>
                  <a:pt x="149" y="120"/>
                  <a:pt x="144" y="129"/>
                  <a:pt x="136" y="136"/>
                </a:cubicBezTo>
                <a:cubicBezTo>
                  <a:pt x="129" y="144"/>
                  <a:pt x="120" y="149"/>
                  <a:pt x="110" y="153"/>
                </a:cubicBezTo>
                <a:cubicBezTo>
                  <a:pt x="101" y="157"/>
                  <a:pt x="91" y="159"/>
                  <a:pt x="80" y="159"/>
                </a:cubicBezTo>
                <a:cubicBezTo>
                  <a:pt x="70" y="159"/>
                  <a:pt x="59" y="157"/>
                  <a:pt x="50" y="153"/>
                </a:cubicBezTo>
                <a:cubicBezTo>
                  <a:pt x="40" y="149"/>
                  <a:pt x="31" y="144"/>
                  <a:pt x="24" y="136"/>
                </a:cubicBezTo>
                <a:cubicBezTo>
                  <a:pt x="16" y="129"/>
                  <a:pt x="11" y="120"/>
                  <a:pt x="6" y="110"/>
                </a:cubicBezTo>
                <a:cubicBezTo>
                  <a:pt x="2" y="101"/>
                  <a:pt x="0" y="91"/>
                  <a:pt x="0" y="80"/>
                </a:cubicBezTo>
                <a:cubicBezTo>
                  <a:pt x="0" y="70"/>
                  <a:pt x="2" y="59"/>
                  <a:pt x="6" y="50"/>
                </a:cubicBezTo>
                <a:cubicBezTo>
                  <a:pt x="11" y="40"/>
                  <a:pt x="16" y="31"/>
                  <a:pt x="24" y="24"/>
                </a:cubicBezTo>
                <a:cubicBezTo>
                  <a:pt x="31" y="17"/>
                  <a:pt x="40" y="10"/>
                  <a:pt x="50" y="6"/>
                </a:cubicBezTo>
                <a:cubicBezTo>
                  <a:pt x="59" y="2"/>
                  <a:pt x="70" y="0"/>
                  <a:pt x="80" y="0"/>
                </a:cubicBezTo>
                <a:cubicBezTo>
                  <a:pt x="91" y="0"/>
                  <a:pt x="101" y="2"/>
                  <a:pt x="110" y="6"/>
                </a:cubicBezTo>
                <a:cubicBezTo>
                  <a:pt x="120" y="10"/>
                  <a:pt x="129" y="17"/>
                  <a:pt x="136" y="24"/>
                </a:cubicBezTo>
                <a:cubicBezTo>
                  <a:pt x="144" y="31"/>
                  <a:pt x="149" y="40"/>
                  <a:pt x="153" y="50"/>
                </a:cubicBezTo>
                <a:cubicBezTo>
                  <a:pt x="157" y="59"/>
                  <a:pt x="159" y="70"/>
                  <a:pt x="159" y="80"/>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524" name="TextBox 523"/>
          <p:cNvSpPr txBox="1"/>
          <p:nvPr/>
        </p:nvSpPr>
        <p:spPr>
          <a:xfrm>
            <a:off x="1509840" y="2587320"/>
            <a:ext cx="17838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Product card in grid</a:t>
            </a:r>
            <a:endParaRPr lang="en-GB" sz="1500" b="0" u="none" strike="noStrike">
              <a:solidFill>
                <a:srgbClr val="000000"/>
              </a:solidFill>
              <a:effectLst/>
              <a:uFillTx/>
              <a:latin typeface="Times New Roman"/>
            </a:endParaRPr>
          </a:p>
        </p:txBody>
      </p:sp>
      <p:sp>
        <p:nvSpPr>
          <p:cNvPr id="525" name="Freeform: Shape 524"/>
          <p:cNvSpPr/>
          <p:nvPr/>
        </p:nvSpPr>
        <p:spPr>
          <a:xfrm>
            <a:off x="1333440" y="3400200"/>
            <a:ext cx="57240" cy="57600"/>
          </a:xfrm>
          <a:custGeom>
            <a:avLst/>
            <a:gdLst/>
            <a:ahLst/>
            <a:cxnLst/>
            <a:rect l="0" t="0" r="r" b="b"/>
            <a:pathLst>
              <a:path w="159" h="160">
                <a:moveTo>
                  <a:pt x="159" y="79"/>
                </a:moveTo>
                <a:cubicBezTo>
                  <a:pt x="159" y="90"/>
                  <a:pt x="157" y="100"/>
                  <a:pt x="153" y="110"/>
                </a:cubicBezTo>
                <a:cubicBezTo>
                  <a:pt x="149" y="121"/>
                  <a:pt x="144" y="129"/>
                  <a:pt x="136" y="137"/>
                </a:cubicBezTo>
                <a:cubicBezTo>
                  <a:pt x="129" y="144"/>
                  <a:pt x="120" y="150"/>
                  <a:pt x="110" y="154"/>
                </a:cubicBezTo>
                <a:cubicBezTo>
                  <a:pt x="101" y="158"/>
                  <a:pt x="91" y="160"/>
                  <a:pt x="80" y="160"/>
                </a:cubicBezTo>
                <a:cubicBezTo>
                  <a:pt x="70" y="160"/>
                  <a:pt x="59" y="158"/>
                  <a:pt x="50" y="154"/>
                </a:cubicBezTo>
                <a:cubicBezTo>
                  <a:pt x="40" y="150"/>
                  <a:pt x="31" y="144"/>
                  <a:pt x="24" y="137"/>
                </a:cubicBezTo>
                <a:cubicBezTo>
                  <a:pt x="16" y="129"/>
                  <a:pt x="11" y="121"/>
                  <a:pt x="6" y="110"/>
                </a:cubicBezTo>
                <a:cubicBezTo>
                  <a:pt x="2" y="100"/>
                  <a:pt x="0" y="90"/>
                  <a:pt x="0" y="79"/>
                </a:cubicBezTo>
                <a:cubicBezTo>
                  <a:pt x="0" y="69"/>
                  <a:pt x="2" y="59"/>
                  <a:pt x="6" y="49"/>
                </a:cubicBezTo>
                <a:cubicBezTo>
                  <a:pt x="11" y="39"/>
                  <a:pt x="16" y="31"/>
                  <a:pt x="24" y="23"/>
                </a:cubicBezTo>
                <a:cubicBezTo>
                  <a:pt x="31" y="16"/>
                  <a:pt x="40" y="10"/>
                  <a:pt x="50" y="6"/>
                </a:cubicBezTo>
                <a:cubicBezTo>
                  <a:pt x="59" y="2"/>
                  <a:pt x="70" y="0"/>
                  <a:pt x="80" y="0"/>
                </a:cubicBezTo>
                <a:cubicBezTo>
                  <a:pt x="91" y="0"/>
                  <a:pt x="101" y="2"/>
                  <a:pt x="110" y="6"/>
                </a:cubicBezTo>
                <a:cubicBezTo>
                  <a:pt x="120" y="10"/>
                  <a:pt x="129" y="16"/>
                  <a:pt x="136" y="23"/>
                </a:cubicBezTo>
                <a:cubicBezTo>
                  <a:pt x="144" y="31"/>
                  <a:pt x="149" y="39"/>
                  <a:pt x="153" y="49"/>
                </a:cubicBezTo>
                <a:cubicBezTo>
                  <a:pt x="157" y="59"/>
                  <a:pt x="159" y="69"/>
                  <a:pt x="159" y="79"/>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526" name="TextBox 525"/>
          <p:cNvSpPr txBox="1"/>
          <p:nvPr/>
        </p:nvSpPr>
        <p:spPr>
          <a:xfrm>
            <a:off x="1509840" y="2939760"/>
            <a:ext cx="20696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pricing and description</a:t>
            </a:r>
            <a:endParaRPr lang="en-GB" sz="1500" b="0" u="none" strike="noStrike">
              <a:solidFill>
                <a:srgbClr val="000000"/>
              </a:solidFill>
              <a:effectLst/>
              <a:uFillTx/>
              <a:latin typeface="Times New Roman"/>
            </a:endParaRPr>
          </a:p>
        </p:txBody>
      </p:sp>
      <p:sp>
        <p:nvSpPr>
          <p:cNvPr id="527" name="TextBox 526"/>
          <p:cNvSpPr txBox="1"/>
          <p:nvPr/>
        </p:nvSpPr>
        <p:spPr>
          <a:xfrm>
            <a:off x="1509840" y="3301560"/>
            <a:ext cx="207828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Filtering and Searching</a:t>
            </a:r>
            <a:endParaRPr lang="en-GB" sz="1500" b="0" u="none" strike="noStrike" dirty="0">
              <a:solidFill>
                <a:srgbClr val="000000"/>
              </a:solidFill>
              <a:effectLst/>
              <a:uFillTx/>
              <a:latin typeface="Times New Roman"/>
            </a:endParaRPr>
          </a:p>
        </p:txBody>
      </p:sp>
      <p:sp>
        <p:nvSpPr>
          <p:cNvPr id="528" name="Freeform: Shape 527"/>
          <p:cNvSpPr/>
          <p:nvPr/>
        </p:nvSpPr>
        <p:spPr>
          <a:xfrm>
            <a:off x="1333440" y="4057560"/>
            <a:ext cx="57240" cy="57240"/>
          </a:xfrm>
          <a:custGeom>
            <a:avLst/>
            <a:gdLst/>
            <a:ahLst/>
            <a:cxnLst/>
            <a:rect l="0" t="0" r="r" b="b"/>
            <a:pathLst>
              <a:path w="159" h="159">
                <a:moveTo>
                  <a:pt x="159" y="80"/>
                </a:moveTo>
                <a:cubicBezTo>
                  <a:pt x="159" y="91"/>
                  <a:pt x="157" y="101"/>
                  <a:pt x="153" y="110"/>
                </a:cubicBezTo>
                <a:cubicBezTo>
                  <a:pt x="149" y="120"/>
                  <a:pt x="144" y="129"/>
                  <a:pt x="136" y="136"/>
                </a:cubicBezTo>
                <a:cubicBezTo>
                  <a:pt x="129" y="144"/>
                  <a:pt x="120" y="149"/>
                  <a:pt x="110" y="153"/>
                </a:cubicBezTo>
                <a:cubicBezTo>
                  <a:pt x="101" y="157"/>
                  <a:pt x="91" y="159"/>
                  <a:pt x="80" y="159"/>
                </a:cubicBezTo>
                <a:cubicBezTo>
                  <a:pt x="70" y="159"/>
                  <a:pt x="59" y="157"/>
                  <a:pt x="50" y="153"/>
                </a:cubicBezTo>
                <a:cubicBezTo>
                  <a:pt x="40" y="149"/>
                  <a:pt x="31" y="144"/>
                  <a:pt x="24" y="136"/>
                </a:cubicBezTo>
                <a:cubicBezTo>
                  <a:pt x="16" y="129"/>
                  <a:pt x="11" y="120"/>
                  <a:pt x="6" y="110"/>
                </a:cubicBezTo>
                <a:cubicBezTo>
                  <a:pt x="2" y="101"/>
                  <a:pt x="0" y="91"/>
                  <a:pt x="0" y="80"/>
                </a:cubicBezTo>
                <a:cubicBezTo>
                  <a:pt x="0" y="70"/>
                  <a:pt x="2" y="59"/>
                  <a:pt x="6" y="50"/>
                </a:cubicBezTo>
                <a:cubicBezTo>
                  <a:pt x="11" y="40"/>
                  <a:pt x="16" y="31"/>
                  <a:pt x="24" y="23"/>
                </a:cubicBezTo>
                <a:cubicBezTo>
                  <a:pt x="31" y="16"/>
                  <a:pt x="40" y="10"/>
                  <a:pt x="50" y="6"/>
                </a:cubicBezTo>
                <a:cubicBezTo>
                  <a:pt x="59" y="2"/>
                  <a:pt x="70" y="0"/>
                  <a:pt x="80" y="0"/>
                </a:cubicBezTo>
                <a:cubicBezTo>
                  <a:pt x="91" y="0"/>
                  <a:pt x="101" y="2"/>
                  <a:pt x="110" y="6"/>
                </a:cubicBezTo>
                <a:cubicBezTo>
                  <a:pt x="120" y="10"/>
                  <a:pt x="129" y="16"/>
                  <a:pt x="136" y="23"/>
                </a:cubicBezTo>
                <a:cubicBezTo>
                  <a:pt x="144" y="31"/>
                  <a:pt x="149" y="40"/>
                  <a:pt x="153" y="50"/>
                </a:cubicBezTo>
                <a:cubicBezTo>
                  <a:pt x="157" y="59"/>
                  <a:pt x="159" y="70"/>
                  <a:pt x="159" y="80"/>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529" name="TextBox 528"/>
          <p:cNvSpPr txBox="1"/>
          <p:nvPr/>
        </p:nvSpPr>
        <p:spPr>
          <a:xfrm>
            <a:off x="909360" y="3654000"/>
            <a:ext cx="65412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 User</a:t>
            </a:r>
            <a:endParaRPr lang="en-GB" sz="1500" b="0" u="none" strike="noStrike" dirty="0">
              <a:solidFill>
                <a:srgbClr val="000000"/>
              </a:solidFill>
              <a:effectLst/>
              <a:uFillTx/>
              <a:latin typeface="Times New Roman"/>
            </a:endParaRPr>
          </a:p>
        </p:txBody>
      </p:sp>
      <p:sp>
        <p:nvSpPr>
          <p:cNvPr id="530" name="Freeform: Shape 529"/>
          <p:cNvSpPr/>
          <p:nvPr/>
        </p:nvSpPr>
        <p:spPr>
          <a:xfrm>
            <a:off x="1714320" y="4371840"/>
            <a:ext cx="57600" cy="57600"/>
          </a:xfrm>
          <a:custGeom>
            <a:avLst/>
            <a:gdLst/>
            <a:ahLst/>
            <a:cxnLst/>
            <a:rect l="0" t="0" r="r" b="b"/>
            <a:pathLst>
              <a:path w="160" h="160">
                <a:moveTo>
                  <a:pt x="0" y="0"/>
                </a:moveTo>
                <a:lnTo>
                  <a:pt x="160" y="0"/>
                </a:lnTo>
                <a:lnTo>
                  <a:pt x="160" y="160"/>
                </a:lnTo>
                <a:lnTo>
                  <a:pt x="0" y="160"/>
                </a:lnTo>
                <a:lnTo>
                  <a:pt x="0" y="0"/>
                </a:ln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531" name="TextBox 530"/>
          <p:cNvSpPr txBox="1"/>
          <p:nvPr/>
        </p:nvSpPr>
        <p:spPr>
          <a:xfrm>
            <a:off x="1509840" y="3958920"/>
            <a:ext cx="25171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access to functions thru out</a:t>
            </a:r>
            <a:endParaRPr lang="en-GB" sz="1500" b="0" u="none" strike="noStrike">
              <a:solidFill>
                <a:srgbClr val="000000"/>
              </a:solidFill>
              <a:effectLst/>
              <a:uFillTx/>
              <a:latin typeface="Times New Roman"/>
            </a:endParaRPr>
          </a:p>
        </p:txBody>
      </p:sp>
      <p:sp>
        <p:nvSpPr>
          <p:cNvPr id="532" name="Freeform: Shape 531"/>
          <p:cNvSpPr/>
          <p:nvPr/>
        </p:nvSpPr>
        <p:spPr>
          <a:xfrm>
            <a:off x="1714320" y="4724280"/>
            <a:ext cx="57600" cy="57600"/>
          </a:xfrm>
          <a:custGeom>
            <a:avLst/>
            <a:gdLst/>
            <a:ahLst/>
            <a:cxnLst/>
            <a:rect l="0" t="0" r="r" b="b"/>
            <a:pathLst>
              <a:path w="160" h="160">
                <a:moveTo>
                  <a:pt x="0" y="0"/>
                </a:moveTo>
                <a:lnTo>
                  <a:pt x="160" y="0"/>
                </a:lnTo>
                <a:lnTo>
                  <a:pt x="160" y="160"/>
                </a:lnTo>
                <a:lnTo>
                  <a:pt x="0" y="160"/>
                </a:lnTo>
                <a:lnTo>
                  <a:pt x="0" y="0"/>
                </a:ln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533" name="TextBox 532"/>
          <p:cNvSpPr txBox="1"/>
          <p:nvPr/>
        </p:nvSpPr>
        <p:spPr>
          <a:xfrm>
            <a:off x="1890720" y="4273200"/>
            <a:ext cx="11948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Login/Logout</a:t>
            </a:r>
            <a:endParaRPr lang="en-GB" sz="1500" b="0" u="none" strike="noStrike">
              <a:solidFill>
                <a:srgbClr val="000000"/>
              </a:solidFill>
              <a:effectLst/>
              <a:uFillTx/>
              <a:latin typeface="Times New Roman"/>
            </a:endParaRPr>
          </a:p>
        </p:txBody>
      </p:sp>
      <p:sp>
        <p:nvSpPr>
          <p:cNvPr id="534" name="Freeform: Shape 533"/>
          <p:cNvSpPr/>
          <p:nvPr/>
        </p:nvSpPr>
        <p:spPr>
          <a:xfrm>
            <a:off x="2095200" y="5028840"/>
            <a:ext cx="57600" cy="57600"/>
          </a:xfrm>
          <a:custGeom>
            <a:avLst/>
            <a:gdLst/>
            <a:ahLst/>
            <a:cxnLst/>
            <a:rect l="0" t="0" r="r" b="b"/>
            <a:pathLst>
              <a:path w="160" h="160">
                <a:moveTo>
                  <a:pt x="0" y="0"/>
                </a:moveTo>
                <a:lnTo>
                  <a:pt x="160" y="0"/>
                </a:lnTo>
                <a:lnTo>
                  <a:pt x="160" y="160"/>
                </a:lnTo>
                <a:lnTo>
                  <a:pt x="0" y="160"/>
                </a:lnTo>
                <a:lnTo>
                  <a:pt x="0" y="0"/>
                </a:ln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535" name="TextBox 534"/>
          <p:cNvSpPr txBox="1"/>
          <p:nvPr/>
        </p:nvSpPr>
        <p:spPr>
          <a:xfrm>
            <a:off x="1890720" y="4625640"/>
            <a:ext cx="12571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update profile</a:t>
            </a:r>
            <a:endParaRPr lang="en-GB" sz="1500" b="0" u="none" strike="noStrike">
              <a:solidFill>
                <a:srgbClr val="000000"/>
              </a:solidFill>
              <a:effectLst/>
              <a:uFillTx/>
              <a:latin typeface="Times New Roman"/>
            </a:endParaRPr>
          </a:p>
        </p:txBody>
      </p:sp>
      <p:sp>
        <p:nvSpPr>
          <p:cNvPr id="536" name="Freeform: Shape 535"/>
          <p:cNvSpPr/>
          <p:nvPr/>
        </p:nvSpPr>
        <p:spPr>
          <a:xfrm>
            <a:off x="2095200" y="5391000"/>
            <a:ext cx="57600" cy="57600"/>
          </a:xfrm>
          <a:custGeom>
            <a:avLst/>
            <a:gdLst/>
            <a:ahLst/>
            <a:cxnLst/>
            <a:rect l="0" t="0" r="r" b="b"/>
            <a:pathLst>
              <a:path w="160" h="160">
                <a:moveTo>
                  <a:pt x="0" y="0"/>
                </a:moveTo>
                <a:lnTo>
                  <a:pt x="160" y="0"/>
                </a:lnTo>
                <a:lnTo>
                  <a:pt x="160" y="160"/>
                </a:lnTo>
                <a:lnTo>
                  <a:pt x="0" y="160"/>
                </a:lnTo>
                <a:lnTo>
                  <a:pt x="0" y="0"/>
                </a:ln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537" name="TextBox 536"/>
          <p:cNvSpPr txBox="1"/>
          <p:nvPr/>
        </p:nvSpPr>
        <p:spPr>
          <a:xfrm>
            <a:off x="2271600" y="4930200"/>
            <a:ext cx="8838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password</a:t>
            </a:r>
            <a:endParaRPr lang="en-GB" sz="1500" b="0" u="none" strike="noStrike">
              <a:solidFill>
                <a:srgbClr val="000000"/>
              </a:solidFill>
              <a:effectLst/>
              <a:uFillTx/>
              <a:latin typeface="Times New Roman"/>
            </a:endParaRPr>
          </a:p>
        </p:txBody>
      </p:sp>
      <p:sp>
        <p:nvSpPr>
          <p:cNvPr id="538" name="Freeform: Shape 537"/>
          <p:cNvSpPr/>
          <p:nvPr/>
        </p:nvSpPr>
        <p:spPr>
          <a:xfrm>
            <a:off x="2095200" y="5743440"/>
            <a:ext cx="57600" cy="57600"/>
          </a:xfrm>
          <a:custGeom>
            <a:avLst/>
            <a:gdLst/>
            <a:ahLst/>
            <a:cxnLst/>
            <a:rect l="0" t="0" r="r" b="b"/>
            <a:pathLst>
              <a:path w="160" h="160">
                <a:moveTo>
                  <a:pt x="0" y="0"/>
                </a:moveTo>
                <a:lnTo>
                  <a:pt x="160" y="0"/>
                </a:lnTo>
                <a:lnTo>
                  <a:pt x="160" y="160"/>
                </a:lnTo>
                <a:lnTo>
                  <a:pt x="0" y="160"/>
                </a:lnTo>
                <a:lnTo>
                  <a:pt x="0" y="0"/>
                </a:ln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539" name="TextBox 538"/>
          <p:cNvSpPr txBox="1"/>
          <p:nvPr/>
        </p:nvSpPr>
        <p:spPr>
          <a:xfrm>
            <a:off x="2271600" y="5292360"/>
            <a:ext cx="478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email</a:t>
            </a:r>
            <a:endParaRPr lang="en-GB" sz="1500" b="0" u="none" strike="noStrike">
              <a:solidFill>
                <a:srgbClr val="000000"/>
              </a:solidFill>
              <a:effectLst/>
              <a:uFillTx/>
              <a:latin typeface="Times New Roman"/>
            </a:endParaRPr>
          </a:p>
        </p:txBody>
      </p:sp>
      <p:sp>
        <p:nvSpPr>
          <p:cNvPr id="540" name="TextBox 539"/>
          <p:cNvSpPr txBox="1"/>
          <p:nvPr/>
        </p:nvSpPr>
        <p:spPr>
          <a:xfrm>
            <a:off x="2271600" y="5644800"/>
            <a:ext cx="344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info</a:t>
            </a:r>
            <a:endParaRPr lang="en-GB" sz="1500" b="0" u="none" strike="noStrike">
              <a:solidFill>
                <a:srgbClr val="000000"/>
              </a:solidFill>
              <a:effectLst/>
              <a:uFillTx/>
              <a:latin typeface="Times New Roman"/>
            </a:endParaRPr>
          </a:p>
        </p:txBody>
      </p:sp>
      <p:sp>
        <p:nvSpPr>
          <p:cNvPr id="541" name="Freeform: Shape 540"/>
          <p:cNvSpPr/>
          <p:nvPr/>
        </p:nvSpPr>
        <p:spPr>
          <a:xfrm>
            <a:off x="6771960" y="1228680"/>
            <a:ext cx="57600" cy="57240"/>
          </a:xfrm>
          <a:custGeom>
            <a:avLst/>
            <a:gdLst/>
            <a:ahLst/>
            <a:cxnLst/>
            <a:rect l="0" t="0" r="r" b="b"/>
            <a:pathLst>
              <a:path w="160" h="159">
                <a:moveTo>
                  <a:pt x="160" y="79"/>
                </a:moveTo>
                <a:cubicBezTo>
                  <a:pt x="160" y="90"/>
                  <a:pt x="158" y="100"/>
                  <a:pt x="154" y="109"/>
                </a:cubicBezTo>
                <a:cubicBezTo>
                  <a:pt x="150" y="119"/>
                  <a:pt x="144" y="128"/>
                  <a:pt x="137" y="135"/>
                </a:cubicBezTo>
                <a:cubicBezTo>
                  <a:pt x="129" y="144"/>
                  <a:pt x="121" y="149"/>
                  <a:pt x="111" y="153"/>
                </a:cubicBezTo>
                <a:cubicBezTo>
                  <a:pt x="101" y="157"/>
                  <a:pt x="91" y="159"/>
                  <a:pt x="81" y="159"/>
                </a:cubicBezTo>
                <a:cubicBezTo>
                  <a:pt x="69" y="159"/>
                  <a:pt x="59" y="157"/>
                  <a:pt x="49" y="153"/>
                </a:cubicBezTo>
                <a:cubicBezTo>
                  <a:pt x="40" y="149"/>
                  <a:pt x="31" y="144"/>
                  <a:pt x="24" y="135"/>
                </a:cubicBezTo>
                <a:cubicBezTo>
                  <a:pt x="16" y="128"/>
                  <a:pt x="10" y="119"/>
                  <a:pt x="6" y="109"/>
                </a:cubicBezTo>
                <a:cubicBezTo>
                  <a:pt x="2" y="100"/>
                  <a:pt x="0" y="90"/>
                  <a:pt x="0" y="79"/>
                </a:cubicBezTo>
                <a:cubicBezTo>
                  <a:pt x="0" y="68"/>
                  <a:pt x="2" y="58"/>
                  <a:pt x="6" y="49"/>
                </a:cubicBezTo>
                <a:cubicBezTo>
                  <a:pt x="10" y="39"/>
                  <a:pt x="16" y="30"/>
                  <a:pt x="24" y="23"/>
                </a:cubicBezTo>
                <a:cubicBezTo>
                  <a:pt x="31" y="15"/>
                  <a:pt x="40" y="10"/>
                  <a:pt x="49" y="6"/>
                </a:cubicBezTo>
                <a:cubicBezTo>
                  <a:pt x="59" y="2"/>
                  <a:pt x="69" y="0"/>
                  <a:pt x="81" y="0"/>
                </a:cubicBezTo>
                <a:cubicBezTo>
                  <a:pt x="91" y="0"/>
                  <a:pt x="101" y="2"/>
                  <a:pt x="111" y="6"/>
                </a:cubicBezTo>
                <a:cubicBezTo>
                  <a:pt x="121" y="10"/>
                  <a:pt x="129" y="15"/>
                  <a:pt x="137" y="23"/>
                </a:cubicBezTo>
                <a:cubicBezTo>
                  <a:pt x="144" y="30"/>
                  <a:pt x="150" y="39"/>
                  <a:pt x="154" y="49"/>
                </a:cubicBezTo>
                <a:cubicBezTo>
                  <a:pt x="158" y="58"/>
                  <a:pt x="160" y="68"/>
                  <a:pt x="160" y="79"/>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542" name="TextBox 541"/>
          <p:cNvSpPr txBox="1"/>
          <p:nvPr/>
        </p:nvSpPr>
        <p:spPr>
          <a:xfrm>
            <a:off x="6352920" y="815400"/>
            <a:ext cx="116100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 Cart Panel</a:t>
            </a:r>
            <a:endParaRPr lang="en-GB" sz="1500" b="0" u="none" strike="noStrike" dirty="0">
              <a:solidFill>
                <a:srgbClr val="000000"/>
              </a:solidFill>
              <a:effectLst/>
              <a:uFillTx/>
              <a:latin typeface="Times New Roman"/>
            </a:endParaRPr>
          </a:p>
        </p:txBody>
      </p:sp>
      <p:sp>
        <p:nvSpPr>
          <p:cNvPr id="543" name="Freeform: Shape 542"/>
          <p:cNvSpPr/>
          <p:nvPr/>
        </p:nvSpPr>
        <p:spPr>
          <a:xfrm>
            <a:off x="6771960" y="1581120"/>
            <a:ext cx="57600" cy="57240"/>
          </a:xfrm>
          <a:custGeom>
            <a:avLst/>
            <a:gdLst/>
            <a:ahLst/>
            <a:cxnLst/>
            <a:rect l="0" t="0" r="r" b="b"/>
            <a:pathLst>
              <a:path w="160" h="159">
                <a:moveTo>
                  <a:pt x="160" y="79"/>
                </a:moveTo>
                <a:cubicBezTo>
                  <a:pt x="160" y="89"/>
                  <a:pt x="158" y="100"/>
                  <a:pt x="154" y="109"/>
                </a:cubicBezTo>
                <a:cubicBezTo>
                  <a:pt x="150" y="120"/>
                  <a:pt x="144" y="129"/>
                  <a:pt x="137" y="136"/>
                </a:cubicBezTo>
                <a:cubicBezTo>
                  <a:pt x="129" y="144"/>
                  <a:pt x="121" y="149"/>
                  <a:pt x="111" y="153"/>
                </a:cubicBezTo>
                <a:cubicBezTo>
                  <a:pt x="101" y="157"/>
                  <a:pt x="91" y="159"/>
                  <a:pt x="81" y="159"/>
                </a:cubicBezTo>
                <a:cubicBezTo>
                  <a:pt x="69" y="159"/>
                  <a:pt x="59" y="157"/>
                  <a:pt x="49" y="153"/>
                </a:cubicBezTo>
                <a:cubicBezTo>
                  <a:pt x="40" y="149"/>
                  <a:pt x="31" y="144"/>
                  <a:pt x="24" y="136"/>
                </a:cubicBezTo>
                <a:cubicBezTo>
                  <a:pt x="16" y="129"/>
                  <a:pt x="10" y="120"/>
                  <a:pt x="6" y="109"/>
                </a:cubicBezTo>
                <a:cubicBezTo>
                  <a:pt x="2" y="100"/>
                  <a:pt x="0" y="89"/>
                  <a:pt x="0" y="79"/>
                </a:cubicBezTo>
                <a:cubicBezTo>
                  <a:pt x="0" y="68"/>
                  <a:pt x="2" y="58"/>
                  <a:pt x="6" y="49"/>
                </a:cubicBezTo>
                <a:cubicBezTo>
                  <a:pt x="10" y="39"/>
                  <a:pt x="16" y="30"/>
                  <a:pt x="24" y="23"/>
                </a:cubicBezTo>
                <a:cubicBezTo>
                  <a:pt x="31" y="15"/>
                  <a:pt x="40" y="10"/>
                  <a:pt x="49" y="6"/>
                </a:cubicBezTo>
                <a:cubicBezTo>
                  <a:pt x="59" y="2"/>
                  <a:pt x="69" y="0"/>
                  <a:pt x="81" y="0"/>
                </a:cubicBezTo>
                <a:cubicBezTo>
                  <a:pt x="91" y="0"/>
                  <a:pt x="101" y="2"/>
                  <a:pt x="111" y="6"/>
                </a:cubicBezTo>
                <a:cubicBezTo>
                  <a:pt x="121" y="10"/>
                  <a:pt x="129" y="15"/>
                  <a:pt x="137" y="23"/>
                </a:cubicBezTo>
                <a:cubicBezTo>
                  <a:pt x="144" y="30"/>
                  <a:pt x="150" y="39"/>
                  <a:pt x="154" y="49"/>
                </a:cubicBezTo>
                <a:cubicBezTo>
                  <a:pt x="158" y="58"/>
                  <a:pt x="160" y="68"/>
                  <a:pt x="160" y="79"/>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544" name="TextBox 543"/>
          <p:cNvSpPr txBox="1"/>
          <p:nvPr/>
        </p:nvSpPr>
        <p:spPr>
          <a:xfrm>
            <a:off x="6953400" y="1129680"/>
            <a:ext cx="3358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View cart content in collapsible panel</a:t>
            </a:r>
            <a:endParaRPr lang="en-GB" sz="1500" b="0" u="none" strike="noStrike">
              <a:solidFill>
                <a:srgbClr val="000000"/>
              </a:solidFill>
              <a:effectLst/>
              <a:uFillTx/>
              <a:latin typeface="Times New Roman"/>
            </a:endParaRPr>
          </a:p>
        </p:txBody>
      </p:sp>
      <p:sp>
        <p:nvSpPr>
          <p:cNvPr id="545" name="TextBox 544"/>
          <p:cNvSpPr txBox="1"/>
          <p:nvPr/>
        </p:nvSpPr>
        <p:spPr>
          <a:xfrm>
            <a:off x="6953400" y="1482120"/>
            <a:ext cx="11116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no postback</a:t>
            </a:r>
            <a:endParaRPr lang="en-GB" sz="1500" b="0" u="none" strike="noStrike">
              <a:solidFill>
                <a:srgbClr val="000000"/>
              </a:solidFill>
              <a:effectLst/>
              <a:uFillTx/>
              <a:latin typeface="Times New Roman"/>
            </a:endParaRPr>
          </a:p>
        </p:txBody>
      </p:sp>
      <p:sp>
        <p:nvSpPr>
          <p:cNvPr id="546" name="Freeform: Shape 545"/>
          <p:cNvSpPr/>
          <p:nvPr/>
        </p:nvSpPr>
        <p:spPr>
          <a:xfrm>
            <a:off x="6771960" y="2247840"/>
            <a:ext cx="57600" cy="57240"/>
          </a:xfrm>
          <a:custGeom>
            <a:avLst/>
            <a:gdLst/>
            <a:ahLst/>
            <a:cxnLst/>
            <a:rect l="0" t="0" r="r" b="b"/>
            <a:pathLst>
              <a:path w="160" h="159">
                <a:moveTo>
                  <a:pt x="160" y="79"/>
                </a:moveTo>
                <a:cubicBezTo>
                  <a:pt x="160" y="90"/>
                  <a:pt x="158" y="100"/>
                  <a:pt x="154" y="109"/>
                </a:cubicBezTo>
                <a:cubicBezTo>
                  <a:pt x="150" y="119"/>
                  <a:pt x="144" y="128"/>
                  <a:pt x="137" y="135"/>
                </a:cubicBezTo>
                <a:cubicBezTo>
                  <a:pt x="129" y="143"/>
                  <a:pt x="121" y="148"/>
                  <a:pt x="111" y="152"/>
                </a:cubicBezTo>
                <a:cubicBezTo>
                  <a:pt x="101" y="157"/>
                  <a:pt x="91" y="159"/>
                  <a:pt x="81" y="159"/>
                </a:cubicBezTo>
                <a:cubicBezTo>
                  <a:pt x="69" y="159"/>
                  <a:pt x="59" y="157"/>
                  <a:pt x="49" y="152"/>
                </a:cubicBezTo>
                <a:cubicBezTo>
                  <a:pt x="40" y="148"/>
                  <a:pt x="31" y="143"/>
                  <a:pt x="24" y="135"/>
                </a:cubicBezTo>
                <a:cubicBezTo>
                  <a:pt x="16" y="128"/>
                  <a:pt x="10" y="119"/>
                  <a:pt x="6" y="109"/>
                </a:cubicBezTo>
                <a:cubicBezTo>
                  <a:pt x="2" y="100"/>
                  <a:pt x="0" y="90"/>
                  <a:pt x="0" y="79"/>
                </a:cubicBezTo>
                <a:cubicBezTo>
                  <a:pt x="0" y="69"/>
                  <a:pt x="2" y="58"/>
                  <a:pt x="6" y="49"/>
                </a:cubicBezTo>
                <a:cubicBezTo>
                  <a:pt x="10" y="39"/>
                  <a:pt x="16" y="30"/>
                  <a:pt x="24" y="23"/>
                </a:cubicBezTo>
                <a:cubicBezTo>
                  <a:pt x="31" y="15"/>
                  <a:pt x="40" y="10"/>
                  <a:pt x="49" y="6"/>
                </a:cubicBezTo>
                <a:cubicBezTo>
                  <a:pt x="59" y="2"/>
                  <a:pt x="69" y="0"/>
                  <a:pt x="81" y="0"/>
                </a:cubicBezTo>
                <a:cubicBezTo>
                  <a:pt x="91" y="0"/>
                  <a:pt x="101" y="2"/>
                  <a:pt x="111" y="6"/>
                </a:cubicBezTo>
                <a:cubicBezTo>
                  <a:pt x="121" y="10"/>
                  <a:pt x="129" y="15"/>
                  <a:pt x="137" y="23"/>
                </a:cubicBezTo>
                <a:cubicBezTo>
                  <a:pt x="144" y="30"/>
                  <a:pt x="150" y="39"/>
                  <a:pt x="154" y="49"/>
                </a:cubicBezTo>
                <a:cubicBezTo>
                  <a:pt x="158" y="58"/>
                  <a:pt x="160" y="69"/>
                  <a:pt x="160" y="79"/>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547" name="TextBox 546"/>
          <p:cNvSpPr txBox="1"/>
          <p:nvPr/>
        </p:nvSpPr>
        <p:spPr>
          <a:xfrm>
            <a:off x="6352920" y="1852920"/>
            <a:ext cx="164124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 </a:t>
            </a:r>
            <a:r>
              <a:rPr lang="en-GB" sz="1500" b="0" u="none" strike="noStrike" dirty="0" err="1">
                <a:solidFill>
                  <a:srgbClr val="2F2F2F"/>
                </a:solidFill>
                <a:effectLst/>
                <a:uFillTx/>
                <a:latin typeface="Inter"/>
                <a:ea typeface="Inter"/>
              </a:rPr>
              <a:t>Navigatio</a:t>
            </a:r>
            <a:r>
              <a:rPr lang="en-GB" sz="1500" b="0" u="none" strike="noStrike" dirty="0">
                <a:solidFill>
                  <a:srgbClr val="2F2F2F"/>
                </a:solidFill>
                <a:effectLst/>
                <a:uFillTx/>
                <a:latin typeface="Inter"/>
                <a:ea typeface="Inter"/>
              </a:rPr>
              <a:t> Menu</a:t>
            </a:r>
            <a:endParaRPr lang="en-GB" sz="1500" b="0" u="none" strike="noStrike" dirty="0">
              <a:solidFill>
                <a:srgbClr val="000000"/>
              </a:solidFill>
              <a:effectLst/>
              <a:uFillTx/>
              <a:latin typeface="Times New Roman"/>
            </a:endParaRPr>
          </a:p>
        </p:txBody>
      </p:sp>
      <p:sp>
        <p:nvSpPr>
          <p:cNvPr id="548" name="Freeform: Shape 547"/>
          <p:cNvSpPr/>
          <p:nvPr/>
        </p:nvSpPr>
        <p:spPr>
          <a:xfrm>
            <a:off x="6771960" y="2600280"/>
            <a:ext cx="57600" cy="57240"/>
          </a:xfrm>
          <a:custGeom>
            <a:avLst/>
            <a:gdLst/>
            <a:ahLst/>
            <a:cxnLst/>
            <a:rect l="0" t="0" r="r" b="b"/>
            <a:pathLst>
              <a:path w="160" h="159">
                <a:moveTo>
                  <a:pt x="160" y="79"/>
                </a:moveTo>
                <a:cubicBezTo>
                  <a:pt x="160" y="90"/>
                  <a:pt x="158" y="100"/>
                  <a:pt x="154" y="109"/>
                </a:cubicBezTo>
                <a:cubicBezTo>
                  <a:pt x="150" y="119"/>
                  <a:pt x="144" y="129"/>
                  <a:pt x="137" y="136"/>
                </a:cubicBezTo>
                <a:cubicBezTo>
                  <a:pt x="129" y="144"/>
                  <a:pt x="121" y="149"/>
                  <a:pt x="111" y="153"/>
                </a:cubicBezTo>
                <a:cubicBezTo>
                  <a:pt x="101" y="157"/>
                  <a:pt x="91" y="159"/>
                  <a:pt x="81" y="159"/>
                </a:cubicBezTo>
                <a:cubicBezTo>
                  <a:pt x="69" y="159"/>
                  <a:pt x="59" y="157"/>
                  <a:pt x="49" y="153"/>
                </a:cubicBezTo>
                <a:cubicBezTo>
                  <a:pt x="40" y="149"/>
                  <a:pt x="31" y="144"/>
                  <a:pt x="24" y="136"/>
                </a:cubicBezTo>
                <a:cubicBezTo>
                  <a:pt x="16" y="129"/>
                  <a:pt x="10" y="119"/>
                  <a:pt x="6" y="109"/>
                </a:cubicBezTo>
                <a:cubicBezTo>
                  <a:pt x="2" y="100"/>
                  <a:pt x="0" y="90"/>
                  <a:pt x="0" y="79"/>
                </a:cubicBezTo>
                <a:cubicBezTo>
                  <a:pt x="0" y="68"/>
                  <a:pt x="2" y="58"/>
                  <a:pt x="6" y="49"/>
                </a:cubicBezTo>
                <a:cubicBezTo>
                  <a:pt x="10" y="39"/>
                  <a:pt x="16" y="30"/>
                  <a:pt x="24" y="23"/>
                </a:cubicBezTo>
                <a:cubicBezTo>
                  <a:pt x="31" y="15"/>
                  <a:pt x="40" y="10"/>
                  <a:pt x="49" y="6"/>
                </a:cubicBezTo>
                <a:cubicBezTo>
                  <a:pt x="59" y="2"/>
                  <a:pt x="69" y="0"/>
                  <a:pt x="81" y="0"/>
                </a:cubicBezTo>
                <a:cubicBezTo>
                  <a:pt x="91" y="0"/>
                  <a:pt x="101" y="2"/>
                  <a:pt x="111" y="6"/>
                </a:cubicBezTo>
                <a:cubicBezTo>
                  <a:pt x="121" y="10"/>
                  <a:pt x="129" y="15"/>
                  <a:pt x="137" y="23"/>
                </a:cubicBezTo>
                <a:cubicBezTo>
                  <a:pt x="144" y="30"/>
                  <a:pt x="150" y="39"/>
                  <a:pt x="154" y="49"/>
                </a:cubicBezTo>
                <a:cubicBezTo>
                  <a:pt x="158" y="58"/>
                  <a:pt x="160" y="68"/>
                  <a:pt x="160" y="79"/>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549" name="TextBox 548"/>
          <p:cNvSpPr txBox="1"/>
          <p:nvPr/>
        </p:nvSpPr>
        <p:spPr>
          <a:xfrm>
            <a:off x="6953400" y="2157840"/>
            <a:ext cx="3406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Mobile: Hamburger menu with drawer</a:t>
            </a:r>
            <a:endParaRPr lang="en-GB" sz="1500" b="0" u="none" strike="noStrike">
              <a:solidFill>
                <a:srgbClr val="000000"/>
              </a:solidFill>
              <a:effectLst/>
              <a:uFillTx/>
              <a:latin typeface="Times New Roman"/>
            </a:endParaRPr>
          </a:p>
        </p:txBody>
      </p:sp>
      <p:sp>
        <p:nvSpPr>
          <p:cNvPr id="550" name="TextBox 549"/>
          <p:cNvSpPr txBox="1"/>
          <p:nvPr/>
        </p:nvSpPr>
        <p:spPr>
          <a:xfrm>
            <a:off x="6953400" y="2509920"/>
            <a:ext cx="44730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Layered navigation structure (general category →</a:t>
            </a:r>
            <a:endParaRPr lang="en-GB" sz="1500" b="0" u="none" strike="noStrike">
              <a:solidFill>
                <a:srgbClr val="000000"/>
              </a:solidFill>
              <a:effectLst/>
              <a:uFillTx/>
              <a:latin typeface="Times New Roman"/>
            </a:endParaRPr>
          </a:p>
        </p:txBody>
      </p:sp>
      <p:sp>
        <p:nvSpPr>
          <p:cNvPr id="551" name="TextBox 550"/>
          <p:cNvSpPr txBox="1"/>
          <p:nvPr/>
        </p:nvSpPr>
        <p:spPr>
          <a:xfrm>
            <a:off x="6953400" y="2824560"/>
            <a:ext cx="1631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specific category)</a:t>
            </a:r>
            <a:endParaRPr lang="en-GB" sz="1500" b="0" u="none" strike="noStrike">
              <a:solidFill>
                <a:srgbClr val="000000"/>
              </a:solidFill>
              <a:effectLst/>
              <a:uFillTx/>
              <a:latin typeface="Times New Roman"/>
            </a:endParaRPr>
          </a:p>
        </p:txBody>
      </p:sp>
      <p:sp>
        <p:nvSpPr>
          <p:cNvPr id="552" name="TextBox 551"/>
          <p:cNvSpPr txBox="1"/>
          <p:nvPr/>
        </p:nvSpPr>
        <p:spPr>
          <a:xfrm>
            <a:off x="11659680" y="6335280"/>
            <a:ext cx="24732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10</a:t>
            </a:r>
            <a:endParaRPr lang="en-GB" sz="18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4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4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4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4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4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4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5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 grpId="0"/>
      <p:bldP spid="524" grpId="0"/>
      <p:bldP spid="526" grpId="0"/>
      <p:bldP spid="527" grpId="0"/>
      <p:bldP spid="529" grpId="0"/>
      <p:bldP spid="531" grpId="0"/>
      <p:bldP spid="533" grpId="0"/>
      <p:bldP spid="535" grpId="0"/>
      <p:bldP spid="537" grpId="0"/>
      <p:bldP spid="539" grpId="0"/>
      <p:bldP spid="540" grpId="0"/>
      <p:bldP spid="542" grpId="0"/>
      <p:bldP spid="544" grpId="0"/>
      <p:bldP spid="545" grpId="0"/>
      <p:bldP spid="547" grpId="0"/>
      <p:bldP spid="549" grpId="0"/>
      <p:bldP spid="550" grpId="0"/>
      <p:bldP spid="55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 name="Freeform: Shape 55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554" name="Freeform: Shape 55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555" name="Freeform: Shape 55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556" name="TextBox 555"/>
          <p:cNvSpPr txBox="1"/>
          <p:nvPr/>
        </p:nvSpPr>
        <p:spPr>
          <a:xfrm>
            <a:off x="747720" y="1391760"/>
            <a:ext cx="3387600" cy="474480"/>
          </a:xfrm>
          <a:prstGeom prst="rect">
            <a:avLst/>
          </a:prstGeom>
          <a:noFill/>
          <a:ln w="0">
            <a:noFill/>
          </a:ln>
        </p:spPr>
        <p:txBody>
          <a:bodyPr wrap="none" lIns="0" tIns="0" rIns="0" bIns="0" anchor="t">
            <a:spAutoFit/>
          </a:bodyPr>
          <a:lstStyle/>
          <a:p>
            <a:r>
              <a:rPr lang="en-GB" sz="3080" b="0" u="none" strike="noStrike">
                <a:solidFill>
                  <a:srgbClr val="2F2F2F"/>
                </a:solidFill>
                <a:effectLst/>
                <a:uFillTx/>
                <a:latin typeface="Inter"/>
                <a:ea typeface="Inter"/>
              </a:rPr>
              <a:t>3 Feasibility Study</a:t>
            </a:r>
            <a:endParaRPr lang="en-GB" sz="3080" b="0" u="none" strike="noStrike">
              <a:solidFill>
                <a:srgbClr val="000000"/>
              </a:solidFill>
              <a:effectLst/>
              <a:uFillTx/>
              <a:latin typeface="Times New Roman"/>
            </a:endParaRPr>
          </a:p>
        </p:txBody>
      </p:sp>
      <p:sp>
        <p:nvSpPr>
          <p:cNvPr id="557" name="Freeform: Shape 556"/>
          <p:cNvSpPr/>
          <p:nvPr/>
        </p:nvSpPr>
        <p:spPr>
          <a:xfrm>
            <a:off x="952200" y="2904840"/>
            <a:ext cx="57600" cy="57600"/>
          </a:xfrm>
          <a:custGeom>
            <a:avLst/>
            <a:gdLst/>
            <a:ahLst/>
            <a:cxnLst/>
            <a:rect l="0" t="0" r="r" b="b"/>
            <a:pathLst>
              <a:path w="160" h="160">
                <a:moveTo>
                  <a:pt x="160" y="81"/>
                </a:moveTo>
                <a:cubicBezTo>
                  <a:pt x="160" y="91"/>
                  <a:pt x="158" y="101"/>
                  <a:pt x="154" y="111"/>
                </a:cubicBezTo>
                <a:cubicBezTo>
                  <a:pt x="150" y="121"/>
                  <a:pt x="144" y="129"/>
                  <a:pt x="137" y="137"/>
                </a:cubicBezTo>
                <a:cubicBezTo>
                  <a:pt x="129" y="144"/>
                  <a:pt x="121" y="150"/>
                  <a:pt x="110" y="154"/>
                </a:cubicBezTo>
                <a:cubicBezTo>
                  <a:pt x="100"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59"/>
                  <a:pt x="6" y="49"/>
                </a:cubicBezTo>
                <a:cubicBezTo>
                  <a:pt x="10" y="40"/>
                  <a:pt x="16" y="31"/>
                  <a:pt x="24" y="24"/>
                </a:cubicBezTo>
                <a:cubicBezTo>
                  <a:pt x="31" y="16"/>
                  <a:pt x="40" y="10"/>
                  <a:pt x="49" y="6"/>
                </a:cubicBezTo>
                <a:cubicBezTo>
                  <a:pt x="59" y="2"/>
                  <a:pt x="69" y="0"/>
                  <a:pt x="80" y="0"/>
                </a:cubicBezTo>
                <a:cubicBezTo>
                  <a:pt x="90" y="0"/>
                  <a:pt x="100" y="2"/>
                  <a:pt x="110" y="6"/>
                </a:cubicBezTo>
                <a:cubicBezTo>
                  <a:pt x="121" y="10"/>
                  <a:pt x="129" y="16"/>
                  <a:pt x="137" y="24"/>
                </a:cubicBezTo>
                <a:cubicBezTo>
                  <a:pt x="144" y="31"/>
                  <a:pt x="150" y="40"/>
                  <a:pt x="154" y="49"/>
                </a:cubicBezTo>
                <a:cubicBezTo>
                  <a:pt x="158" y="59"/>
                  <a:pt x="160" y="70"/>
                  <a:pt x="160" y="81"/>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558" name="TextBox 557"/>
          <p:cNvSpPr txBox="1"/>
          <p:nvPr/>
        </p:nvSpPr>
        <p:spPr>
          <a:xfrm>
            <a:off x="747720" y="2234880"/>
            <a:ext cx="1381320" cy="373680"/>
          </a:xfrm>
          <a:prstGeom prst="rect">
            <a:avLst/>
          </a:prstGeom>
          <a:noFill/>
          <a:ln w="0">
            <a:noFill/>
          </a:ln>
        </p:spPr>
        <p:txBody>
          <a:bodyPr wrap="none" lIns="0" tIns="0" rIns="0" bIns="0" anchor="t">
            <a:spAutoFit/>
          </a:bodyPr>
          <a:lstStyle/>
          <a:p>
            <a:r>
              <a:rPr lang="en-GB" sz="2420" b="0" u="none" strike="noStrike" dirty="0">
                <a:solidFill>
                  <a:srgbClr val="2F2F2F"/>
                </a:solidFill>
                <a:effectLst/>
                <a:uFillTx/>
                <a:latin typeface="Inter"/>
                <a:ea typeface="Inter"/>
              </a:rPr>
              <a:t>Summary</a:t>
            </a:r>
            <a:endParaRPr lang="en-GB" sz="2420" b="0" u="none" strike="noStrike" dirty="0">
              <a:solidFill>
                <a:srgbClr val="000000"/>
              </a:solidFill>
              <a:effectLst/>
              <a:uFillTx/>
              <a:latin typeface="Times New Roman"/>
            </a:endParaRPr>
          </a:p>
        </p:txBody>
      </p:sp>
      <p:sp>
        <p:nvSpPr>
          <p:cNvPr id="559" name="Freeform: Shape 558"/>
          <p:cNvSpPr/>
          <p:nvPr/>
        </p:nvSpPr>
        <p:spPr>
          <a:xfrm>
            <a:off x="1333440" y="3209760"/>
            <a:ext cx="57240" cy="57600"/>
          </a:xfrm>
          <a:custGeom>
            <a:avLst/>
            <a:gdLst/>
            <a:ahLst/>
            <a:cxnLst/>
            <a:rect l="0" t="0" r="r" b="b"/>
            <a:pathLst>
              <a:path w="159" h="160">
                <a:moveTo>
                  <a:pt x="159" y="80"/>
                </a:moveTo>
                <a:cubicBezTo>
                  <a:pt x="159" y="91"/>
                  <a:pt x="157" y="101"/>
                  <a:pt x="153" y="111"/>
                </a:cubicBezTo>
                <a:cubicBezTo>
                  <a:pt x="149" y="120"/>
                  <a:pt x="144" y="129"/>
                  <a:pt x="136" y="136"/>
                </a:cubicBezTo>
                <a:cubicBezTo>
                  <a:pt x="129" y="144"/>
                  <a:pt x="120" y="150"/>
                  <a:pt x="110" y="154"/>
                </a:cubicBezTo>
                <a:cubicBezTo>
                  <a:pt x="101" y="158"/>
                  <a:pt x="91" y="160"/>
                  <a:pt x="80" y="160"/>
                </a:cubicBezTo>
                <a:cubicBezTo>
                  <a:pt x="70" y="160"/>
                  <a:pt x="59" y="158"/>
                  <a:pt x="50" y="154"/>
                </a:cubicBezTo>
                <a:cubicBezTo>
                  <a:pt x="40" y="150"/>
                  <a:pt x="31" y="144"/>
                  <a:pt x="24" y="136"/>
                </a:cubicBezTo>
                <a:cubicBezTo>
                  <a:pt x="16" y="129"/>
                  <a:pt x="11" y="120"/>
                  <a:pt x="6" y="111"/>
                </a:cubicBezTo>
                <a:cubicBezTo>
                  <a:pt x="2" y="101"/>
                  <a:pt x="0" y="91"/>
                  <a:pt x="0" y="80"/>
                </a:cubicBezTo>
                <a:cubicBezTo>
                  <a:pt x="0" y="70"/>
                  <a:pt x="2" y="60"/>
                  <a:pt x="6" y="50"/>
                </a:cubicBezTo>
                <a:cubicBezTo>
                  <a:pt x="11" y="40"/>
                  <a:pt x="16" y="32"/>
                  <a:pt x="24" y="24"/>
                </a:cubicBezTo>
                <a:cubicBezTo>
                  <a:pt x="31" y="17"/>
                  <a:pt x="40" y="10"/>
                  <a:pt x="50" y="6"/>
                </a:cubicBezTo>
                <a:cubicBezTo>
                  <a:pt x="59" y="2"/>
                  <a:pt x="70" y="0"/>
                  <a:pt x="80" y="0"/>
                </a:cubicBezTo>
                <a:cubicBezTo>
                  <a:pt x="91" y="0"/>
                  <a:pt x="101" y="2"/>
                  <a:pt x="110" y="6"/>
                </a:cubicBezTo>
                <a:cubicBezTo>
                  <a:pt x="120" y="10"/>
                  <a:pt x="129" y="17"/>
                  <a:pt x="136" y="24"/>
                </a:cubicBezTo>
                <a:cubicBezTo>
                  <a:pt x="144" y="32"/>
                  <a:pt x="149" y="40"/>
                  <a:pt x="153" y="50"/>
                </a:cubicBezTo>
                <a:cubicBezTo>
                  <a:pt x="157" y="60"/>
                  <a:pt x="159" y="70"/>
                  <a:pt x="159" y="80"/>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560" name="TextBox 559"/>
          <p:cNvSpPr txBox="1"/>
          <p:nvPr/>
        </p:nvSpPr>
        <p:spPr>
          <a:xfrm>
            <a:off x="1128600" y="2806200"/>
            <a:ext cx="5865388" cy="230832"/>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Marginal improvement if updating UI but keeping the </a:t>
            </a:r>
            <a:r>
              <a:rPr lang="en-GB" sz="1500" dirty="0">
                <a:solidFill>
                  <a:srgbClr val="2F2F2F"/>
                </a:solidFill>
                <a:latin typeface="Inter"/>
                <a:ea typeface="Inter"/>
              </a:rPr>
              <a:t>table layout</a:t>
            </a:r>
          </a:p>
        </p:txBody>
      </p:sp>
      <p:sp>
        <p:nvSpPr>
          <p:cNvPr id="561" name="Freeform: Shape 560"/>
          <p:cNvSpPr/>
          <p:nvPr/>
        </p:nvSpPr>
        <p:spPr>
          <a:xfrm>
            <a:off x="1333440" y="3571560"/>
            <a:ext cx="57240" cy="57600"/>
          </a:xfrm>
          <a:custGeom>
            <a:avLst/>
            <a:gdLst/>
            <a:ahLst/>
            <a:cxnLst/>
            <a:rect l="0" t="0" r="r" b="b"/>
            <a:pathLst>
              <a:path w="159" h="160">
                <a:moveTo>
                  <a:pt x="159" y="80"/>
                </a:moveTo>
                <a:cubicBezTo>
                  <a:pt x="159" y="90"/>
                  <a:pt x="157" y="100"/>
                  <a:pt x="153" y="110"/>
                </a:cubicBezTo>
                <a:cubicBezTo>
                  <a:pt x="149" y="121"/>
                  <a:pt x="144" y="129"/>
                  <a:pt x="136" y="137"/>
                </a:cubicBezTo>
                <a:cubicBezTo>
                  <a:pt x="129" y="144"/>
                  <a:pt x="120" y="150"/>
                  <a:pt x="110" y="154"/>
                </a:cubicBezTo>
                <a:cubicBezTo>
                  <a:pt x="101" y="158"/>
                  <a:pt x="91" y="160"/>
                  <a:pt x="80" y="160"/>
                </a:cubicBezTo>
                <a:cubicBezTo>
                  <a:pt x="70" y="160"/>
                  <a:pt x="59" y="158"/>
                  <a:pt x="50" y="154"/>
                </a:cubicBezTo>
                <a:cubicBezTo>
                  <a:pt x="40" y="150"/>
                  <a:pt x="31" y="144"/>
                  <a:pt x="24" y="137"/>
                </a:cubicBezTo>
                <a:cubicBezTo>
                  <a:pt x="16" y="129"/>
                  <a:pt x="11" y="121"/>
                  <a:pt x="6" y="110"/>
                </a:cubicBezTo>
                <a:cubicBezTo>
                  <a:pt x="2" y="100"/>
                  <a:pt x="0" y="90"/>
                  <a:pt x="0" y="80"/>
                </a:cubicBezTo>
                <a:cubicBezTo>
                  <a:pt x="0" y="69"/>
                  <a:pt x="2" y="59"/>
                  <a:pt x="6" y="49"/>
                </a:cubicBezTo>
                <a:cubicBezTo>
                  <a:pt x="11" y="40"/>
                  <a:pt x="16" y="31"/>
                  <a:pt x="24" y="24"/>
                </a:cubicBezTo>
                <a:cubicBezTo>
                  <a:pt x="31" y="16"/>
                  <a:pt x="40" y="10"/>
                  <a:pt x="50" y="6"/>
                </a:cubicBezTo>
                <a:cubicBezTo>
                  <a:pt x="59" y="2"/>
                  <a:pt x="70" y="0"/>
                  <a:pt x="80" y="0"/>
                </a:cubicBezTo>
                <a:cubicBezTo>
                  <a:pt x="91" y="0"/>
                  <a:pt x="101" y="2"/>
                  <a:pt x="110" y="6"/>
                </a:cubicBezTo>
                <a:cubicBezTo>
                  <a:pt x="120" y="10"/>
                  <a:pt x="129" y="16"/>
                  <a:pt x="136" y="24"/>
                </a:cubicBezTo>
                <a:cubicBezTo>
                  <a:pt x="144" y="31"/>
                  <a:pt x="149" y="40"/>
                  <a:pt x="153" y="49"/>
                </a:cubicBezTo>
                <a:cubicBezTo>
                  <a:pt x="157" y="59"/>
                  <a:pt x="159" y="69"/>
                  <a:pt x="159" y="80"/>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562" name="TextBox 561"/>
          <p:cNvSpPr txBox="1"/>
          <p:nvPr/>
        </p:nvSpPr>
        <p:spPr>
          <a:xfrm>
            <a:off x="1509840" y="3111120"/>
            <a:ext cx="350640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Cart panel and login functions possible</a:t>
            </a:r>
            <a:endParaRPr lang="en-GB" sz="1500" b="0" u="none" strike="noStrike" dirty="0">
              <a:solidFill>
                <a:srgbClr val="000000"/>
              </a:solidFill>
              <a:effectLst/>
              <a:uFillTx/>
              <a:latin typeface="Times New Roman"/>
            </a:endParaRPr>
          </a:p>
        </p:txBody>
      </p:sp>
      <p:sp>
        <p:nvSpPr>
          <p:cNvPr id="563" name="Freeform: Shape 562"/>
          <p:cNvSpPr/>
          <p:nvPr/>
        </p:nvSpPr>
        <p:spPr>
          <a:xfrm>
            <a:off x="1333440" y="3924000"/>
            <a:ext cx="57240" cy="57600"/>
          </a:xfrm>
          <a:custGeom>
            <a:avLst/>
            <a:gdLst/>
            <a:ahLst/>
            <a:cxnLst/>
            <a:rect l="0" t="0" r="r" b="b"/>
            <a:pathLst>
              <a:path w="159" h="160">
                <a:moveTo>
                  <a:pt x="159" y="80"/>
                </a:moveTo>
                <a:cubicBezTo>
                  <a:pt x="159" y="91"/>
                  <a:pt x="157" y="101"/>
                  <a:pt x="153" y="111"/>
                </a:cubicBezTo>
                <a:cubicBezTo>
                  <a:pt x="149" y="121"/>
                  <a:pt x="144" y="129"/>
                  <a:pt x="136" y="137"/>
                </a:cubicBezTo>
                <a:cubicBezTo>
                  <a:pt x="129" y="144"/>
                  <a:pt x="120" y="150"/>
                  <a:pt x="110" y="154"/>
                </a:cubicBezTo>
                <a:cubicBezTo>
                  <a:pt x="101" y="158"/>
                  <a:pt x="91" y="160"/>
                  <a:pt x="80" y="160"/>
                </a:cubicBezTo>
                <a:cubicBezTo>
                  <a:pt x="70" y="160"/>
                  <a:pt x="59" y="158"/>
                  <a:pt x="50" y="154"/>
                </a:cubicBezTo>
                <a:cubicBezTo>
                  <a:pt x="40" y="150"/>
                  <a:pt x="31" y="144"/>
                  <a:pt x="24" y="137"/>
                </a:cubicBezTo>
                <a:cubicBezTo>
                  <a:pt x="16" y="129"/>
                  <a:pt x="11" y="121"/>
                  <a:pt x="6" y="111"/>
                </a:cubicBezTo>
                <a:cubicBezTo>
                  <a:pt x="2" y="101"/>
                  <a:pt x="0" y="91"/>
                  <a:pt x="0" y="80"/>
                </a:cubicBezTo>
                <a:cubicBezTo>
                  <a:pt x="0" y="69"/>
                  <a:pt x="2" y="59"/>
                  <a:pt x="6" y="49"/>
                </a:cubicBezTo>
                <a:cubicBezTo>
                  <a:pt x="11" y="40"/>
                  <a:pt x="16" y="31"/>
                  <a:pt x="24" y="24"/>
                </a:cubicBezTo>
                <a:cubicBezTo>
                  <a:pt x="31" y="16"/>
                  <a:pt x="40" y="10"/>
                  <a:pt x="50" y="6"/>
                </a:cubicBezTo>
                <a:cubicBezTo>
                  <a:pt x="59" y="2"/>
                  <a:pt x="70" y="0"/>
                  <a:pt x="80" y="0"/>
                </a:cubicBezTo>
                <a:cubicBezTo>
                  <a:pt x="91" y="0"/>
                  <a:pt x="101" y="2"/>
                  <a:pt x="110" y="6"/>
                </a:cubicBezTo>
                <a:cubicBezTo>
                  <a:pt x="120" y="10"/>
                  <a:pt x="129" y="16"/>
                  <a:pt x="136" y="24"/>
                </a:cubicBezTo>
                <a:cubicBezTo>
                  <a:pt x="144" y="31"/>
                  <a:pt x="149" y="40"/>
                  <a:pt x="153" y="49"/>
                </a:cubicBezTo>
                <a:cubicBezTo>
                  <a:pt x="157" y="59"/>
                  <a:pt x="159" y="69"/>
                  <a:pt x="159" y="80"/>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564" name="TextBox 563"/>
          <p:cNvSpPr txBox="1"/>
          <p:nvPr/>
        </p:nvSpPr>
        <p:spPr>
          <a:xfrm>
            <a:off x="1509840" y="3472920"/>
            <a:ext cx="341712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Table layout is the main show stopper</a:t>
            </a:r>
            <a:endParaRPr lang="en-GB" sz="1500" b="0" u="none" strike="noStrike" dirty="0">
              <a:solidFill>
                <a:srgbClr val="000000"/>
              </a:solidFill>
              <a:effectLst/>
              <a:uFillTx/>
              <a:latin typeface="Times New Roman"/>
            </a:endParaRPr>
          </a:p>
        </p:txBody>
      </p:sp>
      <p:sp>
        <p:nvSpPr>
          <p:cNvPr id="565" name="Freeform: Shape 564"/>
          <p:cNvSpPr/>
          <p:nvPr/>
        </p:nvSpPr>
        <p:spPr>
          <a:xfrm>
            <a:off x="952200" y="4276440"/>
            <a:ext cx="57600" cy="57600"/>
          </a:xfrm>
          <a:custGeom>
            <a:avLst/>
            <a:gdLst/>
            <a:ahLst/>
            <a:cxnLst/>
            <a:rect l="0" t="0" r="r" b="b"/>
            <a:pathLst>
              <a:path w="160" h="160">
                <a:moveTo>
                  <a:pt x="160" y="81"/>
                </a:moveTo>
                <a:cubicBezTo>
                  <a:pt x="160" y="91"/>
                  <a:pt x="158" y="101"/>
                  <a:pt x="154" y="111"/>
                </a:cubicBezTo>
                <a:cubicBezTo>
                  <a:pt x="150" y="121"/>
                  <a:pt x="144" y="129"/>
                  <a:pt x="137" y="137"/>
                </a:cubicBezTo>
                <a:cubicBezTo>
                  <a:pt x="129" y="144"/>
                  <a:pt x="121" y="150"/>
                  <a:pt x="110" y="154"/>
                </a:cubicBezTo>
                <a:cubicBezTo>
                  <a:pt x="100"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60"/>
                  <a:pt x="6" y="49"/>
                </a:cubicBezTo>
                <a:cubicBezTo>
                  <a:pt x="10" y="40"/>
                  <a:pt x="16" y="31"/>
                  <a:pt x="24" y="24"/>
                </a:cubicBezTo>
                <a:cubicBezTo>
                  <a:pt x="31" y="16"/>
                  <a:pt x="40" y="10"/>
                  <a:pt x="49" y="6"/>
                </a:cubicBezTo>
                <a:cubicBezTo>
                  <a:pt x="59" y="2"/>
                  <a:pt x="69" y="0"/>
                  <a:pt x="80" y="0"/>
                </a:cubicBezTo>
                <a:cubicBezTo>
                  <a:pt x="90" y="0"/>
                  <a:pt x="100" y="2"/>
                  <a:pt x="110" y="6"/>
                </a:cubicBezTo>
                <a:cubicBezTo>
                  <a:pt x="121" y="10"/>
                  <a:pt x="129" y="16"/>
                  <a:pt x="137" y="24"/>
                </a:cubicBezTo>
                <a:cubicBezTo>
                  <a:pt x="144" y="31"/>
                  <a:pt x="150" y="40"/>
                  <a:pt x="154" y="49"/>
                </a:cubicBezTo>
                <a:cubicBezTo>
                  <a:pt x="158" y="60"/>
                  <a:pt x="160" y="70"/>
                  <a:pt x="160" y="81"/>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566" name="TextBox 565"/>
          <p:cNvSpPr txBox="1"/>
          <p:nvPr/>
        </p:nvSpPr>
        <p:spPr>
          <a:xfrm>
            <a:off x="1509840" y="3825360"/>
            <a:ext cx="253908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Duplicate work, not efficient</a:t>
            </a:r>
            <a:endParaRPr lang="en-GB" sz="1500" b="0" u="none" strike="noStrike" dirty="0">
              <a:solidFill>
                <a:srgbClr val="000000"/>
              </a:solidFill>
              <a:effectLst/>
              <a:uFillTx/>
              <a:latin typeface="Times New Roman"/>
            </a:endParaRPr>
          </a:p>
        </p:txBody>
      </p:sp>
      <p:sp>
        <p:nvSpPr>
          <p:cNvPr id="567" name="Freeform: Shape 566"/>
          <p:cNvSpPr/>
          <p:nvPr/>
        </p:nvSpPr>
        <p:spPr>
          <a:xfrm>
            <a:off x="1333440" y="4590720"/>
            <a:ext cx="57240" cy="57600"/>
          </a:xfrm>
          <a:custGeom>
            <a:avLst/>
            <a:gdLst/>
            <a:ahLst/>
            <a:cxnLst/>
            <a:rect l="0" t="0" r="r" b="b"/>
            <a:pathLst>
              <a:path w="159" h="160">
                <a:moveTo>
                  <a:pt x="159" y="80"/>
                </a:moveTo>
                <a:cubicBezTo>
                  <a:pt x="159" y="90"/>
                  <a:pt x="157" y="100"/>
                  <a:pt x="153" y="110"/>
                </a:cubicBezTo>
                <a:cubicBezTo>
                  <a:pt x="149" y="120"/>
                  <a:pt x="144" y="129"/>
                  <a:pt x="136" y="137"/>
                </a:cubicBezTo>
                <a:cubicBezTo>
                  <a:pt x="129" y="144"/>
                  <a:pt x="120" y="150"/>
                  <a:pt x="110" y="154"/>
                </a:cubicBezTo>
                <a:cubicBezTo>
                  <a:pt x="101" y="158"/>
                  <a:pt x="91" y="160"/>
                  <a:pt x="80" y="160"/>
                </a:cubicBezTo>
                <a:cubicBezTo>
                  <a:pt x="70" y="160"/>
                  <a:pt x="59" y="158"/>
                  <a:pt x="50" y="154"/>
                </a:cubicBezTo>
                <a:cubicBezTo>
                  <a:pt x="40" y="150"/>
                  <a:pt x="31" y="144"/>
                  <a:pt x="24" y="137"/>
                </a:cubicBezTo>
                <a:cubicBezTo>
                  <a:pt x="16" y="129"/>
                  <a:pt x="11" y="120"/>
                  <a:pt x="6" y="110"/>
                </a:cubicBezTo>
                <a:cubicBezTo>
                  <a:pt x="2" y="100"/>
                  <a:pt x="0" y="90"/>
                  <a:pt x="0" y="80"/>
                </a:cubicBezTo>
                <a:cubicBezTo>
                  <a:pt x="0" y="69"/>
                  <a:pt x="2" y="59"/>
                  <a:pt x="6" y="49"/>
                </a:cubicBezTo>
                <a:cubicBezTo>
                  <a:pt x="11" y="40"/>
                  <a:pt x="16" y="31"/>
                  <a:pt x="24" y="24"/>
                </a:cubicBezTo>
                <a:cubicBezTo>
                  <a:pt x="31" y="16"/>
                  <a:pt x="40" y="10"/>
                  <a:pt x="50" y="6"/>
                </a:cubicBezTo>
                <a:cubicBezTo>
                  <a:pt x="59" y="2"/>
                  <a:pt x="70" y="0"/>
                  <a:pt x="80" y="0"/>
                </a:cubicBezTo>
                <a:cubicBezTo>
                  <a:pt x="91" y="0"/>
                  <a:pt x="101" y="2"/>
                  <a:pt x="110" y="6"/>
                </a:cubicBezTo>
                <a:cubicBezTo>
                  <a:pt x="120" y="10"/>
                  <a:pt x="129" y="16"/>
                  <a:pt x="136" y="24"/>
                </a:cubicBezTo>
                <a:cubicBezTo>
                  <a:pt x="144" y="31"/>
                  <a:pt x="149" y="40"/>
                  <a:pt x="153" y="49"/>
                </a:cubicBezTo>
                <a:cubicBezTo>
                  <a:pt x="157" y="59"/>
                  <a:pt x="159" y="69"/>
                  <a:pt x="159" y="80"/>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568" name="TextBox 567"/>
          <p:cNvSpPr txBox="1"/>
          <p:nvPr/>
        </p:nvSpPr>
        <p:spPr>
          <a:xfrm>
            <a:off x="1128600" y="4177800"/>
            <a:ext cx="483984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Full scale update will provide noticeable improvement</a:t>
            </a:r>
            <a:endParaRPr lang="en-GB" sz="1500" b="0" u="none" strike="noStrike" dirty="0">
              <a:solidFill>
                <a:srgbClr val="000000"/>
              </a:solidFill>
              <a:effectLst/>
              <a:uFillTx/>
              <a:latin typeface="Times New Roman"/>
            </a:endParaRPr>
          </a:p>
        </p:txBody>
      </p:sp>
      <p:sp>
        <p:nvSpPr>
          <p:cNvPr id="569" name="Freeform: Shape 568"/>
          <p:cNvSpPr/>
          <p:nvPr/>
        </p:nvSpPr>
        <p:spPr>
          <a:xfrm>
            <a:off x="1333440" y="4943160"/>
            <a:ext cx="57240" cy="57600"/>
          </a:xfrm>
          <a:custGeom>
            <a:avLst/>
            <a:gdLst/>
            <a:ahLst/>
            <a:cxnLst/>
            <a:rect l="0" t="0" r="r" b="b"/>
            <a:pathLst>
              <a:path w="159" h="160">
                <a:moveTo>
                  <a:pt x="159" y="80"/>
                </a:moveTo>
                <a:cubicBezTo>
                  <a:pt x="159" y="90"/>
                  <a:pt x="157" y="101"/>
                  <a:pt x="153" y="111"/>
                </a:cubicBezTo>
                <a:cubicBezTo>
                  <a:pt x="149" y="121"/>
                  <a:pt x="144" y="129"/>
                  <a:pt x="136" y="137"/>
                </a:cubicBezTo>
                <a:cubicBezTo>
                  <a:pt x="129" y="144"/>
                  <a:pt x="120" y="150"/>
                  <a:pt x="110" y="154"/>
                </a:cubicBezTo>
                <a:cubicBezTo>
                  <a:pt x="101" y="158"/>
                  <a:pt x="91" y="160"/>
                  <a:pt x="80" y="160"/>
                </a:cubicBezTo>
                <a:cubicBezTo>
                  <a:pt x="70" y="160"/>
                  <a:pt x="59" y="158"/>
                  <a:pt x="50" y="154"/>
                </a:cubicBezTo>
                <a:cubicBezTo>
                  <a:pt x="40" y="150"/>
                  <a:pt x="31" y="144"/>
                  <a:pt x="24" y="137"/>
                </a:cubicBezTo>
                <a:cubicBezTo>
                  <a:pt x="16" y="129"/>
                  <a:pt x="11" y="121"/>
                  <a:pt x="6" y="111"/>
                </a:cubicBezTo>
                <a:cubicBezTo>
                  <a:pt x="2" y="101"/>
                  <a:pt x="0" y="90"/>
                  <a:pt x="0" y="80"/>
                </a:cubicBezTo>
                <a:cubicBezTo>
                  <a:pt x="0" y="69"/>
                  <a:pt x="2" y="59"/>
                  <a:pt x="6" y="49"/>
                </a:cubicBezTo>
                <a:cubicBezTo>
                  <a:pt x="11" y="40"/>
                  <a:pt x="16" y="31"/>
                  <a:pt x="24" y="24"/>
                </a:cubicBezTo>
                <a:cubicBezTo>
                  <a:pt x="31" y="16"/>
                  <a:pt x="40" y="10"/>
                  <a:pt x="50" y="6"/>
                </a:cubicBezTo>
                <a:cubicBezTo>
                  <a:pt x="59" y="2"/>
                  <a:pt x="70" y="0"/>
                  <a:pt x="80" y="0"/>
                </a:cubicBezTo>
                <a:cubicBezTo>
                  <a:pt x="91" y="0"/>
                  <a:pt x="101" y="2"/>
                  <a:pt x="110" y="6"/>
                </a:cubicBezTo>
                <a:cubicBezTo>
                  <a:pt x="120" y="10"/>
                  <a:pt x="129" y="16"/>
                  <a:pt x="136" y="24"/>
                </a:cubicBezTo>
                <a:cubicBezTo>
                  <a:pt x="144" y="31"/>
                  <a:pt x="149" y="40"/>
                  <a:pt x="153" y="49"/>
                </a:cubicBezTo>
                <a:cubicBezTo>
                  <a:pt x="157" y="59"/>
                  <a:pt x="159" y="69"/>
                  <a:pt x="159" y="80"/>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570" name="TextBox 569"/>
          <p:cNvSpPr txBox="1"/>
          <p:nvPr/>
        </p:nvSpPr>
        <p:spPr>
          <a:xfrm>
            <a:off x="1509840" y="4492080"/>
            <a:ext cx="226620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Less work in the long run</a:t>
            </a:r>
            <a:endParaRPr lang="en-GB" sz="1500" b="0" u="none" strike="noStrike" dirty="0">
              <a:solidFill>
                <a:srgbClr val="000000"/>
              </a:solidFill>
              <a:effectLst/>
              <a:uFillTx/>
              <a:latin typeface="Times New Roman"/>
            </a:endParaRPr>
          </a:p>
        </p:txBody>
      </p:sp>
      <p:sp>
        <p:nvSpPr>
          <p:cNvPr id="571" name="Freeform: Shape 570"/>
          <p:cNvSpPr/>
          <p:nvPr/>
        </p:nvSpPr>
        <p:spPr>
          <a:xfrm>
            <a:off x="1333440" y="5305320"/>
            <a:ext cx="57240" cy="57600"/>
          </a:xfrm>
          <a:custGeom>
            <a:avLst/>
            <a:gdLst/>
            <a:ahLst/>
            <a:cxnLst/>
            <a:rect l="0" t="0" r="r" b="b"/>
            <a:pathLst>
              <a:path w="159" h="160">
                <a:moveTo>
                  <a:pt x="159" y="80"/>
                </a:moveTo>
                <a:cubicBezTo>
                  <a:pt x="159" y="91"/>
                  <a:pt x="157" y="101"/>
                  <a:pt x="153" y="111"/>
                </a:cubicBezTo>
                <a:cubicBezTo>
                  <a:pt x="149" y="120"/>
                  <a:pt x="144" y="129"/>
                  <a:pt x="136" y="136"/>
                </a:cubicBezTo>
                <a:cubicBezTo>
                  <a:pt x="129" y="144"/>
                  <a:pt x="120" y="149"/>
                  <a:pt x="110" y="153"/>
                </a:cubicBezTo>
                <a:cubicBezTo>
                  <a:pt x="101" y="158"/>
                  <a:pt x="91" y="160"/>
                  <a:pt x="80" y="160"/>
                </a:cubicBezTo>
                <a:cubicBezTo>
                  <a:pt x="70" y="160"/>
                  <a:pt x="59" y="158"/>
                  <a:pt x="50" y="153"/>
                </a:cubicBezTo>
                <a:cubicBezTo>
                  <a:pt x="40" y="149"/>
                  <a:pt x="31" y="144"/>
                  <a:pt x="24" y="136"/>
                </a:cubicBezTo>
                <a:cubicBezTo>
                  <a:pt x="16" y="129"/>
                  <a:pt x="11" y="120"/>
                  <a:pt x="6" y="111"/>
                </a:cubicBezTo>
                <a:cubicBezTo>
                  <a:pt x="2" y="101"/>
                  <a:pt x="0" y="91"/>
                  <a:pt x="0" y="80"/>
                </a:cubicBezTo>
                <a:cubicBezTo>
                  <a:pt x="0" y="70"/>
                  <a:pt x="2" y="60"/>
                  <a:pt x="6" y="50"/>
                </a:cubicBezTo>
                <a:cubicBezTo>
                  <a:pt x="11" y="40"/>
                  <a:pt x="16" y="30"/>
                  <a:pt x="24" y="23"/>
                </a:cubicBezTo>
                <a:cubicBezTo>
                  <a:pt x="31" y="16"/>
                  <a:pt x="40" y="10"/>
                  <a:pt x="50" y="6"/>
                </a:cubicBezTo>
                <a:cubicBezTo>
                  <a:pt x="59" y="2"/>
                  <a:pt x="70" y="0"/>
                  <a:pt x="80" y="0"/>
                </a:cubicBezTo>
                <a:cubicBezTo>
                  <a:pt x="91" y="0"/>
                  <a:pt x="101" y="2"/>
                  <a:pt x="110" y="6"/>
                </a:cubicBezTo>
                <a:cubicBezTo>
                  <a:pt x="120" y="10"/>
                  <a:pt x="129" y="16"/>
                  <a:pt x="136" y="23"/>
                </a:cubicBezTo>
                <a:cubicBezTo>
                  <a:pt x="144" y="30"/>
                  <a:pt x="149" y="40"/>
                  <a:pt x="153" y="50"/>
                </a:cubicBezTo>
                <a:cubicBezTo>
                  <a:pt x="157" y="60"/>
                  <a:pt x="159" y="70"/>
                  <a:pt x="159" y="80"/>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572" name="TextBox 571"/>
          <p:cNvSpPr txBox="1"/>
          <p:nvPr/>
        </p:nvSpPr>
        <p:spPr>
          <a:xfrm>
            <a:off x="1509840" y="4844520"/>
            <a:ext cx="100728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More value</a:t>
            </a:r>
            <a:endParaRPr lang="en-GB" sz="1500" b="0" u="none" strike="noStrike" dirty="0">
              <a:solidFill>
                <a:srgbClr val="000000"/>
              </a:solidFill>
              <a:effectLst/>
              <a:uFillTx/>
              <a:latin typeface="Times New Roman"/>
            </a:endParaRPr>
          </a:p>
        </p:txBody>
      </p:sp>
      <p:sp>
        <p:nvSpPr>
          <p:cNvPr id="573" name="TextBox 572"/>
          <p:cNvSpPr txBox="1"/>
          <p:nvPr/>
        </p:nvSpPr>
        <p:spPr>
          <a:xfrm>
            <a:off x="1509840" y="5206680"/>
            <a:ext cx="563400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Still a long road ahead if goal is a fully modernised online store</a:t>
            </a:r>
            <a:endParaRPr lang="en-GB" sz="1500" b="0" u="none" strike="noStrike" dirty="0">
              <a:solidFill>
                <a:srgbClr val="000000"/>
              </a:solidFill>
              <a:effectLst/>
              <a:uFillTx/>
              <a:latin typeface="Times New Roman"/>
            </a:endParaRPr>
          </a:p>
        </p:txBody>
      </p:sp>
      <p:sp>
        <p:nvSpPr>
          <p:cNvPr id="574" name="TextBox 573"/>
          <p:cNvSpPr txBox="1"/>
          <p:nvPr/>
        </p:nvSpPr>
        <p:spPr>
          <a:xfrm>
            <a:off x="11659680" y="6335280"/>
            <a:ext cx="24732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11</a:t>
            </a:r>
            <a:endParaRPr lang="en-GB" sz="18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7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7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 grpId="0"/>
      <p:bldP spid="562" grpId="0"/>
      <p:bldP spid="564" grpId="0"/>
      <p:bldP spid="566" grpId="0"/>
      <p:bldP spid="568" grpId="0"/>
      <p:bldP spid="570" grpId="0"/>
      <p:bldP spid="572" grpId="0"/>
      <p:bldP spid="57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 name="Freeform: Shape 57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576" name="Freeform: Shape 57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577" name="Freeform: Shape 57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dirty="0">
              <a:solidFill>
                <a:srgbClr val="000000"/>
              </a:solidFill>
              <a:effectLst/>
              <a:uFillTx/>
              <a:latin typeface="Times New Roman"/>
            </a:endParaRPr>
          </a:p>
        </p:txBody>
      </p:sp>
      <p:sp>
        <p:nvSpPr>
          <p:cNvPr id="578" name="TextBox 577"/>
          <p:cNvSpPr txBox="1"/>
          <p:nvPr/>
        </p:nvSpPr>
        <p:spPr>
          <a:xfrm>
            <a:off x="909360" y="937332"/>
            <a:ext cx="1109278" cy="473976"/>
          </a:xfrm>
          <a:prstGeom prst="rect">
            <a:avLst/>
          </a:prstGeom>
          <a:noFill/>
          <a:ln w="0">
            <a:noFill/>
          </a:ln>
        </p:spPr>
        <p:txBody>
          <a:bodyPr wrap="none" lIns="0" tIns="0" rIns="0" bIns="0" anchor="t">
            <a:spAutoFit/>
          </a:bodyPr>
          <a:lstStyle/>
          <a:p>
            <a:r>
              <a:rPr lang="en-GB" sz="3080" b="0" u="none" strike="noStrike" dirty="0">
                <a:solidFill>
                  <a:srgbClr val="2F2F2F"/>
                </a:solidFill>
                <a:effectLst/>
                <a:uFillTx/>
                <a:latin typeface="Inter"/>
                <a:ea typeface="Inter"/>
              </a:rPr>
              <a:t>Part 2</a:t>
            </a:r>
          </a:p>
        </p:txBody>
      </p:sp>
      <p:sp>
        <p:nvSpPr>
          <p:cNvPr id="579" name="TextBox 578"/>
          <p:cNvSpPr txBox="1"/>
          <p:nvPr/>
        </p:nvSpPr>
        <p:spPr>
          <a:xfrm>
            <a:off x="909360" y="2396520"/>
            <a:ext cx="185400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 Technology Stack</a:t>
            </a:r>
            <a:endParaRPr lang="en-GB" sz="1500" b="0" u="none" strike="noStrike" dirty="0">
              <a:solidFill>
                <a:srgbClr val="000000"/>
              </a:solidFill>
              <a:effectLst/>
              <a:uFillTx/>
              <a:latin typeface="Times New Roman"/>
            </a:endParaRPr>
          </a:p>
        </p:txBody>
      </p:sp>
      <p:sp>
        <p:nvSpPr>
          <p:cNvPr id="580" name="TextBox 579"/>
          <p:cNvSpPr txBox="1"/>
          <p:nvPr/>
        </p:nvSpPr>
        <p:spPr>
          <a:xfrm>
            <a:off x="909360" y="2748960"/>
            <a:ext cx="153396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 Feature Matrix</a:t>
            </a:r>
            <a:endParaRPr lang="en-GB" sz="1500" b="0" u="none" strike="noStrike" dirty="0">
              <a:solidFill>
                <a:srgbClr val="000000"/>
              </a:solidFill>
              <a:effectLst/>
              <a:uFillTx/>
              <a:latin typeface="Times New Roman"/>
            </a:endParaRPr>
          </a:p>
        </p:txBody>
      </p:sp>
      <p:sp>
        <p:nvSpPr>
          <p:cNvPr id="581" name="TextBox 580"/>
          <p:cNvSpPr txBox="1"/>
          <p:nvPr/>
        </p:nvSpPr>
        <p:spPr>
          <a:xfrm>
            <a:off x="1369080" y="3063600"/>
            <a:ext cx="18093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 User Management</a:t>
            </a:r>
            <a:endParaRPr lang="en-GB" sz="1500" b="0" u="none" strike="noStrike">
              <a:solidFill>
                <a:srgbClr val="000000"/>
              </a:solidFill>
              <a:effectLst/>
              <a:uFillTx/>
              <a:latin typeface="Times New Roman"/>
            </a:endParaRPr>
          </a:p>
        </p:txBody>
      </p:sp>
      <p:sp>
        <p:nvSpPr>
          <p:cNvPr id="582" name="TextBox 581"/>
          <p:cNvSpPr txBox="1"/>
          <p:nvPr/>
        </p:nvSpPr>
        <p:spPr>
          <a:xfrm>
            <a:off x="1326960" y="3415680"/>
            <a:ext cx="905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ii Product</a:t>
            </a:r>
            <a:endParaRPr lang="en-GB" sz="1500" b="0" u="none" strike="noStrike">
              <a:solidFill>
                <a:srgbClr val="000000"/>
              </a:solidFill>
              <a:effectLst/>
              <a:uFillTx/>
              <a:latin typeface="Times New Roman"/>
            </a:endParaRPr>
          </a:p>
        </p:txBody>
      </p:sp>
      <p:sp>
        <p:nvSpPr>
          <p:cNvPr id="583" name="TextBox 582"/>
          <p:cNvSpPr txBox="1"/>
          <p:nvPr/>
        </p:nvSpPr>
        <p:spPr>
          <a:xfrm>
            <a:off x="1284480" y="3768120"/>
            <a:ext cx="18324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iii Search &amp; Filtering</a:t>
            </a:r>
            <a:endParaRPr lang="en-GB" sz="1500" b="0" u="none" strike="noStrike">
              <a:solidFill>
                <a:srgbClr val="000000"/>
              </a:solidFill>
              <a:effectLst/>
              <a:uFillTx/>
              <a:latin typeface="Times New Roman"/>
            </a:endParaRPr>
          </a:p>
        </p:txBody>
      </p:sp>
      <p:sp>
        <p:nvSpPr>
          <p:cNvPr id="584" name="TextBox 583"/>
          <p:cNvSpPr txBox="1"/>
          <p:nvPr/>
        </p:nvSpPr>
        <p:spPr>
          <a:xfrm>
            <a:off x="1265400" y="4130280"/>
            <a:ext cx="1418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iv Rules Engine</a:t>
            </a:r>
            <a:endParaRPr lang="en-GB" sz="1500" b="0" u="none" strike="noStrike">
              <a:solidFill>
                <a:srgbClr val="000000"/>
              </a:solidFill>
              <a:effectLst/>
              <a:uFillTx/>
              <a:latin typeface="Times New Roman"/>
            </a:endParaRPr>
          </a:p>
        </p:txBody>
      </p:sp>
      <p:sp>
        <p:nvSpPr>
          <p:cNvPr id="585" name="TextBox 584"/>
          <p:cNvSpPr txBox="1"/>
          <p:nvPr/>
        </p:nvSpPr>
        <p:spPr>
          <a:xfrm>
            <a:off x="1307520" y="4482720"/>
            <a:ext cx="25995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v Shopping Cart &amp; Checkout</a:t>
            </a:r>
            <a:endParaRPr lang="en-GB" sz="1500" b="0" u="none" strike="noStrike">
              <a:solidFill>
                <a:srgbClr val="000000"/>
              </a:solidFill>
              <a:effectLst/>
              <a:uFillTx/>
              <a:latin typeface="Times New Roman"/>
            </a:endParaRPr>
          </a:p>
        </p:txBody>
      </p:sp>
      <p:sp>
        <p:nvSpPr>
          <p:cNvPr id="586" name="TextBox 585"/>
          <p:cNvSpPr txBox="1"/>
          <p:nvPr/>
        </p:nvSpPr>
        <p:spPr>
          <a:xfrm>
            <a:off x="1265400" y="4835160"/>
            <a:ext cx="1463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vi Email System</a:t>
            </a:r>
            <a:endParaRPr lang="en-GB" sz="1500" b="0" u="none" strike="noStrike">
              <a:solidFill>
                <a:srgbClr val="000000"/>
              </a:solidFill>
              <a:effectLst/>
              <a:uFillTx/>
              <a:latin typeface="Times New Roman"/>
            </a:endParaRPr>
          </a:p>
        </p:txBody>
      </p:sp>
      <p:sp>
        <p:nvSpPr>
          <p:cNvPr id="587" name="TextBox 586"/>
          <p:cNvSpPr txBox="1"/>
          <p:nvPr/>
        </p:nvSpPr>
        <p:spPr>
          <a:xfrm>
            <a:off x="11659680" y="6335280"/>
            <a:ext cx="24732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12</a:t>
            </a:r>
            <a:endParaRPr lang="en-GB" sz="1800" b="0" u="none" strike="noStrike">
              <a:solidFill>
                <a:srgbClr val="000000"/>
              </a:solidFill>
              <a:effectLst/>
              <a:uFillTx/>
              <a:latin typeface="Times New Roman"/>
            </a:endParaRPr>
          </a:p>
        </p:txBody>
      </p:sp>
      <p:sp>
        <p:nvSpPr>
          <p:cNvPr id="2" name="TextBox 1">
            <a:extLst>
              <a:ext uri="{FF2B5EF4-FFF2-40B4-BE49-F238E27FC236}">
                <a16:creationId xmlns:a16="http://schemas.microsoft.com/office/drawing/2014/main" id="{E49511C2-022E-2763-FE77-096DBA48FFE8}"/>
              </a:ext>
            </a:extLst>
          </p:cNvPr>
          <p:cNvSpPr txBox="1"/>
          <p:nvPr/>
        </p:nvSpPr>
        <p:spPr>
          <a:xfrm>
            <a:off x="814110" y="1573110"/>
            <a:ext cx="7348815" cy="646331"/>
          </a:xfrm>
          <a:prstGeom prst="rect">
            <a:avLst/>
          </a:prstGeom>
          <a:noFill/>
        </p:spPr>
        <p:txBody>
          <a:bodyPr wrap="square" rtlCol="0">
            <a:spAutoFit/>
          </a:bodyPr>
          <a:lstStyle/>
          <a:p>
            <a:r>
              <a:rPr lang="en-GB" sz="3600" dirty="0">
                <a:solidFill>
                  <a:srgbClr val="2F2F2F"/>
                </a:solidFill>
                <a:latin typeface="Inter"/>
                <a:ea typeface="Inter"/>
              </a:rPr>
              <a:t>Our new ActEd Online Store</a:t>
            </a:r>
            <a:endParaRPr lang="en-GB" sz="3600" dirty="0">
              <a:solidFill>
                <a:srgbClr val="000000"/>
              </a:solidFill>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8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8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8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8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8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 grpId="0"/>
      <p:bldP spid="580" grpId="0"/>
      <p:bldP spid="581" grpId="0"/>
      <p:bldP spid="582" grpId="0"/>
      <p:bldP spid="583" grpId="0"/>
      <p:bldP spid="584" grpId="0"/>
      <p:bldP spid="585" grpId="0"/>
      <p:bldP spid="586"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 name="Freeform: Shape 587"/>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589" name="Freeform: Shape 58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590" name="Freeform: Shape 589"/>
          <p:cNvSpPr/>
          <p:nvPr/>
        </p:nvSpPr>
        <p:spPr>
          <a:xfrm>
            <a:off x="-120" y="-8568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591" name="TextBox 590"/>
          <p:cNvSpPr txBox="1"/>
          <p:nvPr/>
        </p:nvSpPr>
        <p:spPr>
          <a:xfrm>
            <a:off x="747720" y="810720"/>
            <a:ext cx="3724200" cy="474480"/>
          </a:xfrm>
          <a:prstGeom prst="rect">
            <a:avLst/>
          </a:prstGeom>
          <a:noFill/>
          <a:ln w="0">
            <a:noFill/>
          </a:ln>
        </p:spPr>
        <p:txBody>
          <a:bodyPr wrap="none" lIns="0" tIns="0" rIns="0" bIns="0" anchor="t">
            <a:spAutoFit/>
          </a:bodyPr>
          <a:lstStyle/>
          <a:p>
            <a:r>
              <a:rPr lang="en-GB" sz="3080" b="0" u="none" strike="noStrike">
                <a:solidFill>
                  <a:srgbClr val="2F2F2F"/>
                </a:solidFill>
                <a:effectLst/>
                <a:uFillTx/>
                <a:latin typeface="Inter"/>
                <a:ea typeface="Inter"/>
              </a:rPr>
              <a:t>1. Technology Stack</a:t>
            </a:r>
            <a:endParaRPr lang="en-GB" sz="3080" b="0" u="none" strike="noStrike">
              <a:solidFill>
                <a:srgbClr val="000000"/>
              </a:solidFill>
              <a:effectLst/>
              <a:uFillTx/>
              <a:latin typeface="Times New Roman"/>
            </a:endParaRPr>
          </a:p>
        </p:txBody>
      </p:sp>
      <p:sp>
        <p:nvSpPr>
          <p:cNvPr id="592" name="Freeform: Shape 591"/>
          <p:cNvSpPr/>
          <p:nvPr/>
        </p:nvSpPr>
        <p:spPr>
          <a:xfrm>
            <a:off x="952200" y="2009520"/>
            <a:ext cx="57600" cy="57600"/>
          </a:xfrm>
          <a:custGeom>
            <a:avLst/>
            <a:gdLst/>
            <a:ahLst/>
            <a:cxnLst/>
            <a:rect l="0" t="0" r="r" b="b"/>
            <a:pathLst>
              <a:path w="160" h="160">
                <a:moveTo>
                  <a:pt x="160" y="81"/>
                </a:moveTo>
                <a:cubicBezTo>
                  <a:pt x="160" y="91"/>
                  <a:pt x="158" y="101"/>
                  <a:pt x="154" y="111"/>
                </a:cubicBezTo>
                <a:cubicBezTo>
                  <a:pt x="150" y="121"/>
                  <a:pt x="144" y="129"/>
                  <a:pt x="137" y="137"/>
                </a:cubicBezTo>
                <a:cubicBezTo>
                  <a:pt x="129" y="144"/>
                  <a:pt x="121" y="150"/>
                  <a:pt x="110" y="154"/>
                </a:cubicBezTo>
                <a:cubicBezTo>
                  <a:pt x="100"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60"/>
                  <a:pt x="6" y="50"/>
                </a:cubicBezTo>
                <a:cubicBezTo>
                  <a:pt x="10" y="40"/>
                  <a:pt x="16" y="32"/>
                  <a:pt x="24" y="23"/>
                </a:cubicBezTo>
                <a:cubicBezTo>
                  <a:pt x="31" y="16"/>
                  <a:pt x="40" y="10"/>
                  <a:pt x="49" y="6"/>
                </a:cubicBezTo>
                <a:cubicBezTo>
                  <a:pt x="59" y="2"/>
                  <a:pt x="69" y="0"/>
                  <a:pt x="80" y="0"/>
                </a:cubicBezTo>
                <a:cubicBezTo>
                  <a:pt x="90" y="0"/>
                  <a:pt x="100" y="2"/>
                  <a:pt x="110" y="6"/>
                </a:cubicBezTo>
                <a:cubicBezTo>
                  <a:pt x="121" y="10"/>
                  <a:pt x="129" y="16"/>
                  <a:pt x="137" y="23"/>
                </a:cubicBezTo>
                <a:cubicBezTo>
                  <a:pt x="144" y="32"/>
                  <a:pt x="150" y="40"/>
                  <a:pt x="154" y="50"/>
                </a:cubicBezTo>
                <a:cubicBezTo>
                  <a:pt x="158" y="60"/>
                  <a:pt x="160" y="70"/>
                  <a:pt x="160" y="81"/>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593" name="TextBox 592"/>
          <p:cNvSpPr txBox="1"/>
          <p:nvPr/>
        </p:nvSpPr>
        <p:spPr>
          <a:xfrm>
            <a:off x="747720" y="1453680"/>
            <a:ext cx="90468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Database:</a:t>
            </a:r>
            <a:endParaRPr lang="en-GB" sz="1500" b="0" u="none" strike="noStrike" dirty="0">
              <a:solidFill>
                <a:srgbClr val="000000"/>
              </a:solidFill>
              <a:effectLst/>
              <a:uFillTx/>
              <a:latin typeface="Times New Roman"/>
            </a:endParaRPr>
          </a:p>
        </p:txBody>
      </p:sp>
      <p:sp>
        <p:nvSpPr>
          <p:cNvPr id="594" name="TextBox 593"/>
          <p:cNvSpPr txBox="1"/>
          <p:nvPr/>
        </p:nvSpPr>
        <p:spPr>
          <a:xfrm>
            <a:off x="1128600" y="1910880"/>
            <a:ext cx="1365758" cy="230832"/>
          </a:xfrm>
          <a:prstGeom prst="rect">
            <a:avLst/>
          </a:prstGeom>
          <a:noFill/>
          <a:ln w="0">
            <a:noFill/>
          </a:ln>
        </p:spPr>
        <p:txBody>
          <a:bodyPr wrap="none" lIns="0" tIns="0" rIns="0" bIns="0" anchor="t">
            <a:spAutoFit/>
          </a:bodyPr>
          <a:lstStyle/>
          <a:p>
            <a:r>
              <a:rPr lang="en-GB" sz="1500" b="1" u="none" strike="noStrike" dirty="0">
                <a:solidFill>
                  <a:srgbClr val="2F2F2F"/>
                </a:solidFill>
                <a:effectLst/>
                <a:uFillTx/>
                <a:latin typeface="Inter"/>
                <a:ea typeface="Inter"/>
              </a:rPr>
              <a:t>PostgreSQL 18</a:t>
            </a:r>
            <a:endParaRPr lang="en-GB" sz="1500" b="1" u="none" strike="noStrike" dirty="0">
              <a:solidFill>
                <a:srgbClr val="000000"/>
              </a:solidFill>
              <a:effectLst/>
              <a:uFillTx/>
              <a:latin typeface="Times New Roman"/>
            </a:endParaRPr>
          </a:p>
        </p:txBody>
      </p:sp>
      <p:sp>
        <p:nvSpPr>
          <p:cNvPr id="595" name="Freeform: Shape 594"/>
          <p:cNvSpPr/>
          <p:nvPr/>
        </p:nvSpPr>
        <p:spPr>
          <a:xfrm>
            <a:off x="952200" y="2933640"/>
            <a:ext cx="57600" cy="57240"/>
          </a:xfrm>
          <a:custGeom>
            <a:avLst/>
            <a:gdLst/>
            <a:ahLst/>
            <a:cxnLst/>
            <a:rect l="0" t="0" r="r" b="b"/>
            <a:pathLst>
              <a:path w="160" h="159">
                <a:moveTo>
                  <a:pt x="160" y="79"/>
                </a:moveTo>
                <a:cubicBezTo>
                  <a:pt x="160" y="90"/>
                  <a:pt x="158" y="100"/>
                  <a:pt x="154" y="109"/>
                </a:cubicBezTo>
                <a:cubicBezTo>
                  <a:pt x="150" y="119"/>
                  <a:pt x="144" y="128"/>
                  <a:pt x="137" y="135"/>
                </a:cubicBezTo>
                <a:cubicBezTo>
                  <a:pt x="129" y="143"/>
                  <a:pt x="121" y="149"/>
                  <a:pt x="110" y="153"/>
                </a:cubicBezTo>
                <a:cubicBezTo>
                  <a:pt x="100" y="157"/>
                  <a:pt x="90" y="159"/>
                  <a:pt x="80" y="159"/>
                </a:cubicBezTo>
                <a:cubicBezTo>
                  <a:pt x="69" y="159"/>
                  <a:pt x="59" y="157"/>
                  <a:pt x="49" y="153"/>
                </a:cubicBezTo>
                <a:cubicBezTo>
                  <a:pt x="40" y="149"/>
                  <a:pt x="31" y="143"/>
                  <a:pt x="24" y="135"/>
                </a:cubicBezTo>
                <a:cubicBezTo>
                  <a:pt x="16" y="128"/>
                  <a:pt x="10" y="119"/>
                  <a:pt x="6" y="109"/>
                </a:cubicBezTo>
                <a:cubicBezTo>
                  <a:pt x="2" y="100"/>
                  <a:pt x="0" y="90"/>
                  <a:pt x="0" y="79"/>
                </a:cubicBezTo>
                <a:cubicBezTo>
                  <a:pt x="0" y="69"/>
                  <a:pt x="2" y="58"/>
                  <a:pt x="6" y="49"/>
                </a:cubicBezTo>
                <a:cubicBezTo>
                  <a:pt x="10" y="39"/>
                  <a:pt x="16" y="30"/>
                  <a:pt x="24" y="23"/>
                </a:cubicBezTo>
                <a:cubicBezTo>
                  <a:pt x="31" y="15"/>
                  <a:pt x="40" y="10"/>
                  <a:pt x="49" y="6"/>
                </a:cubicBezTo>
                <a:cubicBezTo>
                  <a:pt x="59" y="2"/>
                  <a:pt x="69" y="0"/>
                  <a:pt x="80" y="0"/>
                </a:cubicBezTo>
                <a:cubicBezTo>
                  <a:pt x="90" y="0"/>
                  <a:pt x="100" y="2"/>
                  <a:pt x="110" y="6"/>
                </a:cubicBezTo>
                <a:cubicBezTo>
                  <a:pt x="121" y="10"/>
                  <a:pt x="129" y="15"/>
                  <a:pt x="137" y="23"/>
                </a:cubicBezTo>
                <a:cubicBezTo>
                  <a:pt x="144" y="30"/>
                  <a:pt x="150" y="39"/>
                  <a:pt x="154" y="49"/>
                </a:cubicBezTo>
                <a:cubicBezTo>
                  <a:pt x="158" y="58"/>
                  <a:pt x="160" y="69"/>
                  <a:pt x="160" y="79"/>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596" name="TextBox 595"/>
          <p:cNvSpPr txBox="1"/>
          <p:nvPr/>
        </p:nvSpPr>
        <p:spPr>
          <a:xfrm>
            <a:off x="747720" y="2388600"/>
            <a:ext cx="84096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Backend:</a:t>
            </a:r>
            <a:endParaRPr lang="en-GB" sz="1500" b="0" u="none" strike="noStrike" dirty="0">
              <a:solidFill>
                <a:srgbClr val="000000"/>
              </a:solidFill>
              <a:effectLst/>
              <a:uFillTx/>
              <a:latin typeface="Times New Roman"/>
            </a:endParaRPr>
          </a:p>
        </p:txBody>
      </p:sp>
      <p:sp>
        <p:nvSpPr>
          <p:cNvPr id="597" name="Freeform: Shape 596"/>
          <p:cNvSpPr/>
          <p:nvPr/>
        </p:nvSpPr>
        <p:spPr>
          <a:xfrm>
            <a:off x="952200" y="3286080"/>
            <a:ext cx="57600" cy="57240"/>
          </a:xfrm>
          <a:custGeom>
            <a:avLst/>
            <a:gdLst/>
            <a:ahLst/>
            <a:cxnLst/>
            <a:rect l="0" t="0" r="r" b="b"/>
            <a:pathLst>
              <a:path w="160" h="159">
                <a:moveTo>
                  <a:pt x="160" y="79"/>
                </a:moveTo>
                <a:cubicBezTo>
                  <a:pt x="160" y="90"/>
                  <a:pt x="158" y="100"/>
                  <a:pt x="154" y="109"/>
                </a:cubicBezTo>
                <a:cubicBezTo>
                  <a:pt x="150" y="120"/>
                  <a:pt x="144" y="129"/>
                  <a:pt x="137" y="136"/>
                </a:cubicBezTo>
                <a:cubicBezTo>
                  <a:pt x="129" y="144"/>
                  <a:pt x="121" y="149"/>
                  <a:pt x="110" y="153"/>
                </a:cubicBezTo>
                <a:cubicBezTo>
                  <a:pt x="100" y="157"/>
                  <a:pt x="90" y="159"/>
                  <a:pt x="80" y="159"/>
                </a:cubicBezTo>
                <a:cubicBezTo>
                  <a:pt x="69" y="159"/>
                  <a:pt x="59" y="157"/>
                  <a:pt x="49" y="153"/>
                </a:cubicBezTo>
                <a:cubicBezTo>
                  <a:pt x="40" y="149"/>
                  <a:pt x="31" y="144"/>
                  <a:pt x="24" y="136"/>
                </a:cubicBezTo>
                <a:cubicBezTo>
                  <a:pt x="16" y="129"/>
                  <a:pt x="10" y="120"/>
                  <a:pt x="6" y="109"/>
                </a:cubicBezTo>
                <a:cubicBezTo>
                  <a:pt x="2" y="100"/>
                  <a:pt x="0" y="90"/>
                  <a:pt x="0" y="79"/>
                </a:cubicBezTo>
                <a:cubicBezTo>
                  <a:pt x="0" y="68"/>
                  <a:pt x="2" y="58"/>
                  <a:pt x="6" y="49"/>
                </a:cubicBezTo>
                <a:cubicBezTo>
                  <a:pt x="10" y="39"/>
                  <a:pt x="16" y="30"/>
                  <a:pt x="24" y="23"/>
                </a:cubicBezTo>
                <a:cubicBezTo>
                  <a:pt x="31" y="15"/>
                  <a:pt x="40" y="10"/>
                  <a:pt x="49" y="6"/>
                </a:cubicBezTo>
                <a:cubicBezTo>
                  <a:pt x="59" y="2"/>
                  <a:pt x="69" y="0"/>
                  <a:pt x="80" y="0"/>
                </a:cubicBezTo>
                <a:cubicBezTo>
                  <a:pt x="90" y="0"/>
                  <a:pt x="100" y="2"/>
                  <a:pt x="110" y="6"/>
                </a:cubicBezTo>
                <a:cubicBezTo>
                  <a:pt x="121" y="10"/>
                  <a:pt x="129" y="15"/>
                  <a:pt x="137" y="23"/>
                </a:cubicBezTo>
                <a:cubicBezTo>
                  <a:pt x="144" y="30"/>
                  <a:pt x="150" y="39"/>
                  <a:pt x="154" y="49"/>
                </a:cubicBezTo>
                <a:cubicBezTo>
                  <a:pt x="158" y="58"/>
                  <a:pt x="160" y="68"/>
                  <a:pt x="160" y="79"/>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598" name="TextBox 597"/>
          <p:cNvSpPr txBox="1"/>
          <p:nvPr/>
        </p:nvSpPr>
        <p:spPr>
          <a:xfrm>
            <a:off x="1128600" y="2855520"/>
            <a:ext cx="1083630" cy="230832"/>
          </a:xfrm>
          <a:prstGeom prst="rect">
            <a:avLst/>
          </a:prstGeom>
          <a:noFill/>
          <a:ln w="0">
            <a:noFill/>
          </a:ln>
        </p:spPr>
        <p:txBody>
          <a:bodyPr wrap="none" lIns="0" tIns="0" rIns="0" bIns="0" anchor="t">
            <a:spAutoFit/>
          </a:bodyPr>
          <a:lstStyle/>
          <a:p>
            <a:r>
              <a:rPr lang="en-GB" sz="1500" b="1" u="none" strike="noStrike" dirty="0">
                <a:solidFill>
                  <a:srgbClr val="2F2F2F"/>
                </a:solidFill>
                <a:effectLst/>
                <a:uFillTx/>
                <a:latin typeface="Inter"/>
                <a:ea typeface="Inter"/>
              </a:rPr>
              <a:t>Python</a:t>
            </a:r>
            <a:r>
              <a:rPr lang="en-GB" sz="1500" b="0" u="none" strike="noStrike" dirty="0">
                <a:solidFill>
                  <a:srgbClr val="2F2F2F"/>
                </a:solidFill>
                <a:effectLst/>
                <a:uFillTx/>
                <a:latin typeface="Inter"/>
                <a:ea typeface="Inter"/>
              </a:rPr>
              <a:t> 3.14</a:t>
            </a:r>
            <a:endParaRPr lang="en-GB" sz="1500" b="0" u="none" strike="noStrike" dirty="0">
              <a:solidFill>
                <a:srgbClr val="000000"/>
              </a:solidFill>
              <a:effectLst/>
              <a:uFillTx/>
              <a:latin typeface="Times New Roman"/>
            </a:endParaRPr>
          </a:p>
        </p:txBody>
      </p:sp>
      <p:sp>
        <p:nvSpPr>
          <p:cNvPr id="599" name="Freeform: Shape 598"/>
          <p:cNvSpPr/>
          <p:nvPr/>
        </p:nvSpPr>
        <p:spPr>
          <a:xfrm>
            <a:off x="1333440" y="3590640"/>
            <a:ext cx="57240" cy="57600"/>
          </a:xfrm>
          <a:custGeom>
            <a:avLst/>
            <a:gdLst/>
            <a:ahLst/>
            <a:cxnLst/>
            <a:rect l="0" t="0" r="r" b="b"/>
            <a:pathLst>
              <a:path w="159" h="160">
                <a:moveTo>
                  <a:pt x="159" y="81"/>
                </a:moveTo>
                <a:cubicBezTo>
                  <a:pt x="159" y="91"/>
                  <a:pt x="157" y="101"/>
                  <a:pt x="153" y="111"/>
                </a:cubicBezTo>
                <a:cubicBezTo>
                  <a:pt x="149" y="121"/>
                  <a:pt x="144" y="129"/>
                  <a:pt x="136" y="137"/>
                </a:cubicBezTo>
                <a:cubicBezTo>
                  <a:pt x="129" y="144"/>
                  <a:pt x="120" y="150"/>
                  <a:pt x="110" y="154"/>
                </a:cubicBezTo>
                <a:cubicBezTo>
                  <a:pt x="101" y="158"/>
                  <a:pt x="91" y="160"/>
                  <a:pt x="80" y="160"/>
                </a:cubicBezTo>
                <a:cubicBezTo>
                  <a:pt x="70" y="160"/>
                  <a:pt x="59" y="158"/>
                  <a:pt x="50" y="154"/>
                </a:cubicBezTo>
                <a:cubicBezTo>
                  <a:pt x="40" y="150"/>
                  <a:pt x="31" y="144"/>
                  <a:pt x="24" y="137"/>
                </a:cubicBezTo>
                <a:cubicBezTo>
                  <a:pt x="16" y="129"/>
                  <a:pt x="11" y="121"/>
                  <a:pt x="6" y="111"/>
                </a:cubicBezTo>
                <a:cubicBezTo>
                  <a:pt x="2" y="101"/>
                  <a:pt x="0" y="91"/>
                  <a:pt x="0" y="81"/>
                </a:cubicBezTo>
                <a:cubicBezTo>
                  <a:pt x="0" y="70"/>
                  <a:pt x="2" y="60"/>
                  <a:pt x="6" y="49"/>
                </a:cubicBezTo>
                <a:cubicBezTo>
                  <a:pt x="11" y="40"/>
                  <a:pt x="16" y="31"/>
                  <a:pt x="24" y="24"/>
                </a:cubicBezTo>
                <a:cubicBezTo>
                  <a:pt x="31" y="16"/>
                  <a:pt x="40" y="10"/>
                  <a:pt x="50" y="6"/>
                </a:cubicBezTo>
                <a:cubicBezTo>
                  <a:pt x="59" y="2"/>
                  <a:pt x="70" y="0"/>
                  <a:pt x="80" y="0"/>
                </a:cubicBezTo>
                <a:cubicBezTo>
                  <a:pt x="91" y="0"/>
                  <a:pt x="101" y="2"/>
                  <a:pt x="110" y="6"/>
                </a:cubicBezTo>
                <a:cubicBezTo>
                  <a:pt x="120" y="10"/>
                  <a:pt x="129" y="16"/>
                  <a:pt x="136" y="24"/>
                </a:cubicBezTo>
                <a:cubicBezTo>
                  <a:pt x="144" y="31"/>
                  <a:pt x="149" y="40"/>
                  <a:pt x="153" y="49"/>
                </a:cubicBezTo>
                <a:cubicBezTo>
                  <a:pt x="157" y="60"/>
                  <a:pt x="159" y="70"/>
                  <a:pt x="159" y="81"/>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600" name="TextBox 599"/>
          <p:cNvSpPr txBox="1"/>
          <p:nvPr/>
        </p:nvSpPr>
        <p:spPr>
          <a:xfrm>
            <a:off x="1128600" y="3207600"/>
            <a:ext cx="944169" cy="230832"/>
          </a:xfrm>
          <a:prstGeom prst="rect">
            <a:avLst/>
          </a:prstGeom>
          <a:noFill/>
          <a:ln w="0">
            <a:noFill/>
          </a:ln>
        </p:spPr>
        <p:txBody>
          <a:bodyPr wrap="none" lIns="0" tIns="0" rIns="0" bIns="0" anchor="t">
            <a:spAutoFit/>
          </a:bodyPr>
          <a:lstStyle/>
          <a:p>
            <a:r>
              <a:rPr lang="en-GB" sz="1500" b="1" u="none" strike="noStrike" dirty="0">
                <a:solidFill>
                  <a:srgbClr val="2F2F2F"/>
                </a:solidFill>
                <a:effectLst/>
                <a:uFillTx/>
                <a:latin typeface="Inter"/>
                <a:ea typeface="Inter"/>
              </a:rPr>
              <a:t>Django</a:t>
            </a:r>
            <a:r>
              <a:rPr lang="en-GB" sz="1500" b="0" u="none" strike="noStrike" dirty="0">
                <a:solidFill>
                  <a:srgbClr val="2F2F2F"/>
                </a:solidFill>
                <a:effectLst/>
                <a:uFillTx/>
                <a:latin typeface="Inter"/>
                <a:ea typeface="Inter"/>
              </a:rPr>
              <a:t> 5.1</a:t>
            </a:r>
            <a:endParaRPr lang="en-GB" sz="1500" b="0" u="none" strike="noStrike" dirty="0">
              <a:solidFill>
                <a:srgbClr val="000000"/>
              </a:solidFill>
              <a:effectLst/>
              <a:uFillTx/>
              <a:latin typeface="Times New Roman"/>
            </a:endParaRPr>
          </a:p>
        </p:txBody>
      </p:sp>
      <p:sp>
        <p:nvSpPr>
          <p:cNvPr id="601" name="Freeform: Shape 600"/>
          <p:cNvSpPr/>
          <p:nvPr/>
        </p:nvSpPr>
        <p:spPr>
          <a:xfrm>
            <a:off x="1333440" y="3952800"/>
            <a:ext cx="57240" cy="57240"/>
          </a:xfrm>
          <a:custGeom>
            <a:avLst/>
            <a:gdLst/>
            <a:ahLst/>
            <a:cxnLst/>
            <a:rect l="0" t="0" r="r" b="b"/>
            <a:pathLst>
              <a:path w="159" h="159">
                <a:moveTo>
                  <a:pt x="159" y="80"/>
                </a:moveTo>
                <a:cubicBezTo>
                  <a:pt x="159" y="91"/>
                  <a:pt x="157" y="101"/>
                  <a:pt x="153" y="110"/>
                </a:cubicBezTo>
                <a:cubicBezTo>
                  <a:pt x="149" y="120"/>
                  <a:pt x="144" y="129"/>
                  <a:pt x="136" y="136"/>
                </a:cubicBezTo>
                <a:cubicBezTo>
                  <a:pt x="129" y="144"/>
                  <a:pt x="120" y="149"/>
                  <a:pt x="110" y="153"/>
                </a:cubicBezTo>
                <a:cubicBezTo>
                  <a:pt x="101" y="157"/>
                  <a:pt x="91" y="159"/>
                  <a:pt x="80" y="159"/>
                </a:cubicBezTo>
                <a:cubicBezTo>
                  <a:pt x="70" y="159"/>
                  <a:pt x="59" y="157"/>
                  <a:pt x="50" y="153"/>
                </a:cubicBezTo>
                <a:cubicBezTo>
                  <a:pt x="40" y="149"/>
                  <a:pt x="31" y="144"/>
                  <a:pt x="24" y="136"/>
                </a:cubicBezTo>
                <a:cubicBezTo>
                  <a:pt x="16" y="129"/>
                  <a:pt x="11" y="120"/>
                  <a:pt x="6" y="110"/>
                </a:cubicBezTo>
                <a:cubicBezTo>
                  <a:pt x="2" y="101"/>
                  <a:pt x="0" y="91"/>
                  <a:pt x="0" y="80"/>
                </a:cubicBezTo>
                <a:cubicBezTo>
                  <a:pt x="0" y="70"/>
                  <a:pt x="2" y="59"/>
                  <a:pt x="6" y="50"/>
                </a:cubicBezTo>
                <a:cubicBezTo>
                  <a:pt x="11" y="40"/>
                  <a:pt x="16" y="31"/>
                  <a:pt x="24" y="24"/>
                </a:cubicBezTo>
                <a:cubicBezTo>
                  <a:pt x="31" y="17"/>
                  <a:pt x="40" y="11"/>
                  <a:pt x="50" y="7"/>
                </a:cubicBezTo>
                <a:cubicBezTo>
                  <a:pt x="59" y="3"/>
                  <a:pt x="70" y="0"/>
                  <a:pt x="80" y="0"/>
                </a:cubicBezTo>
                <a:cubicBezTo>
                  <a:pt x="91" y="0"/>
                  <a:pt x="101" y="3"/>
                  <a:pt x="110" y="7"/>
                </a:cubicBezTo>
                <a:cubicBezTo>
                  <a:pt x="120" y="11"/>
                  <a:pt x="129" y="17"/>
                  <a:pt x="136" y="24"/>
                </a:cubicBezTo>
                <a:cubicBezTo>
                  <a:pt x="144" y="31"/>
                  <a:pt x="149" y="40"/>
                  <a:pt x="153" y="50"/>
                </a:cubicBezTo>
                <a:cubicBezTo>
                  <a:pt x="157" y="59"/>
                  <a:pt x="159" y="70"/>
                  <a:pt x="159" y="80"/>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602" name="TextBox 601"/>
          <p:cNvSpPr txBox="1"/>
          <p:nvPr/>
        </p:nvSpPr>
        <p:spPr>
          <a:xfrm>
            <a:off x="1509840" y="3512520"/>
            <a:ext cx="4410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ORM</a:t>
            </a:r>
            <a:endParaRPr lang="en-GB" sz="1500" b="0" u="none" strike="noStrike">
              <a:solidFill>
                <a:srgbClr val="000000"/>
              </a:solidFill>
              <a:effectLst/>
              <a:uFillTx/>
              <a:latin typeface="Times New Roman"/>
            </a:endParaRPr>
          </a:p>
        </p:txBody>
      </p:sp>
      <p:sp>
        <p:nvSpPr>
          <p:cNvPr id="603" name="Freeform: Shape 602"/>
          <p:cNvSpPr/>
          <p:nvPr/>
        </p:nvSpPr>
        <p:spPr>
          <a:xfrm>
            <a:off x="1333440" y="4305240"/>
            <a:ext cx="57240" cy="57240"/>
          </a:xfrm>
          <a:custGeom>
            <a:avLst/>
            <a:gdLst/>
            <a:ahLst/>
            <a:cxnLst/>
            <a:rect l="0" t="0" r="r" b="b"/>
            <a:pathLst>
              <a:path w="159" h="159">
                <a:moveTo>
                  <a:pt x="159" y="79"/>
                </a:moveTo>
                <a:cubicBezTo>
                  <a:pt x="159" y="90"/>
                  <a:pt x="157" y="100"/>
                  <a:pt x="153" y="109"/>
                </a:cubicBezTo>
                <a:cubicBezTo>
                  <a:pt x="149" y="119"/>
                  <a:pt x="144" y="129"/>
                  <a:pt x="136" y="136"/>
                </a:cubicBezTo>
                <a:cubicBezTo>
                  <a:pt x="129" y="144"/>
                  <a:pt x="120" y="149"/>
                  <a:pt x="110" y="153"/>
                </a:cubicBezTo>
                <a:cubicBezTo>
                  <a:pt x="101" y="157"/>
                  <a:pt x="91" y="159"/>
                  <a:pt x="80" y="159"/>
                </a:cubicBezTo>
                <a:cubicBezTo>
                  <a:pt x="70" y="159"/>
                  <a:pt x="59" y="157"/>
                  <a:pt x="50" y="153"/>
                </a:cubicBezTo>
                <a:cubicBezTo>
                  <a:pt x="40" y="149"/>
                  <a:pt x="31" y="144"/>
                  <a:pt x="24" y="136"/>
                </a:cubicBezTo>
                <a:cubicBezTo>
                  <a:pt x="16" y="129"/>
                  <a:pt x="11" y="119"/>
                  <a:pt x="6" y="109"/>
                </a:cubicBezTo>
                <a:cubicBezTo>
                  <a:pt x="2" y="100"/>
                  <a:pt x="0" y="90"/>
                  <a:pt x="0" y="79"/>
                </a:cubicBezTo>
                <a:cubicBezTo>
                  <a:pt x="0" y="69"/>
                  <a:pt x="2" y="58"/>
                  <a:pt x="6" y="49"/>
                </a:cubicBezTo>
                <a:cubicBezTo>
                  <a:pt x="11" y="39"/>
                  <a:pt x="16" y="30"/>
                  <a:pt x="24" y="23"/>
                </a:cubicBezTo>
                <a:cubicBezTo>
                  <a:pt x="31" y="15"/>
                  <a:pt x="40" y="10"/>
                  <a:pt x="50" y="6"/>
                </a:cubicBezTo>
                <a:cubicBezTo>
                  <a:pt x="59" y="2"/>
                  <a:pt x="70" y="0"/>
                  <a:pt x="80" y="0"/>
                </a:cubicBezTo>
                <a:cubicBezTo>
                  <a:pt x="91" y="0"/>
                  <a:pt x="101" y="2"/>
                  <a:pt x="110" y="6"/>
                </a:cubicBezTo>
                <a:cubicBezTo>
                  <a:pt x="120" y="10"/>
                  <a:pt x="129" y="15"/>
                  <a:pt x="136" y="23"/>
                </a:cubicBezTo>
                <a:cubicBezTo>
                  <a:pt x="144" y="30"/>
                  <a:pt x="149" y="39"/>
                  <a:pt x="153" y="49"/>
                </a:cubicBezTo>
                <a:cubicBezTo>
                  <a:pt x="157" y="58"/>
                  <a:pt x="159" y="69"/>
                  <a:pt x="159" y="79"/>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604" name="TextBox 603"/>
          <p:cNvSpPr txBox="1"/>
          <p:nvPr/>
        </p:nvSpPr>
        <p:spPr>
          <a:xfrm>
            <a:off x="1509840" y="3874680"/>
            <a:ext cx="22399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Django REST Framework</a:t>
            </a:r>
            <a:endParaRPr lang="en-GB" sz="1500" b="0" u="none" strike="noStrike">
              <a:solidFill>
                <a:srgbClr val="000000"/>
              </a:solidFill>
              <a:effectLst/>
              <a:uFillTx/>
              <a:latin typeface="Times New Roman"/>
            </a:endParaRPr>
          </a:p>
        </p:txBody>
      </p:sp>
      <p:sp>
        <p:nvSpPr>
          <p:cNvPr id="605" name="Freeform: Shape 604"/>
          <p:cNvSpPr/>
          <p:nvPr/>
        </p:nvSpPr>
        <p:spPr>
          <a:xfrm>
            <a:off x="1333440" y="4667040"/>
            <a:ext cx="57240" cy="57600"/>
          </a:xfrm>
          <a:custGeom>
            <a:avLst/>
            <a:gdLst/>
            <a:ahLst/>
            <a:cxnLst/>
            <a:rect l="0" t="0" r="r" b="b"/>
            <a:pathLst>
              <a:path w="159" h="160">
                <a:moveTo>
                  <a:pt x="159" y="80"/>
                </a:moveTo>
                <a:cubicBezTo>
                  <a:pt x="159" y="91"/>
                  <a:pt x="157" y="101"/>
                  <a:pt x="153" y="111"/>
                </a:cubicBezTo>
                <a:cubicBezTo>
                  <a:pt x="149" y="121"/>
                  <a:pt x="144" y="129"/>
                  <a:pt x="136" y="137"/>
                </a:cubicBezTo>
                <a:cubicBezTo>
                  <a:pt x="129" y="144"/>
                  <a:pt x="120" y="150"/>
                  <a:pt x="110" y="154"/>
                </a:cubicBezTo>
                <a:cubicBezTo>
                  <a:pt x="101" y="158"/>
                  <a:pt x="91" y="160"/>
                  <a:pt x="80" y="160"/>
                </a:cubicBezTo>
                <a:cubicBezTo>
                  <a:pt x="70" y="160"/>
                  <a:pt x="59" y="158"/>
                  <a:pt x="50" y="154"/>
                </a:cubicBezTo>
                <a:cubicBezTo>
                  <a:pt x="40" y="150"/>
                  <a:pt x="31" y="144"/>
                  <a:pt x="24" y="137"/>
                </a:cubicBezTo>
                <a:cubicBezTo>
                  <a:pt x="16" y="129"/>
                  <a:pt x="11" y="121"/>
                  <a:pt x="6" y="111"/>
                </a:cubicBezTo>
                <a:cubicBezTo>
                  <a:pt x="2" y="101"/>
                  <a:pt x="0" y="91"/>
                  <a:pt x="0" y="80"/>
                </a:cubicBezTo>
                <a:cubicBezTo>
                  <a:pt x="0" y="69"/>
                  <a:pt x="2" y="59"/>
                  <a:pt x="6" y="49"/>
                </a:cubicBezTo>
                <a:cubicBezTo>
                  <a:pt x="11" y="39"/>
                  <a:pt x="16" y="31"/>
                  <a:pt x="24" y="23"/>
                </a:cubicBezTo>
                <a:cubicBezTo>
                  <a:pt x="31" y="16"/>
                  <a:pt x="40" y="10"/>
                  <a:pt x="50" y="6"/>
                </a:cubicBezTo>
                <a:cubicBezTo>
                  <a:pt x="59" y="2"/>
                  <a:pt x="70" y="0"/>
                  <a:pt x="80" y="0"/>
                </a:cubicBezTo>
                <a:cubicBezTo>
                  <a:pt x="91" y="0"/>
                  <a:pt x="101" y="2"/>
                  <a:pt x="110" y="6"/>
                </a:cubicBezTo>
                <a:cubicBezTo>
                  <a:pt x="120" y="10"/>
                  <a:pt x="129" y="16"/>
                  <a:pt x="136" y="23"/>
                </a:cubicBezTo>
                <a:cubicBezTo>
                  <a:pt x="144" y="31"/>
                  <a:pt x="149" y="39"/>
                  <a:pt x="153" y="49"/>
                </a:cubicBezTo>
                <a:cubicBezTo>
                  <a:pt x="157" y="59"/>
                  <a:pt x="159" y="69"/>
                  <a:pt x="159" y="80"/>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606" name="TextBox 605"/>
          <p:cNvSpPr txBox="1"/>
          <p:nvPr/>
        </p:nvSpPr>
        <p:spPr>
          <a:xfrm>
            <a:off x="1509840" y="4227120"/>
            <a:ext cx="17758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JWT Authentication</a:t>
            </a:r>
            <a:endParaRPr lang="en-GB" sz="1500" b="0" u="none" strike="noStrike">
              <a:solidFill>
                <a:srgbClr val="000000"/>
              </a:solidFill>
              <a:effectLst/>
              <a:uFillTx/>
              <a:latin typeface="Times New Roman"/>
            </a:endParaRPr>
          </a:p>
        </p:txBody>
      </p:sp>
      <p:sp>
        <p:nvSpPr>
          <p:cNvPr id="607" name="Freeform: Shape 606"/>
          <p:cNvSpPr/>
          <p:nvPr/>
        </p:nvSpPr>
        <p:spPr>
          <a:xfrm>
            <a:off x="952200" y="5019480"/>
            <a:ext cx="57600" cy="57600"/>
          </a:xfrm>
          <a:custGeom>
            <a:avLst/>
            <a:gdLst/>
            <a:ahLst/>
            <a:cxnLst/>
            <a:rect l="0" t="0" r="r" b="b"/>
            <a:pathLst>
              <a:path w="160" h="160">
                <a:moveTo>
                  <a:pt x="160" y="80"/>
                </a:moveTo>
                <a:cubicBezTo>
                  <a:pt x="160" y="91"/>
                  <a:pt x="158" y="101"/>
                  <a:pt x="154" y="111"/>
                </a:cubicBezTo>
                <a:cubicBezTo>
                  <a:pt x="150" y="121"/>
                  <a:pt x="144" y="129"/>
                  <a:pt x="137" y="137"/>
                </a:cubicBezTo>
                <a:cubicBezTo>
                  <a:pt x="129" y="144"/>
                  <a:pt x="121" y="150"/>
                  <a:pt x="110" y="154"/>
                </a:cubicBezTo>
                <a:cubicBezTo>
                  <a:pt x="100" y="158"/>
                  <a:pt x="90" y="160"/>
                  <a:pt x="80" y="160"/>
                </a:cubicBezTo>
                <a:cubicBezTo>
                  <a:pt x="69" y="160"/>
                  <a:pt x="59" y="158"/>
                  <a:pt x="49" y="154"/>
                </a:cubicBezTo>
                <a:cubicBezTo>
                  <a:pt x="40" y="150"/>
                  <a:pt x="31" y="144"/>
                  <a:pt x="24" y="137"/>
                </a:cubicBezTo>
                <a:cubicBezTo>
                  <a:pt x="16" y="129"/>
                  <a:pt x="10" y="121"/>
                  <a:pt x="6" y="111"/>
                </a:cubicBezTo>
                <a:cubicBezTo>
                  <a:pt x="2" y="101"/>
                  <a:pt x="0" y="91"/>
                  <a:pt x="0" y="80"/>
                </a:cubicBezTo>
                <a:cubicBezTo>
                  <a:pt x="0" y="70"/>
                  <a:pt x="2" y="60"/>
                  <a:pt x="6" y="50"/>
                </a:cubicBezTo>
                <a:cubicBezTo>
                  <a:pt x="10" y="39"/>
                  <a:pt x="16" y="31"/>
                  <a:pt x="24" y="23"/>
                </a:cubicBezTo>
                <a:cubicBezTo>
                  <a:pt x="31" y="16"/>
                  <a:pt x="40" y="10"/>
                  <a:pt x="49" y="6"/>
                </a:cubicBezTo>
                <a:cubicBezTo>
                  <a:pt x="59" y="2"/>
                  <a:pt x="69" y="0"/>
                  <a:pt x="80" y="0"/>
                </a:cubicBezTo>
                <a:cubicBezTo>
                  <a:pt x="90" y="0"/>
                  <a:pt x="100" y="2"/>
                  <a:pt x="110" y="6"/>
                </a:cubicBezTo>
                <a:cubicBezTo>
                  <a:pt x="121" y="10"/>
                  <a:pt x="129" y="16"/>
                  <a:pt x="137" y="23"/>
                </a:cubicBezTo>
                <a:cubicBezTo>
                  <a:pt x="144" y="31"/>
                  <a:pt x="150" y="39"/>
                  <a:pt x="154" y="50"/>
                </a:cubicBezTo>
                <a:cubicBezTo>
                  <a:pt x="158" y="60"/>
                  <a:pt x="160" y="70"/>
                  <a:pt x="160" y="80"/>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608" name="TextBox 607"/>
          <p:cNvSpPr txBox="1"/>
          <p:nvPr/>
        </p:nvSpPr>
        <p:spPr>
          <a:xfrm>
            <a:off x="1509840" y="4568400"/>
            <a:ext cx="21088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CORS, CSRF protection</a:t>
            </a:r>
            <a:endParaRPr lang="en-GB" sz="1500" b="0" u="none" strike="noStrike">
              <a:solidFill>
                <a:srgbClr val="000000"/>
              </a:solidFill>
              <a:effectLst/>
              <a:uFillTx/>
              <a:latin typeface="Times New Roman"/>
            </a:endParaRPr>
          </a:p>
        </p:txBody>
      </p:sp>
      <p:sp>
        <p:nvSpPr>
          <p:cNvPr id="609" name="Freeform: Shape 608"/>
          <p:cNvSpPr/>
          <p:nvPr/>
        </p:nvSpPr>
        <p:spPr>
          <a:xfrm>
            <a:off x="952200" y="5371920"/>
            <a:ext cx="57600" cy="57600"/>
          </a:xfrm>
          <a:custGeom>
            <a:avLst/>
            <a:gdLst/>
            <a:ahLst/>
            <a:cxnLst/>
            <a:rect l="0" t="0" r="r" b="b"/>
            <a:pathLst>
              <a:path w="160" h="160">
                <a:moveTo>
                  <a:pt x="160" y="80"/>
                </a:moveTo>
                <a:cubicBezTo>
                  <a:pt x="160" y="91"/>
                  <a:pt x="158" y="101"/>
                  <a:pt x="154" y="111"/>
                </a:cubicBezTo>
                <a:cubicBezTo>
                  <a:pt x="150" y="120"/>
                  <a:pt x="144" y="129"/>
                  <a:pt x="137" y="137"/>
                </a:cubicBezTo>
                <a:cubicBezTo>
                  <a:pt x="129" y="144"/>
                  <a:pt x="121" y="150"/>
                  <a:pt x="110" y="154"/>
                </a:cubicBezTo>
                <a:cubicBezTo>
                  <a:pt x="100" y="158"/>
                  <a:pt x="90" y="160"/>
                  <a:pt x="80" y="160"/>
                </a:cubicBezTo>
                <a:cubicBezTo>
                  <a:pt x="69" y="160"/>
                  <a:pt x="59" y="158"/>
                  <a:pt x="49" y="154"/>
                </a:cubicBezTo>
                <a:cubicBezTo>
                  <a:pt x="40" y="150"/>
                  <a:pt x="31" y="144"/>
                  <a:pt x="24" y="137"/>
                </a:cubicBezTo>
                <a:cubicBezTo>
                  <a:pt x="16" y="129"/>
                  <a:pt x="10" y="120"/>
                  <a:pt x="6" y="111"/>
                </a:cubicBezTo>
                <a:cubicBezTo>
                  <a:pt x="2" y="101"/>
                  <a:pt x="0" y="91"/>
                  <a:pt x="0" y="80"/>
                </a:cubicBezTo>
                <a:cubicBezTo>
                  <a:pt x="0" y="70"/>
                  <a:pt x="2" y="60"/>
                  <a:pt x="6" y="50"/>
                </a:cubicBezTo>
                <a:cubicBezTo>
                  <a:pt x="10" y="40"/>
                  <a:pt x="16" y="32"/>
                  <a:pt x="24" y="24"/>
                </a:cubicBezTo>
                <a:cubicBezTo>
                  <a:pt x="31" y="17"/>
                  <a:pt x="40" y="11"/>
                  <a:pt x="49" y="6"/>
                </a:cubicBezTo>
                <a:cubicBezTo>
                  <a:pt x="59" y="2"/>
                  <a:pt x="69" y="0"/>
                  <a:pt x="80" y="0"/>
                </a:cubicBezTo>
                <a:cubicBezTo>
                  <a:pt x="90" y="0"/>
                  <a:pt x="100" y="2"/>
                  <a:pt x="110" y="6"/>
                </a:cubicBezTo>
                <a:cubicBezTo>
                  <a:pt x="121" y="11"/>
                  <a:pt x="129" y="17"/>
                  <a:pt x="137" y="24"/>
                </a:cubicBezTo>
                <a:cubicBezTo>
                  <a:pt x="144" y="32"/>
                  <a:pt x="150" y="40"/>
                  <a:pt x="154" y="50"/>
                </a:cubicBezTo>
                <a:cubicBezTo>
                  <a:pt x="158" y="60"/>
                  <a:pt x="160" y="70"/>
                  <a:pt x="160" y="80"/>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610" name="TextBox 609"/>
          <p:cNvSpPr txBox="1"/>
          <p:nvPr/>
        </p:nvSpPr>
        <p:spPr>
          <a:xfrm>
            <a:off x="1128600" y="4920840"/>
            <a:ext cx="24894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GraphQL (Administrate API)</a:t>
            </a:r>
            <a:endParaRPr lang="en-GB" sz="1500" b="0" u="none" strike="noStrike">
              <a:solidFill>
                <a:srgbClr val="000000"/>
              </a:solidFill>
              <a:effectLst/>
              <a:uFillTx/>
              <a:latin typeface="Times New Roman"/>
            </a:endParaRPr>
          </a:p>
        </p:txBody>
      </p:sp>
      <p:sp>
        <p:nvSpPr>
          <p:cNvPr id="611" name="Freeform: Shape 610"/>
          <p:cNvSpPr/>
          <p:nvPr/>
        </p:nvSpPr>
        <p:spPr>
          <a:xfrm>
            <a:off x="952200" y="5733720"/>
            <a:ext cx="57600" cy="57600"/>
          </a:xfrm>
          <a:custGeom>
            <a:avLst/>
            <a:gdLst/>
            <a:ahLst/>
            <a:cxnLst/>
            <a:rect l="0" t="0" r="r" b="b"/>
            <a:pathLst>
              <a:path w="160" h="160">
                <a:moveTo>
                  <a:pt x="160" y="80"/>
                </a:moveTo>
                <a:cubicBezTo>
                  <a:pt x="160" y="90"/>
                  <a:pt x="158" y="100"/>
                  <a:pt x="154" y="111"/>
                </a:cubicBezTo>
                <a:cubicBezTo>
                  <a:pt x="150" y="121"/>
                  <a:pt x="144" y="129"/>
                  <a:pt x="137" y="137"/>
                </a:cubicBezTo>
                <a:cubicBezTo>
                  <a:pt x="129" y="144"/>
                  <a:pt x="121" y="150"/>
                  <a:pt x="110" y="154"/>
                </a:cubicBezTo>
                <a:cubicBezTo>
                  <a:pt x="100" y="158"/>
                  <a:pt x="90" y="160"/>
                  <a:pt x="80" y="160"/>
                </a:cubicBezTo>
                <a:cubicBezTo>
                  <a:pt x="69" y="160"/>
                  <a:pt x="59" y="158"/>
                  <a:pt x="49" y="154"/>
                </a:cubicBezTo>
                <a:cubicBezTo>
                  <a:pt x="40" y="150"/>
                  <a:pt x="31" y="144"/>
                  <a:pt x="24" y="137"/>
                </a:cubicBezTo>
                <a:cubicBezTo>
                  <a:pt x="16" y="129"/>
                  <a:pt x="10" y="121"/>
                  <a:pt x="6" y="111"/>
                </a:cubicBezTo>
                <a:cubicBezTo>
                  <a:pt x="2" y="100"/>
                  <a:pt x="0" y="90"/>
                  <a:pt x="0" y="80"/>
                </a:cubicBezTo>
                <a:cubicBezTo>
                  <a:pt x="0" y="69"/>
                  <a:pt x="2" y="59"/>
                  <a:pt x="6" y="49"/>
                </a:cubicBezTo>
                <a:cubicBezTo>
                  <a:pt x="10" y="40"/>
                  <a:pt x="16" y="31"/>
                  <a:pt x="24" y="24"/>
                </a:cubicBezTo>
                <a:cubicBezTo>
                  <a:pt x="31" y="16"/>
                  <a:pt x="40" y="10"/>
                  <a:pt x="49" y="6"/>
                </a:cubicBezTo>
                <a:cubicBezTo>
                  <a:pt x="59" y="2"/>
                  <a:pt x="69" y="0"/>
                  <a:pt x="80" y="0"/>
                </a:cubicBezTo>
                <a:cubicBezTo>
                  <a:pt x="90" y="0"/>
                  <a:pt x="100" y="2"/>
                  <a:pt x="110" y="6"/>
                </a:cubicBezTo>
                <a:cubicBezTo>
                  <a:pt x="121" y="10"/>
                  <a:pt x="129" y="16"/>
                  <a:pt x="137" y="24"/>
                </a:cubicBezTo>
                <a:cubicBezTo>
                  <a:pt x="144" y="31"/>
                  <a:pt x="150" y="40"/>
                  <a:pt x="154" y="49"/>
                </a:cubicBezTo>
                <a:cubicBezTo>
                  <a:pt x="158" y="59"/>
                  <a:pt x="160" y="69"/>
                  <a:pt x="160" y="80"/>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612" name="TextBox 611"/>
          <p:cNvSpPr txBox="1"/>
          <p:nvPr/>
        </p:nvSpPr>
        <p:spPr>
          <a:xfrm>
            <a:off x="1128600" y="5273280"/>
            <a:ext cx="21718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MJML (Email templates)</a:t>
            </a:r>
            <a:endParaRPr lang="en-GB" sz="1500" b="0" u="none" strike="noStrike">
              <a:solidFill>
                <a:srgbClr val="000000"/>
              </a:solidFill>
              <a:effectLst/>
              <a:uFillTx/>
              <a:latin typeface="Times New Roman"/>
            </a:endParaRPr>
          </a:p>
        </p:txBody>
      </p:sp>
      <p:sp>
        <p:nvSpPr>
          <p:cNvPr id="613" name="TextBox 612"/>
          <p:cNvSpPr txBox="1"/>
          <p:nvPr/>
        </p:nvSpPr>
        <p:spPr>
          <a:xfrm>
            <a:off x="1128600" y="5635080"/>
            <a:ext cx="22798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JsonLogic (Rules engine)</a:t>
            </a:r>
            <a:endParaRPr lang="en-GB" sz="1500" b="0" u="none" strike="noStrike">
              <a:solidFill>
                <a:srgbClr val="000000"/>
              </a:solidFill>
              <a:effectLst/>
              <a:uFillTx/>
              <a:latin typeface="Times New Roman"/>
            </a:endParaRPr>
          </a:p>
        </p:txBody>
      </p:sp>
      <p:sp>
        <p:nvSpPr>
          <p:cNvPr id="614" name="Freeform: Shape 613"/>
          <p:cNvSpPr/>
          <p:nvPr/>
        </p:nvSpPr>
        <p:spPr>
          <a:xfrm>
            <a:off x="6391080" y="2009520"/>
            <a:ext cx="57600" cy="57600"/>
          </a:xfrm>
          <a:custGeom>
            <a:avLst/>
            <a:gdLst/>
            <a:ahLst/>
            <a:cxn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1" y="160"/>
                  <a:pt x="80" y="160"/>
                </a:cubicBezTo>
                <a:cubicBezTo>
                  <a:pt x="70" y="160"/>
                  <a:pt x="60" y="158"/>
                  <a:pt x="50" y="154"/>
                </a:cubicBezTo>
                <a:cubicBezTo>
                  <a:pt x="40" y="150"/>
                  <a:pt x="32" y="144"/>
                  <a:pt x="24" y="137"/>
                </a:cubicBezTo>
                <a:cubicBezTo>
                  <a:pt x="16" y="129"/>
                  <a:pt x="10" y="121"/>
                  <a:pt x="6" y="111"/>
                </a:cubicBezTo>
                <a:cubicBezTo>
                  <a:pt x="2" y="101"/>
                  <a:pt x="0" y="91"/>
                  <a:pt x="0" y="81"/>
                </a:cubicBezTo>
                <a:cubicBezTo>
                  <a:pt x="0" y="70"/>
                  <a:pt x="2" y="60"/>
                  <a:pt x="6" y="50"/>
                </a:cubicBezTo>
                <a:cubicBezTo>
                  <a:pt x="10" y="40"/>
                  <a:pt x="16" y="32"/>
                  <a:pt x="24" y="23"/>
                </a:cubicBezTo>
                <a:cubicBezTo>
                  <a:pt x="32" y="16"/>
                  <a:pt x="40" y="10"/>
                  <a:pt x="50" y="6"/>
                </a:cubicBezTo>
                <a:cubicBezTo>
                  <a:pt x="60" y="2"/>
                  <a:pt x="70" y="0"/>
                  <a:pt x="80" y="0"/>
                </a:cubicBezTo>
                <a:cubicBezTo>
                  <a:pt x="91" y="0"/>
                  <a:pt x="101" y="2"/>
                  <a:pt x="111" y="6"/>
                </a:cubicBezTo>
                <a:cubicBezTo>
                  <a:pt x="121" y="10"/>
                  <a:pt x="129" y="16"/>
                  <a:pt x="137" y="23"/>
                </a:cubicBezTo>
                <a:cubicBezTo>
                  <a:pt x="144" y="32"/>
                  <a:pt x="150" y="40"/>
                  <a:pt x="154" y="50"/>
                </a:cubicBezTo>
                <a:cubicBezTo>
                  <a:pt x="158" y="60"/>
                  <a:pt x="160" y="70"/>
                  <a:pt x="160" y="81"/>
                </a:cubicBezTo>
                <a:close/>
              </a:path>
            </a:pathLst>
          </a:custGeom>
          <a:solidFill>
            <a:srgbClr val="2F2F2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615" name="TextBox 614"/>
          <p:cNvSpPr txBox="1"/>
          <p:nvPr/>
        </p:nvSpPr>
        <p:spPr>
          <a:xfrm>
            <a:off x="6191280" y="1494720"/>
            <a:ext cx="869040" cy="230400"/>
          </a:xfrm>
          <a:prstGeom prst="rect">
            <a:avLst/>
          </a:prstGeom>
          <a:noFill/>
          <a:ln w="0">
            <a:noFill/>
          </a:ln>
        </p:spPr>
        <p:txBody>
          <a:bodyPr wrap="none" lIns="0" tIns="0" rIns="0" bIns="0" anchor="t">
            <a:spAutoFit/>
          </a:bodyPr>
          <a:lstStyle/>
          <a:p>
            <a:r>
              <a:rPr lang="en-GB" sz="1500" b="0" u="none" strike="noStrike" dirty="0">
                <a:solidFill>
                  <a:srgbClr val="2F2F2F"/>
                </a:solidFill>
                <a:effectLst/>
                <a:uFillTx/>
                <a:latin typeface="Inter"/>
                <a:ea typeface="Inter"/>
              </a:rPr>
              <a:t>Frontend:</a:t>
            </a:r>
            <a:endParaRPr lang="en-GB" sz="1500" b="0" u="none" strike="noStrike" dirty="0">
              <a:solidFill>
                <a:srgbClr val="000000"/>
              </a:solidFill>
              <a:effectLst/>
              <a:uFillTx/>
              <a:latin typeface="Times New Roman"/>
            </a:endParaRPr>
          </a:p>
        </p:txBody>
      </p:sp>
      <p:sp>
        <p:nvSpPr>
          <p:cNvPr id="616" name="Freeform: Shape 615"/>
          <p:cNvSpPr/>
          <p:nvPr/>
        </p:nvSpPr>
        <p:spPr>
          <a:xfrm>
            <a:off x="6771960" y="2314440"/>
            <a:ext cx="57600" cy="57600"/>
          </a:xfrm>
          <a:custGeom>
            <a:avLst/>
            <a:gdLst/>
            <a:ahLst/>
            <a:cxnLst/>
            <a:rect l="0" t="0" r="r" b="b"/>
            <a:pathLst>
              <a:path w="160" h="160">
                <a:moveTo>
                  <a:pt x="160" y="79"/>
                </a:moveTo>
                <a:cubicBezTo>
                  <a:pt x="160" y="90"/>
                  <a:pt x="158" y="100"/>
                  <a:pt x="154" y="110"/>
                </a:cubicBezTo>
                <a:cubicBezTo>
                  <a:pt x="150" y="119"/>
                  <a:pt x="144" y="129"/>
                  <a:pt x="137" y="136"/>
                </a:cubicBezTo>
                <a:cubicBezTo>
                  <a:pt x="129" y="144"/>
                  <a:pt x="121" y="150"/>
                  <a:pt x="111" y="154"/>
                </a:cubicBezTo>
                <a:cubicBezTo>
                  <a:pt x="101" y="158"/>
                  <a:pt x="91" y="160"/>
                  <a:pt x="81" y="160"/>
                </a:cubicBezTo>
                <a:cubicBezTo>
                  <a:pt x="69" y="160"/>
                  <a:pt x="59" y="158"/>
                  <a:pt x="49" y="154"/>
                </a:cubicBezTo>
                <a:cubicBezTo>
                  <a:pt x="40" y="150"/>
                  <a:pt x="31" y="144"/>
                  <a:pt x="24" y="136"/>
                </a:cubicBezTo>
                <a:cubicBezTo>
                  <a:pt x="16" y="129"/>
                  <a:pt x="10" y="119"/>
                  <a:pt x="6" y="110"/>
                </a:cubicBezTo>
                <a:cubicBezTo>
                  <a:pt x="2" y="100"/>
                  <a:pt x="0" y="90"/>
                  <a:pt x="0" y="79"/>
                </a:cubicBezTo>
                <a:cubicBezTo>
                  <a:pt x="0" y="69"/>
                  <a:pt x="2" y="59"/>
                  <a:pt x="6" y="49"/>
                </a:cubicBezTo>
                <a:cubicBezTo>
                  <a:pt x="10" y="39"/>
                  <a:pt x="16" y="31"/>
                  <a:pt x="24" y="23"/>
                </a:cubicBezTo>
                <a:cubicBezTo>
                  <a:pt x="31" y="16"/>
                  <a:pt x="40" y="10"/>
                  <a:pt x="49" y="6"/>
                </a:cubicBezTo>
                <a:cubicBezTo>
                  <a:pt x="59" y="2"/>
                  <a:pt x="69" y="0"/>
                  <a:pt x="81" y="0"/>
                </a:cubicBezTo>
                <a:cubicBezTo>
                  <a:pt x="91" y="0"/>
                  <a:pt x="101" y="2"/>
                  <a:pt x="111" y="6"/>
                </a:cubicBezTo>
                <a:cubicBezTo>
                  <a:pt x="121" y="10"/>
                  <a:pt x="129" y="16"/>
                  <a:pt x="137" y="23"/>
                </a:cubicBezTo>
                <a:cubicBezTo>
                  <a:pt x="144" y="31"/>
                  <a:pt x="150" y="39"/>
                  <a:pt x="154" y="49"/>
                </a:cubicBezTo>
                <a:cubicBezTo>
                  <a:pt x="158" y="59"/>
                  <a:pt x="160" y="69"/>
                  <a:pt x="160" y="79"/>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617" name="TextBox 616"/>
          <p:cNvSpPr txBox="1"/>
          <p:nvPr/>
        </p:nvSpPr>
        <p:spPr>
          <a:xfrm>
            <a:off x="6572160" y="1912800"/>
            <a:ext cx="790281" cy="230832"/>
          </a:xfrm>
          <a:prstGeom prst="rect">
            <a:avLst/>
          </a:prstGeom>
          <a:noFill/>
          <a:ln w="0">
            <a:noFill/>
          </a:ln>
        </p:spPr>
        <p:txBody>
          <a:bodyPr wrap="none" lIns="0" tIns="0" rIns="0" bIns="0" anchor="t">
            <a:spAutoFit/>
          </a:bodyPr>
          <a:lstStyle/>
          <a:p>
            <a:r>
              <a:rPr lang="en-GB" sz="1500" b="1" u="none" strike="noStrike" dirty="0">
                <a:solidFill>
                  <a:srgbClr val="2F2F2F"/>
                </a:solidFill>
                <a:effectLst/>
                <a:uFillTx/>
                <a:latin typeface="Inter"/>
                <a:ea typeface="Inter"/>
              </a:rPr>
              <a:t>React 18</a:t>
            </a:r>
            <a:endParaRPr lang="en-GB" sz="1500" b="1" u="none" strike="noStrike" dirty="0">
              <a:solidFill>
                <a:srgbClr val="000000"/>
              </a:solidFill>
              <a:effectLst/>
              <a:uFillTx/>
              <a:latin typeface="Times New Roman"/>
            </a:endParaRPr>
          </a:p>
        </p:txBody>
      </p:sp>
      <p:sp>
        <p:nvSpPr>
          <p:cNvPr id="618" name="Freeform: Shape 617"/>
          <p:cNvSpPr/>
          <p:nvPr/>
        </p:nvSpPr>
        <p:spPr>
          <a:xfrm>
            <a:off x="6771960" y="2676240"/>
            <a:ext cx="57600" cy="57600"/>
          </a:xfrm>
          <a:custGeom>
            <a:avLst/>
            <a:gdLst/>
            <a:ahLst/>
            <a:cxn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1" y="160"/>
                  <a:pt x="81"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69"/>
                  <a:pt x="2" y="59"/>
                  <a:pt x="6" y="49"/>
                </a:cubicBezTo>
                <a:cubicBezTo>
                  <a:pt x="10" y="40"/>
                  <a:pt x="16" y="31"/>
                  <a:pt x="24" y="24"/>
                </a:cubicBezTo>
                <a:cubicBezTo>
                  <a:pt x="31" y="16"/>
                  <a:pt x="40" y="10"/>
                  <a:pt x="49" y="6"/>
                </a:cubicBezTo>
                <a:cubicBezTo>
                  <a:pt x="59" y="2"/>
                  <a:pt x="69" y="0"/>
                  <a:pt x="81" y="0"/>
                </a:cubicBezTo>
                <a:cubicBezTo>
                  <a:pt x="91" y="0"/>
                  <a:pt x="101" y="2"/>
                  <a:pt x="111" y="6"/>
                </a:cubicBezTo>
                <a:cubicBezTo>
                  <a:pt x="121" y="10"/>
                  <a:pt x="129" y="16"/>
                  <a:pt x="137" y="24"/>
                </a:cubicBezTo>
                <a:cubicBezTo>
                  <a:pt x="144" y="31"/>
                  <a:pt x="150" y="40"/>
                  <a:pt x="154" y="49"/>
                </a:cubicBezTo>
                <a:cubicBezTo>
                  <a:pt x="158" y="59"/>
                  <a:pt x="160" y="69"/>
                  <a:pt x="160" y="81"/>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619" name="TextBox 618"/>
          <p:cNvSpPr txBox="1"/>
          <p:nvPr/>
        </p:nvSpPr>
        <p:spPr>
          <a:xfrm>
            <a:off x="6953400" y="2217720"/>
            <a:ext cx="11606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React Router</a:t>
            </a:r>
            <a:endParaRPr lang="en-GB" sz="1500" b="0" u="none" strike="noStrike">
              <a:solidFill>
                <a:srgbClr val="000000"/>
              </a:solidFill>
              <a:effectLst/>
              <a:uFillTx/>
              <a:latin typeface="Times New Roman"/>
            </a:endParaRPr>
          </a:p>
        </p:txBody>
      </p:sp>
      <p:sp>
        <p:nvSpPr>
          <p:cNvPr id="620" name="Freeform: Shape 619"/>
          <p:cNvSpPr/>
          <p:nvPr/>
        </p:nvSpPr>
        <p:spPr>
          <a:xfrm>
            <a:off x="6771960" y="3028680"/>
            <a:ext cx="57600" cy="57600"/>
          </a:xfrm>
          <a:custGeom>
            <a:avLst/>
            <a:gdLst/>
            <a:ahLst/>
            <a:cxn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1" y="160"/>
                  <a:pt x="81"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60"/>
                  <a:pt x="6" y="50"/>
                </a:cubicBezTo>
                <a:cubicBezTo>
                  <a:pt x="10" y="41"/>
                  <a:pt x="16" y="31"/>
                  <a:pt x="24" y="23"/>
                </a:cubicBezTo>
                <a:cubicBezTo>
                  <a:pt x="31" y="16"/>
                  <a:pt x="40" y="10"/>
                  <a:pt x="49" y="6"/>
                </a:cubicBezTo>
                <a:cubicBezTo>
                  <a:pt x="59" y="2"/>
                  <a:pt x="69" y="0"/>
                  <a:pt x="81" y="0"/>
                </a:cubicBezTo>
                <a:cubicBezTo>
                  <a:pt x="91" y="0"/>
                  <a:pt x="101" y="2"/>
                  <a:pt x="111" y="6"/>
                </a:cubicBezTo>
                <a:cubicBezTo>
                  <a:pt x="121" y="10"/>
                  <a:pt x="129" y="16"/>
                  <a:pt x="137" y="23"/>
                </a:cubicBezTo>
                <a:cubicBezTo>
                  <a:pt x="144" y="31"/>
                  <a:pt x="150" y="41"/>
                  <a:pt x="154" y="50"/>
                </a:cubicBezTo>
                <a:cubicBezTo>
                  <a:pt x="158" y="60"/>
                  <a:pt x="160" y="70"/>
                  <a:pt x="160" y="81"/>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621" name="TextBox 620"/>
          <p:cNvSpPr txBox="1"/>
          <p:nvPr/>
        </p:nvSpPr>
        <p:spPr>
          <a:xfrm>
            <a:off x="6953400" y="2579520"/>
            <a:ext cx="11412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React Hooks</a:t>
            </a:r>
            <a:endParaRPr lang="en-GB" sz="1500" b="0" u="none" strike="noStrike">
              <a:solidFill>
                <a:srgbClr val="000000"/>
              </a:solidFill>
              <a:effectLst/>
              <a:uFillTx/>
              <a:latin typeface="Times New Roman"/>
            </a:endParaRPr>
          </a:p>
        </p:txBody>
      </p:sp>
      <p:sp>
        <p:nvSpPr>
          <p:cNvPr id="622" name="Freeform: Shape 621"/>
          <p:cNvSpPr/>
          <p:nvPr/>
        </p:nvSpPr>
        <p:spPr>
          <a:xfrm>
            <a:off x="6771960" y="3381120"/>
            <a:ext cx="57600" cy="57600"/>
          </a:xfrm>
          <a:custGeom>
            <a:avLst/>
            <a:gdLst/>
            <a:ahLst/>
            <a:cxn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1" y="160"/>
                  <a:pt x="81"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60"/>
                  <a:pt x="6" y="50"/>
                </a:cubicBezTo>
                <a:cubicBezTo>
                  <a:pt x="10" y="40"/>
                  <a:pt x="16" y="32"/>
                  <a:pt x="24" y="24"/>
                </a:cubicBezTo>
                <a:cubicBezTo>
                  <a:pt x="31" y="17"/>
                  <a:pt x="40" y="11"/>
                  <a:pt x="49" y="6"/>
                </a:cubicBezTo>
                <a:cubicBezTo>
                  <a:pt x="59" y="2"/>
                  <a:pt x="69" y="0"/>
                  <a:pt x="81" y="0"/>
                </a:cubicBezTo>
                <a:cubicBezTo>
                  <a:pt x="91" y="0"/>
                  <a:pt x="101" y="2"/>
                  <a:pt x="111" y="6"/>
                </a:cubicBezTo>
                <a:cubicBezTo>
                  <a:pt x="121" y="11"/>
                  <a:pt x="129" y="17"/>
                  <a:pt x="137" y="24"/>
                </a:cubicBezTo>
                <a:cubicBezTo>
                  <a:pt x="144" y="32"/>
                  <a:pt x="150" y="40"/>
                  <a:pt x="154" y="50"/>
                </a:cubicBezTo>
                <a:cubicBezTo>
                  <a:pt x="158" y="60"/>
                  <a:pt x="160" y="70"/>
                  <a:pt x="160" y="81"/>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623" name="TextBox 622"/>
          <p:cNvSpPr txBox="1"/>
          <p:nvPr/>
        </p:nvSpPr>
        <p:spPr>
          <a:xfrm>
            <a:off x="6953400" y="2931960"/>
            <a:ext cx="1064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Context API</a:t>
            </a:r>
            <a:endParaRPr lang="en-GB" sz="1500" b="0" u="none" strike="noStrike">
              <a:solidFill>
                <a:srgbClr val="000000"/>
              </a:solidFill>
              <a:effectLst/>
              <a:uFillTx/>
              <a:latin typeface="Times New Roman"/>
            </a:endParaRPr>
          </a:p>
        </p:txBody>
      </p:sp>
      <p:sp>
        <p:nvSpPr>
          <p:cNvPr id="624" name="Freeform: Shape 623"/>
          <p:cNvSpPr/>
          <p:nvPr/>
        </p:nvSpPr>
        <p:spPr>
          <a:xfrm>
            <a:off x="6771960" y="3743280"/>
            <a:ext cx="57600" cy="57240"/>
          </a:xfrm>
          <a:custGeom>
            <a:avLst/>
            <a:gdLst/>
            <a:ahLst/>
            <a:cxnLst/>
            <a:rect l="0" t="0" r="r" b="b"/>
            <a:pathLst>
              <a:path w="160" h="159">
                <a:moveTo>
                  <a:pt x="160" y="79"/>
                </a:moveTo>
                <a:cubicBezTo>
                  <a:pt x="160" y="90"/>
                  <a:pt x="158" y="100"/>
                  <a:pt x="154" y="110"/>
                </a:cubicBezTo>
                <a:cubicBezTo>
                  <a:pt x="150" y="120"/>
                  <a:pt x="144" y="129"/>
                  <a:pt x="137" y="136"/>
                </a:cubicBezTo>
                <a:cubicBezTo>
                  <a:pt x="129" y="144"/>
                  <a:pt x="121" y="149"/>
                  <a:pt x="111" y="153"/>
                </a:cubicBezTo>
                <a:cubicBezTo>
                  <a:pt x="101" y="157"/>
                  <a:pt x="91" y="159"/>
                  <a:pt x="81" y="159"/>
                </a:cubicBezTo>
                <a:cubicBezTo>
                  <a:pt x="69" y="159"/>
                  <a:pt x="59" y="157"/>
                  <a:pt x="49" y="153"/>
                </a:cubicBezTo>
                <a:cubicBezTo>
                  <a:pt x="40" y="149"/>
                  <a:pt x="31" y="144"/>
                  <a:pt x="24" y="136"/>
                </a:cubicBezTo>
                <a:cubicBezTo>
                  <a:pt x="16" y="129"/>
                  <a:pt x="10" y="120"/>
                  <a:pt x="6" y="110"/>
                </a:cubicBezTo>
                <a:cubicBezTo>
                  <a:pt x="2" y="100"/>
                  <a:pt x="0" y="90"/>
                  <a:pt x="0" y="79"/>
                </a:cubicBezTo>
                <a:cubicBezTo>
                  <a:pt x="0" y="68"/>
                  <a:pt x="2" y="58"/>
                  <a:pt x="6" y="49"/>
                </a:cubicBezTo>
                <a:cubicBezTo>
                  <a:pt x="10" y="39"/>
                  <a:pt x="16" y="30"/>
                  <a:pt x="24" y="23"/>
                </a:cubicBezTo>
                <a:cubicBezTo>
                  <a:pt x="31" y="15"/>
                  <a:pt x="40" y="10"/>
                  <a:pt x="49" y="6"/>
                </a:cubicBezTo>
                <a:cubicBezTo>
                  <a:pt x="59" y="2"/>
                  <a:pt x="69" y="0"/>
                  <a:pt x="81" y="0"/>
                </a:cubicBezTo>
                <a:cubicBezTo>
                  <a:pt x="91" y="0"/>
                  <a:pt x="101" y="2"/>
                  <a:pt x="111" y="6"/>
                </a:cubicBezTo>
                <a:cubicBezTo>
                  <a:pt x="121" y="10"/>
                  <a:pt x="129" y="15"/>
                  <a:pt x="137" y="23"/>
                </a:cubicBezTo>
                <a:cubicBezTo>
                  <a:pt x="144" y="30"/>
                  <a:pt x="150" y="39"/>
                  <a:pt x="154" y="49"/>
                </a:cubicBezTo>
                <a:cubicBezTo>
                  <a:pt x="158" y="58"/>
                  <a:pt x="160" y="68"/>
                  <a:pt x="160" y="79"/>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625" name="TextBox 624"/>
          <p:cNvSpPr txBox="1"/>
          <p:nvPr/>
        </p:nvSpPr>
        <p:spPr>
          <a:xfrm>
            <a:off x="6953400" y="3284400"/>
            <a:ext cx="12319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Redux Toolkit</a:t>
            </a:r>
            <a:endParaRPr lang="en-GB" sz="1500" b="0" u="none" strike="noStrike">
              <a:solidFill>
                <a:srgbClr val="000000"/>
              </a:solidFill>
              <a:effectLst/>
              <a:uFillTx/>
              <a:latin typeface="Times New Roman"/>
            </a:endParaRPr>
          </a:p>
        </p:txBody>
      </p:sp>
      <p:sp>
        <p:nvSpPr>
          <p:cNvPr id="626" name="Freeform: Shape 625"/>
          <p:cNvSpPr/>
          <p:nvPr/>
        </p:nvSpPr>
        <p:spPr>
          <a:xfrm>
            <a:off x="6771960" y="4095720"/>
            <a:ext cx="57600" cy="57240"/>
          </a:xfrm>
          <a:custGeom>
            <a:avLst/>
            <a:gdLst/>
            <a:ahLst/>
            <a:cxnLst/>
            <a:rect l="0" t="0" r="r" b="b"/>
            <a:pathLst>
              <a:path w="160" h="159">
                <a:moveTo>
                  <a:pt x="160" y="80"/>
                </a:moveTo>
                <a:cubicBezTo>
                  <a:pt x="160" y="90"/>
                  <a:pt x="158" y="101"/>
                  <a:pt x="154" y="110"/>
                </a:cubicBezTo>
                <a:cubicBezTo>
                  <a:pt x="150" y="120"/>
                  <a:pt x="144" y="129"/>
                  <a:pt x="137" y="136"/>
                </a:cubicBezTo>
                <a:cubicBezTo>
                  <a:pt x="129" y="144"/>
                  <a:pt x="121" y="149"/>
                  <a:pt x="111" y="153"/>
                </a:cubicBezTo>
                <a:cubicBezTo>
                  <a:pt x="101" y="157"/>
                  <a:pt x="91" y="159"/>
                  <a:pt x="81" y="159"/>
                </a:cubicBezTo>
                <a:cubicBezTo>
                  <a:pt x="69" y="159"/>
                  <a:pt x="59" y="157"/>
                  <a:pt x="49" y="153"/>
                </a:cubicBezTo>
                <a:cubicBezTo>
                  <a:pt x="40" y="149"/>
                  <a:pt x="31" y="144"/>
                  <a:pt x="24" y="136"/>
                </a:cubicBezTo>
                <a:cubicBezTo>
                  <a:pt x="16" y="129"/>
                  <a:pt x="10" y="120"/>
                  <a:pt x="6" y="110"/>
                </a:cubicBezTo>
                <a:cubicBezTo>
                  <a:pt x="2" y="101"/>
                  <a:pt x="0" y="90"/>
                  <a:pt x="0" y="80"/>
                </a:cubicBezTo>
                <a:cubicBezTo>
                  <a:pt x="0" y="68"/>
                  <a:pt x="2" y="58"/>
                  <a:pt x="6" y="49"/>
                </a:cubicBezTo>
                <a:cubicBezTo>
                  <a:pt x="10" y="39"/>
                  <a:pt x="16" y="30"/>
                  <a:pt x="24" y="23"/>
                </a:cubicBezTo>
                <a:cubicBezTo>
                  <a:pt x="31" y="15"/>
                  <a:pt x="40" y="10"/>
                  <a:pt x="49" y="6"/>
                </a:cubicBezTo>
                <a:cubicBezTo>
                  <a:pt x="59" y="2"/>
                  <a:pt x="69" y="0"/>
                  <a:pt x="81" y="0"/>
                </a:cubicBezTo>
                <a:cubicBezTo>
                  <a:pt x="91" y="0"/>
                  <a:pt x="101" y="2"/>
                  <a:pt x="111" y="6"/>
                </a:cubicBezTo>
                <a:cubicBezTo>
                  <a:pt x="121" y="10"/>
                  <a:pt x="129" y="15"/>
                  <a:pt x="137" y="23"/>
                </a:cubicBezTo>
                <a:cubicBezTo>
                  <a:pt x="144" y="30"/>
                  <a:pt x="150" y="39"/>
                  <a:pt x="154" y="49"/>
                </a:cubicBezTo>
                <a:cubicBezTo>
                  <a:pt x="158" y="58"/>
                  <a:pt x="160" y="68"/>
                  <a:pt x="160" y="80"/>
                </a:cubicBezTo>
                <a:close/>
              </a:path>
            </a:pathLst>
          </a:custGeom>
          <a:noFill/>
          <a:ln w="9360">
            <a:solidFill>
              <a:srgbClr val="2F2F2F"/>
            </a:solidFill>
            <a:miter/>
          </a:ln>
        </p:spPr>
        <p:txBody>
          <a:bodyPr lIns="4680" tIns="4680" rIns="4680" bIns="4680" anchor="t">
            <a:noAutofit/>
          </a:bodyPr>
          <a:lstStyle/>
          <a:p>
            <a:endParaRPr lang="en-GB" sz="2400" b="0" u="none" strike="noStrike">
              <a:solidFill>
                <a:srgbClr val="000000"/>
              </a:solidFill>
              <a:effectLst/>
              <a:uFillTx/>
              <a:latin typeface="Times New Roman"/>
            </a:endParaRPr>
          </a:p>
        </p:txBody>
      </p:sp>
      <p:sp>
        <p:nvSpPr>
          <p:cNvPr id="627" name="TextBox 626"/>
          <p:cNvSpPr txBox="1"/>
          <p:nvPr/>
        </p:nvSpPr>
        <p:spPr>
          <a:xfrm>
            <a:off x="6953400" y="3646200"/>
            <a:ext cx="2917465" cy="230832"/>
          </a:xfrm>
          <a:prstGeom prst="rect">
            <a:avLst/>
          </a:prstGeom>
          <a:noFill/>
          <a:ln w="0">
            <a:noFill/>
          </a:ln>
        </p:spPr>
        <p:txBody>
          <a:bodyPr wrap="none" lIns="0" tIns="0" rIns="0" bIns="0" anchor="t">
            <a:spAutoFit/>
          </a:bodyPr>
          <a:lstStyle/>
          <a:p>
            <a:r>
              <a:rPr lang="en-GB" sz="1500" b="1" u="none" strike="noStrike" dirty="0">
                <a:solidFill>
                  <a:srgbClr val="2F2F2F"/>
                </a:solidFill>
                <a:effectLst/>
                <a:uFillTx/>
                <a:latin typeface="Inter"/>
                <a:ea typeface="Inter"/>
              </a:rPr>
              <a:t>Google Material-UI Component</a:t>
            </a:r>
            <a:endParaRPr lang="en-GB" sz="1500" b="1" u="none" strike="noStrike" dirty="0">
              <a:solidFill>
                <a:srgbClr val="000000"/>
              </a:solidFill>
              <a:effectLst/>
              <a:uFillTx/>
              <a:latin typeface="Times New Roman"/>
            </a:endParaRPr>
          </a:p>
        </p:txBody>
      </p:sp>
      <p:sp>
        <p:nvSpPr>
          <p:cNvPr id="628" name="TextBox 627"/>
          <p:cNvSpPr txBox="1"/>
          <p:nvPr/>
        </p:nvSpPr>
        <p:spPr>
          <a:xfrm>
            <a:off x="6953400" y="3998640"/>
            <a:ext cx="497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Axios</a:t>
            </a:r>
            <a:endParaRPr lang="en-GB" sz="1500" b="0" u="none" strike="noStrike">
              <a:solidFill>
                <a:srgbClr val="000000"/>
              </a:solidFill>
              <a:effectLst/>
              <a:uFillTx/>
              <a:latin typeface="Times New Roman"/>
            </a:endParaRPr>
          </a:p>
        </p:txBody>
      </p:sp>
      <p:sp>
        <p:nvSpPr>
          <p:cNvPr id="629" name="TextBox 628"/>
          <p:cNvSpPr txBox="1"/>
          <p:nvPr/>
        </p:nvSpPr>
        <p:spPr>
          <a:xfrm>
            <a:off x="11659680" y="6335280"/>
            <a:ext cx="24732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13</a:t>
            </a:r>
            <a:endParaRPr lang="en-GB" sz="18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9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0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0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0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 grpId="0"/>
      <p:bldP spid="594" grpId="0"/>
      <p:bldP spid="596" grpId="0"/>
      <p:bldP spid="598" grpId="0"/>
      <p:bldP spid="600" grpId="0"/>
      <p:bldP spid="602" grpId="0"/>
      <p:bldP spid="604" grpId="0"/>
      <p:bldP spid="606" grpId="0"/>
      <p:bldP spid="608" grpId="0"/>
      <p:bldP spid="610" grpId="0"/>
      <p:bldP spid="612" grpId="0"/>
      <p:bldP spid="613" grpId="0"/>
      <p:bldP spid="615" grpId="0"/>
      <p:bldP spid="617" grpId="0"/>
      <p:bldP spid="619" grpId="0"/>
      <p:bldP spid="621" grpId="0"/>
      <p:bldP spid="623" grpId="0"/>
      <p:bldP spid="625" grpId="0"/>
      <p:bldP spid="627" grpId="0"/>
      <p:bldP spid="62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 name="Freeform: Shape 62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31" name="Freeform: Shape 63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32" name="Freeform: Shape 63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33" name="Freeform: Shape 632"/>
          <p:cNvSpPr/>
          <p:nvPr/>
        </p:nvSpPr>
        <p:spPr>
          <a:xfrm>
            <a:off x="752400" y="2247840"/>
            <a:ext cx="10696680" cy="3457800"/>
          </a:xfrm>
          <a:custGeom>
            <a:avLst/>
            <a:gdLst/>
            <a:ahLst/>
            <a:cxnLst/>
            <a:rect l="0" t="0" r="r" b="b"/>
            <a:pathLst>
              <a:path w="29713" h="9605">
                <a:moveTo>
                  <a:pt x="0" y="0"/>
                </a:moveTo>
                <a:lnTo>
                  <a:pt x="29713" y="0"/>
                </a:lnTo>
                <a:lnTo>
                  <a:pt x="29713" y="9605"/>
                </a:lnTo>
                <a:lnTo>
                  <a:pt x="0" y="960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34" name="Freeform: Shape 633"/>
          <p:cNvSpPr/>
          <p:nvPr/>
        </p:nvSpPr>
        <p:spPr>
          <a:xfrm>
            <a:off x="752400" y="2247840"/>
            <a:ext cx="2286360" cy="428760"/>
          </a:xfrm>
          <a:custGeom>
            <a:avLst/>
            <a:gdLst/>
            <a:ahLst/>
            <a:cxnLst/>
            <a:rect l="0" t="0" r="r" b="b"/>
            <a:pathLst>
              <a:path w="6351" h="1191">
                <a:moveTo>
                  <a:pt x="0" y="0"/>
                </a:moveTo>
                <a:lnTo>
                  <a:pt x="6351" y="0"/>
                </a:lnTo>
                <a:lnTo>
                  <a:pt x="6351"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35" name="Freeform: Shape 634"/>
          <p:cNvSpPr/>
          <p:nvPr/>
        </p:nvSpPr>
        <p:spPr>
          <a:xfrm>
            <a:off x="3038400" y="2247840"/>
            <a:ext cx="2181600" cy="428760"/>
          </a:xfrm>
          <a:custGeom>
            <a:avLst/>
            <a:gdLst/>
            <a:ahLst/>
            <a:cxnLst/>
            <a:rect l="0" t="0" r="r" b="b"/>
            <a:pathLst>
              <a:path w="6060" h="1191">
                <a:moveTo>
                  <a:pt x="0" y="0"/>
                </a:moveTo>
                <a:lnTo>
                  <a:pt x="6060" y="0"/>
                </a:lnTo>
                <a:lnTo>
                  <a:pt x="6060"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36" name="Freeform: Shape 635"/>
          <p:cNvSpPr/>
          <p:nvPr/>
        </p:nvSpPr>
        <p:spPr>
          <a:xfrm>
            <a:off x="5219640" y="2247840"/>
            <a:ext cx="2057760" cy="428760"/>
          </a:xfrm>
          <a:custGeom>
            <a:avLst/>
            <a:gdLst/>
            <a:ahLst/>
            <a:cxnLst/>
            <a:rect l="0" t="0" r="r" b="b"/>
            <a:pathLst>
              <a:path w="5716" h="1191">
                <a:moveTo>
                  <a:pt x="0" y="0"/>
                </a:moveTo>
                <a:lnTo>
                  <a:pt x="5716" y="0"/>
                </a:lnTo>
                <a:lnTo>
                  <a:pt x="5716"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37" name="Freeform: Shape 636"/>
          <p:cNvSpPr/>
          <p:nvPr/>
        </p:nvSpPr>
        <p:spPr>
          <a:xfrm>
            <a:off x="7277040" y="2247840"/>
            <a:ext cx="2162520" cy="428760"/>
          </a:xfrm>
          <a:custGeom>
            <a:avLst/>
            <a:gdLst/>
            <a:ahLst/>
            <a:cxnLst/>
            <a:rect l="0" t="0" r="r" b="b"/>
            <a:pathLst>
              <a:path w="6007" h="1191">
                <a:moveTo>
                  <a:pt x="0" y="0"/>
                </a:moveTo>
                <a:lnTo>
                  <a:pt x="6007" y="0"/>
                </a:lnTo>
                <a:lnTo>
                  <a:pt x="6007"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38" name="Freeform: Shape 637"/>
          <p:cNvSpPr/>
          <p:nvPr/>
        </p:nvSpPr>
        <p:spPr>
          <a:xfrm>
            <a:off x="9439200" y="2247840"/>
            <a:ext cx="2000520" cy="428760"/>
          </a:xfrm>
          <a:custGeom>
            <a:avLst/>
            <a:gdLst/>
            <a:ahLst/>
            <a:cxnLst/>
            <a:rect l="0" t="0" r="r" b="b"/>
            <a:pathLst>
              <a:path w="5557" h="1191">
                <a:moveTo>
                  <a:pt x="0" y="0"/>
                </a:moveTo>
                <a:lnTo>
                  <a:pt x="5557" y="0"/>
                </a:lnTo>
                <a:lnTo>
                  <a:pt x="5557"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39" name="Freeform: Shape 638"/>
          <p:cNvSpPr/>
          <p:nvPr/>
        </p:nvSpPr>
        <p:spPr>
          <a:xfrm>
            <a:off x="752400" y="2247840"/>
            <a:ext cx="2286360" cy="428760"/>
          </a:xfrm>
          <a:custGeom>
            <a:avLst/>
            <a:gdLst/>
            <a:ahLst/>
            <a:cxnLst/>
            <a:rect l="0" t="0" r="r" b="b"/>
            <a:pathLst>
              <a:path w="6351" h="1191">
                <a:moveTo>
                  <a:pt x="0" y="0"/>
                </a:moveTo>
                <a:lnTo>
                  <a:pt x="6351" y="0"/>
                </a:lnTo>
                <a:lnTo>
                  <a:pt x="6351"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40" name="Freeform: Shape 639"/>
          <p:cNvSpPr/>
          <p:nvPr/>
        </p:nvSpPr>
        <p:spPr>
          <a:xfrm>
            <a:off x="3038400" y="2247840"/>
            <a:ext cx="2181600" cy="428760"/>
          </a:xfrm>
          <a:custGeom>
            <a:avLst/>
            <a:gdLst/>
            <a:ahLst/>
            <a:cxnLst/>
            <a:rect l="0" t="0" r="r" b="b"/>
            <a:pathLst>
              <a:path w="6060" h="1191">
                <a:moveTo>
                  <a:pt x="0" y="0"/>
                </a:moveTo>
                <a:lnTo>
                  <a:pt x="6060" y="0"/>
                </a:lnTo>
                <a:lnTo>
                  <a:pt x="6060"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41" name="Freeform: Shape 640"/>
          <p:cNvSpPr/>
          <p:nvPr/>
        </p:nvSpPr>
        <p:spPr>
          <a:xfrm>
            <a:off x="5219640" y="2247840"/>
            <a:ext cx="2057760" cy="428760"/>
          </a:xfrm>
          <a:custGeom>
            <a:avLst/>
            <a:gdLst/>
            <a:ahLst/>
            <a:cxnLst/>
            <a:rect l="0" t="0" r="r" b="b"/>
            <a:pathLst>
              <a:path w="5716" h="1191">
                <a:moveTo>
                  <a:pt x="0" y="0"/>
                </a:moveTo>
                <a:lnTo>
                  <a:pt x="5716" y="0"/>
                </a:lnTo>
                <a:lnTo>
                  <a:pt x="5716"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42" name="Freeform: Shape 641"/>
          <p:cNvSpPr/>
          <p:nvPr/>
        </p:nvSpPr>
        <p:spPr>
          <a:xfrm>
            <a:off x="7277040" y="2247840"/>
            <a:ext cx="2162520" cy="428760"/>
          </a:xfrm>
          <a:custGeom>
            <a:avLst/>
            <a:gdLst/>
            <a:ahLst/>
            <a:cxnLst/>
            <a:rect l="0" t="0" r="r" b="b"/>
            <a:pathLst>
              <a:path w="6007" h="1191">
                <a:moveTo>
                  <a:pt x="0" y="0"/>
                </a:moveTo>
                <a:lnTo>
                  <a:pt x="6007" y="0"/>
                </a:lnTo>
                <a:lnTo>
                  <a:pt x="6007"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43" name="Freeform: Shape 642"/>
          <p:cNvSpPr/>
          <p:nvPr/>
        </p:nvSpPr>
        <p:spPr>
          <a:xfrm>
            <a:off x="9439200" y="2247840"/>
            <a:ext cx="2000520" cy="428760"/>
          </a:xfrm>
          <a:custGeom>
            <a:avLst/>
            <a:gdLst/>
            <a:ahLst/>
            <a:cxnLst/>
            <a:rect l="0" t="0" r="r" b="b"/>
            <a:pathLst>
              <a:path w="5557" h="1191">
                <a:moveTo>
                  <a:pt x="0" y="0"/>
                </a:moveTo>
                <a:lnTo>
                  <a:pt x="5557" y="0"/>
                </a:lnTo>
                <a:lnTo>
                  <a:pt x="5557"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44" name="Freeform: Shape 643"/>
          <p:cNvSpPr/>
          <p:nvPr/>
        </p:nvSpPr>
        <p:spPr>
          <a:xfrm>
            <a:off x="752400" y="2676240"/>
            <a:ext cx="2286360" cy="438480"/>
          </a:xfrm>
          <a:custGeom>
            <a:avLst/>
            <a:gdLst/>
            <a:ahLst/>
            <a:cxnLst/>
            <a:rect l="0" t="0" r="r" b="b"/>
            <a:pathLst>
              <a:path w="6351" h="1218">
                <a:moveTo>
                  <a:pt x="0" y="0"/>
                </a:moveTo>
                <a:lnTo>
                  <a:pt x="6351" y="0"/>
                </a:lnTo>
                <a:lnTo>
                  <a:pt x="6351"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45" name="Freeform: Shape 644"/>
          <p:cNvSpPr/>
          <p:nvPr/>
        </p:nvSpPr>
        <p:spPr>
          <a:xfrm>
            <a:off x="3038400" y="2676240"/>
            <a:ext cx="2181600" cy="438480"/>
          </a:xfrm>
          <a:custGeom>
            <a:avLst/>
            <a:gdLst/>
            <a:ahLst/>
            <a:cxnLst/>
            <a:rect l="0" t="0" r="r" b="b"/>
            <a:pathLst>
              <a:path w="6060" h="1218">
                <a:moveTo>
                  <a:pt x="0" y="0"/>
                </a:moveTo>
                <a:lnTo>
                  <a:pt x="6060" y="0"/>
                </a:lnTo>
                <a:lnTo>
                  <a:pt x="6060"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46" name="Freeform: Shape 645"/>
          <p:cNvSpPr/>
          <p:nvPr/>
        </p:nvSpPr>
        <p:spPr>
          <a:xfrm>
            <a:off x="5219640" y="2676240"/>
            <a:ext cx="2057760" cy="438480"/>
          </a:xfrm>
          <a:custGeom>
            <a:avLst/>
            <a:gdLst/>
            <a:ahLst/>
            <a:cxnLst/>
            <a:rect l="0" t="0" r="r" b="b"/>
            <a:pathLst>
              <a:path w="5716" h="1218">
                <a:moveTo>
                  <a:pt x="0" y="0"/>
                </a:moveTo>
                <a:lnTo>
                  <a:pt x="5716" y="0"/>
                </a:lnTo>
                <a:lnTo>
                  <a:pt x="5716"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47" name="Freeform: Shape 646"/>
          <p:cNvSpPr/>
          <p:nvPr/>
        </p:nvSpPr>
        <p:spPr>
          <a:xfrm>
            <a:off x="7277040" y="2676240"/>
            <a:ext cx="2162520" cy="438480"/>
          </a:xfrm>
          <a:custGeom>
            <a:avLst/>
            <a:gdLst/>
            <a:ahLst/>
            <a:cxnLst/>
            <a:rect l="0" t="0" r="r" b="b"/>
            <a:pathLst>
              <a:path w="6007" h="1218">
                <a:moveTo>
                  <a:pt x="0" y="0"/>
                </a:moveTo>
                <a:lnTo>
                  <a:pt x="6007" y="0"/>
                </a:lnTo>
                <a:lnTo>
                  <a:pt x="6007"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48" name="Freeform: Shape 647"/>
          <p:cNvSpPr/>
          <p:nvPr/>
        </p:nvSpPr>
        <p:spPr>
          <a:xfrm>
            <a:off x="9439200" y="2676240"/>
            <a:ext cx="2000520" cy="438480"/>
          </a:xfrm>
          <a:custGeom>
            <a:avLst/>
            <a:gdLst/>
            <a:ahLst/>
            <a:cxnLst/>
            <a:rect l="0" t="0" r="r" b="b"/>
            <a:pathLst>
              <a:path w="5557" h="1218">
                <a:moveTo>
                  <a:pt x="0" y="0"/>
                </a:moveTo>
                <a:lnTo>
                  <a:pt x="5557" y="0"/>
                </a:lnTo>
                <a:lnTo>
                  <a:pt x="5557"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49" name="Freeform: Shape 648"/>
          <p:cNvSpPr/>
          <p:nvPr/>
        </p:nvSpPr>
        <p:spPr>
          <a:xfrm>
            <a:off x="752400" y="2676240"/>
            <a:ext cx="2286360" cy="438480"/>
          </a:xfrm>
          <a:custGeom>
            <a:avLst/>
            <a:gdLst/>
            <a:ahLst/>
            <a:cxnLst/>
            <a:rect l="0" t="0" r="r" b="b"/>
            <a:pathLst>
              <a:path w="6351" h="1218">
                <a:moveTo>
                  <a:pt x="0" y="0"/>
                </a:moveTo>
                <a:lnTo>
                  <a:pt x="6351" y="0"/>
                </a:lnTo>
                <a:lnTo>
                  <a:pt x="6351"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50" name="Freeform: Shape 649"/>
          <p:cNvSpPr/>
          <p:nvPr/>
        </p:nvSpPr>
        <p:spPr>
          <a:xfrm>
            <a:off x="3038400" y="2676240"/>
            <a:ext cx="2181600" cy="438480"/>
          </a:xfrm>
          <a:custGeom>
            <a:avLst/>
            <a:gdLst/>
            <a:ahLst/>
            <a:cxnLst/>
            <a:rect l="0" t="0" r="r" b="b"/>
            <a:pathLst>
              <a:path w="6060" h="1218">
                <a:moveTo>
                  <a:pt x="0" y="0"/>
                </a:moveTo>
                <a:lnTo>
                  <a:pt x="6060" y="0"/>
                </a:lnTo>
                <a:lnTo>
                  <a:pt x="6060"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51" name="Freeform: Shape 650"/>
          <p:cNvSpPr/>
          <p:nvPr/>
        </p:nvSpPr>
        <p:spPr>
          <a:xfrm>
            <a:off x="5219640" y="2676240"/>
            <a:ext cx="2057760" cy="438480"/>
          </a:xfrm>
          <a:custGeom>
            <a:avLst/>
            <a:gdLst/>
            <a:ahLst/>
            <a:cxnLst/>
            <a:rect l="0" t="0" r="r" b="b"/>
            <a:pathLst>
              <a:path w="5716" h="1218">
                <a:moveTo>
                  <a:pt x="0" y="0"/>
                </a:moveTo>
                <a:lnTo>
                  <a:pt x="5716" y="0"/>
                </a:lnTo>
                <a:lnTo>
                  <a:pt x="5716"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52" name="Freeform: Shape 651"/>
          <p:cNvSpPr/>
          <p:nvPr/>
        </p:nvSpPr>
        <p:spPr>
          <a:xfrm>
            <a:off x="7277040" y="2676240"/>
            <a:ext cx="2162520" cy="438480"/>
          </a:xfrm>
          <a:custGeom>
            <a:avLst/>
            <a:gdLst/>
            <a:ahLst/>
            <a:cxnLst/>
            <a:rect l="0" t="0" r="r" b="b"/>
            <a:pathLst>
              <a:path w="6007" h="1218">
                <a:moveTo>
                  <a:pt x="0" y="0"/>
                </a:moveTo>
                <a:lnTo>
                  <a:pt x="6007" y="0"/>
                </a:lnTo>
                <a:lnTo>
                  <a:pt x="6007"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53" name="Freeform: Shape 652"/>
          <p:cNvSpPr/>
          <p:nvPr/>
        </p:nvSpPr>
        <p:spPr>
          <a:xfrm>
            <a:off x="9439200" y="2676240"/>
            <a:ext cx="2000520" cy="438480"/>
          </a:xfrm>
          <a:custGeom>
            <a:avLst/>
            <a:gdLst/>
            <a:ahLst/>
            <a:cxnLst/>
            <a:rect l="0" t="0" r="r" b="b"/>
            <a:pathLst>
              <a:path w="5557" h="1218">
                <a:moveTo>
                  <a:pt x="0" y="0"/>
                </a:moveTo>
                <a:lnTo>
                  <a:pt x="5557" y="0"/>
                </a:lnTo>
                <a:lnTo>
                  <a:pt x="5557"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54" name="Freeform: Shape 653"/>
          <p:cNvSpPr/>
          <p:nvPr/>
        </p:nvSpPr>
        <p:spPr>
          <a:xfrm>
            <a:off x="752400" y="3114360"/>
            <a:ext cx="2286360" cy="429120"/>
          </a:xfrm>
          <a:custGeom>
            <a:avLst/>
            <a:gdLst/>
            <a:ahLst/>
            <a:cxnLst/>
            <a:rect l="0" t="0" r="r" b="b"/>
            <a:pathLst>
              <a:path w="6351" h="1192">
                <a:moveTo>
                  <a:pt x="0" y="0"/>
                </a:moveTo>
                <a:lnTo>
                  <a:pt x="6351" y="0"/>
                </a:lnTo>
                <a:lnTo>
                  <a:pt x="6351"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55" name="Freeform: Shape 654"/>
          <p:cNvSpPr/>
          <p:nvPr/>
        </p:nvSpPr>
        <p:spPr>
          <a:xfrm>
            <a:off x="3038400" y="3114360"/>
            <a:ext cx="2181600" cy="429120"/>
          </a:xfrm>
          <a:custGeom>
            <a:avLst/>
            <a:gdLst/>
            <a:ahLst/>
            <a:cxnLst/>
            <a:rect l="0" t="0" r="r" b="b"/>
            <a:pathLst>
              <a:path w="6060" h="1192">
                <a:moveTo>
                  <a:pt x="0" y="0"/>
                </a:moveTo>
                <a:lnTo>
                  <a:pt x="6060" y="0"/>
                </a:lnTo>
                <a:lnTo>
                  <a:pt x="6060"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56" name="Freeform: Shape 655"/>
          <p:cNvSpPr/>
          <p:nvPr/>
        </p:nvSpPr>
        <p:spPr>
          <a:xfrm>
            <a:off x="5219640" y="3114360"/>
            <a:ext cx="2057760" cy="429120"/>
          </a:xfrm>
          <a:custGeom>
            <a:avLst/>
            <a:gdLst/>
            <a:ahLst/>
            <a:cxnLst/>
            <a:rect l="0" t="0" r="r" b="b"/>
            <a:pathLst>
              <a:path w="5716" h="1192">
                <a:moveTo>
                  <a:pt x="0" y="0"/>
                </a:moveTo>
                <a:lnTo>
                  <a:pt x="5716" y="0"/>
                </a:lnTo>
                <a:lnTo>
                  <a:pt x="5716"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57" name="Freeform: Shape 656"/>
          <p:cNvSpPr/>
          <p:nvPr/>
        </p:nvSpPr>
        <p:spPr>
          <a:xfrm>
            <a:off x="7277040" y="3114360"/>
            <a:ext cx="2162520" cy="429120"/>
          </a:xfrm>
          <a:custGeom>
            <a:avLst/>
            <a:gdLst/>
            <a:ahLst/>
            <a:cxnLst/>
            <a:rect l="0" t="0" r="r" b="b"/>
            <a:pathLst>
              <a:path w="6007" h="1192">
                <a:moveTo>
                  <a:pt x="0" y="0"/>
                </a:moveTo>
                <a:lnTo>
                  <a:pt x="6007" y="0"/>
                </a:lnTo>
                <a:lnTo>
                  <a:pt x="6007"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58" name="Freeform: Shape 657"/>
          <p:cNvSpPr/>
          <p:nvPr/>
        </p:nvSpPr>
        <p:spPr>
          <a:xfrm>
            <a:off x="9439200" y="3114360"/>
            <a:ext cx="2000520" cy="429120"/>
          </a:xfrm>
          <a:custGeom>
            <a:avLst/>
            <a:gdLst/>
            <a:ahLst/>
            <a:cxnLst/>
            <a:rect l="0" t="0" r="r" b="b"/>
            <a:pathLst>
              <a:path w="5557" h="1192">
                <a:moveTo>
                  <a:pt x="0" y="0"/>
                </a:moveTo>
                <a:lnTo>
                  <a:pt x="5557" y="0"/>
                </a:lnTo>
                <a:lnTo>
                  <a:pt x="5557"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59" name="Freeform: Shape 658"/>
          <p:cNvSpPr/>
          <p:nvPr/>
        </p:nvSpPr>
        <p:spPr>
          <a:xfrm>
            <a:off x="752400" y="3114360"/>
            <a:ext cx="2286360" cy="429120"/>
          </a:xfrm>
          <a:custGeom>
            <a:avLst/>
            <a:gdLst/>
            <a:ahLst/>
            <a:cxnLst/>
            <a:rect l="0" t="0" r="r" b="b"/>
            <a:pathLst>
              <a:path w="6351" h="1192">
                <a:moveTo>
                  <a:pt x="0" y="0"/>
                </a:moveTo>
                <a:lnTo>
                  <a:pt x="6351" y="0"/>
                </a:lnTo>
                <a:lnTo>
                  <a:pt x="6351"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60" name="Freeform: Shape 659"/>
          <p:cNvSpPr/>
          <p:nvPr/>
        </p:nvSpPr>
        <p:spPr>
          <a:xfrm>
            <a:off x="3038400" y="3114360"/>
            <a:ext cx="2181600" cy="429120"/>
          </a:xfrm>
          <a:custGeom>
            <a:avLst/>
            <a:gdLst/>
            <a:ahLst/>
            <a:cxnLst/>
            <a:rect l="0" t="0" r="r" b="b"/>
            <a:pathLst>
              <a:path w="6060" h="1192">
                <a:moveTo>
                  <a:pt x="0" y="0"/>
                </a:moveTo>
                <a:lnTo>
                  <a:pt x="6060" y="0"/>
                </a:lnTo>
                <a:lnTo>
                  <a:pt x="6060"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61" name="Freeform: Shape 660"/>
          <p:cNvSpPr/>
          <p:nvPr/>
        </p:nvSpPr>
        <p:spPr>
          <a:xfrm>
            <a:off x="5219640" y="3114360"/>
            <a:ext cx="2057760" cy="429120"/>
          </a:xfrm>
          <a:custGeom>
            <a:avLst/>
            <a:gdLst/>
            <a:ahLst/>
            <a:cxnLst/>
            <a:rect l="0" t="0" r="r" b="b"/>
            <a:pathLst>
              <a:path w="5716" h="1192">
                <a:moveTo>
                  <a:pt x="0" y="0"/>
                </a:moveTo>
                <a:lnTo>
                  <a:pt x="5716" y="0"/>
                </a:lnTo>
                <a:lnTo>
                  <a:pt x="5716"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62" name="Freeform: Shape 661"/>
          <p:cNvSpPr/>
          <p:nvPr/>
        </p:nvSpPr>
        <p:spPr>
          <a:xfrm>
            <a:off x="7277040" y="3114360"/>
            <a:ext cx="2162520" cy="429120"/>
          </a:xfrm>
          <a:custGeom>
            <a:avLst/>
            <a:gdLst/>
            <a:ahLst/>
            <a:cxnLst/>
            <a:rect l="0" t="0" r="r" b="b"/>
            <a:pathLst>
              <a:path w="6007" h="1192">
                <a:moveTo>
                  <a:pt x="0" y="0"/>
                </a:moveTo>
                <a:lnTo>
                  <a:pt x="6007" y="0"/>
                </a:lnTo>
                <a:lnTo>
                  <a:pt x="600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63" name="Freeform: Shape 662"/>
          <p:cNvSpPr/>
          <p:nvPr/>
        </p:nvSpPr>
        <p:spPr>
          <a:xfrm>
            <a:off x="9439200" y="3114360"/>
            <a:ext cx="2000520" cy="429120"/>
          </a:xfrm>
          <a:custGeom>
            <a:avLst/>
            <a:gdLst/>
            <a:ahLst/>
            <a:cxnLst/>
            <a:rect l="0" t="0" r="r" b="b"/>
            <a:pathLst>
              <a:path w="5557" h="1192">
                <a:moveTo>
                  <a:pt x="0" y="0"/>
                </a:moveTo>
                <a:lnTo>
                  <a:pt x="5557" y="0"/>
                </a:lnTo>
                <a:lnTo>
                  <a:pt x="555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64" name="Freeform: Shape 663"/>
          <p:cNvSpPr/>
          <p:nvPr/>
        </p:nvSpPr>
        <p:spPr>
          <a:xfrm>
            <a:off x="752400" y="3543120"/>
            <a:ext cx="2286360" cy="429120"/>
          </a:xfrm>
          <a:custGeom>
            <a:avLst/>
            <a:gdLst/>
            <a:ahLst/>
            <a:cxnLst/>
            <a:rect l="0" t="0" r="r" b="b"/>
            <a:pathLst>
              <a:path w="6351" h="1192">
                <a:moveTo>
                  <a:pt x="0" y="0"/>
                </a:moveTo>
                <a:lnTo>
                  <a:pt x="6351" y="0"/>
                </a:lnTo>
                <a:lnTo>
                  <a:pt x="6351"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65" name="Freeform: Shape 664"/>
          <p:cNvSpPr/>
          <p:nvPr/>
        </p:nvSpPr>
        <p:spPr>
          <a:xfrm>
            <a:off x="3038400" y="3543120"/>
            <a:ext cx="2181600" cy="429120"/>
          </a:xfrm>
          <a:custGeom>
            <a:avLst/>
            <a:gdLst/>
            <a:ahLst/>
            <a:cxnLst/>
            <a:rect l="0" t="0" r="r" b="b"/>
            <a:pathLst>
              <a:path w="6060" h="1192">
                <a:moveTo>
                  <a:pt x="0" y="0"/>
                </a:moveTo>
                <a:lnTo>
                  <a:pt x="6060" y="0"/>
                </a:lnTo>
                <a:lnTo>
                  <a:pt x="6060"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66" name="Freeform: Shape 665"/>
          <p:cNvSpPr/>
          <p:nvPr/>
        </p:nvSpPr>
        <p:spPr>
          <a:xfrm>
            <a:off x="5219640" y="3543120"/>
            <a:ext cx="2057760" cy="429120"/>
          </a:xfrm>
          <a:custGeom>
            <a:avLst/>
            <a:gdLst/>
            <a:ahLst/>
            <a:cxnLst/>
            <a:rect l="0" t="0" r="r" b="b"/>
            <a:pathLst>
              <a:path w="5716" h="1192">
                <a:moveTo>
                  <a:pt x="0" y="0"/>
                </a:moveTo>
                <a:lnTo>
                  <a:pt x="5716" y="0"/>
                </a:lnTo>
                <a:lnTo>
                  <a:pt x="5716"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67" name="Freeform: Shape 666"/>
          <p:cNvSpPr/>
          <p:nvPr/>
        </p:nvSpPr>
        <p:spPr>
          <a:xfrm>
            <a:off x="7277040" y="3543120"/>
            <a:ext cx="2162520" cy="429120"/>
          </a:xfrm>
          <a:custGeom>
            <a:avLst/>
            <a:gdLst/>
            <a:ahLst/>
            <a:cxnLst/>
            <a:rect l="0" t="0" r="r" b="b"/>
            <a:pathLst>
              <a:path w="6007" h="1192">
                <a:moveTo>
                  <a:pt x="0" y="0"/>
                </a:moveTo>
                <a:lnTo>
                  <a:pt x="6007" y="0"/>
                </a:lnTo>
                <a:lnTo>
                  <a:pt x="6007"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68" name="Freeform: Shape 667"/>
          <p:cNvSpPr/>
          <p:nvPr/>
        </p:nvSpPr>
        <p:spPr>
          <a:xfrm>
            <a:off x="9439200" y="3543120"/>
            <a:ext cx="2000520" cy="429120"/>
          </a:xfrm>
          <a:custGeom>
            <a:avLst/>
            <a:gdLst/>
            <a:ahLst/>
            <a:cxnLst/>
            <a:rect l="0" t="0" r="r" b="b"/>
            <a:pathLst>
              <a:path w="5557" h="1192">
                <a:moveTo>
                  <a:pt x="0" y="0"/>
                </a:moveTo>
                <a:lnTo>
                  <a:pt x="5557" y="0"/>
                </a:lnTo>
                <a:lnTo>
                  <a:pt x="5557"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69" name="Freeform: Shape 668"/>
          <p:cNvSpPr/>
          <p:nvPr/>
        </p:nvSpPr>
        <p:spPr>
          <a:xfrm>
            <a:off x="752400" y="3543120"/>
            <a:ext cx="2286360" cy="429120"/>
          </a:xfrm>
          <a:custGeom>
            <a:avLst/>
            <a:gdLst/>
            <a:ahLst/>
            <a:cxnLst/>
            <a:rect l="0" t="0" r="r" b="b"/>
            <a:pathLst>
              <a:path w="6351" h="1192">
                <a:moveTo>
                  <a:pt x="0" y="0"/>
                </a:moveTo>
                <a:lnTo>
                  <a:pt x="6351" y="0"/>
                </a:lnTo>
                <a:lnTo>
                  <a:pt x="6351"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70" name="Freeform: Shape 669"/>
          <p:cNvSpPr/>
          <p:nvPr/>
        </p:nvSpPr>
        <p:spPr>
          <a:xfrm>
            <a:off x="3038400" y="3543120"/>
            <a:ext cx="2181600" cy="429120"/>
          </a:xfrm>
          <a:custGeom>
            <a:avLst/>
            <a:gdLst/>
            <a:ahLst/>
            <a:cxnLst/>
            <a:rect l="0" t="0" r="r" b="b"/>
            <a:pathLst>
              <a:path w="6060" h="1192">
                <a:moveTo>
                  <a:pt x="0" y="0"/>
                </a:moveTo>
                <a:lnTo>
                  <a:pt x="6060" y="0"/>
                </a:lnTo>
                <a:lnTo>
                  <a:pt x="6060"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71" name="Freeform: Shape 670"/>
          <p:cNvSpPr/>
          <p:nvPr/>
        </p:nvSpPr>
        <p:spPr>
          <a:xfrm>
            <a:off x="5219640" y="3543120"/>
            <a:ext cx="2057760" cy="429120"/>
          </a:xfrm>
          <a:custGeom>
            <a:avLst/>
            <a:gdLst/>
            <a:ahLst/>
            <a:cxnLst/>
            <a:rect l="0" t="0" r="r" b="b"/>
            <a:pathLst>
              <a:path w="5716" h="1192">
                <a:moveTo>
                  <a:pt x="0" y="0"/>
                </a:moveTo>
                <a:lnTo>
                  <a:pt x="5716" y="0"/>
                </a:lnTo>
                <a:lnTo>
                  <a:pt x="5716"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72" name="Freeform: Shape 671"/>
          <p:cNvSpPr/>
          <p:nvPr/>
        </p:nvSpPr>
        <p:spPr>
          <a:xfrm>
            <a:off x="7277040" y="3543120"/>
            <a:ext cx="2162520" cy="429120"/>
          </a:xfrm>
          <a:custGeom>
            <a:avLst/>
            <a:gdLst/>
            <a:ahLst/>
            <a:cxnLst/>
            <a:rect l="0" t="0" r="r" b="b"/>
            <a:pathLst>
              <a:path w="6007" h="1192">
                <a:moveTo>
                  <a:pt x="0" y="0"/>
                </a:moveTo>
                <a:lnTo>
                  <a:pt x="6007" y="0"/>
                </a:lnTo>
                <a:lnTo>
                  <a:pt x="600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73" name="Freeform: Shape 672"/>
          <p:cNvSpPr/>
          <p:nvPr/>
        </p:nvSpPr>
        <p:spPr>
          <a:xfrm>
            <a:off x="9439200" y="3543120"/>
            <a:ext cx="2000520" cy="429120"/>
          </a:xfrm>
          <a:custGeom>
            <a:avLst/>
            <a:gdLst/>
            <a:ahLst/>
            <a:cxnLst/>
            <a:rect l="0" t="0" r="r" b="b"/>
            <a:pathLst>
              <a:path w="5557" h="1192">
                <a:moveTo>
                  <a:pt x="0" y="0"/>
                </a:moveTo>
                <a:lnTo>
                  <a:pt x="5557" y="0"/>
                </a:lnTo>
                <a:lnTo>
                  <a:pt x="555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74" name="Freeform: Shape 673"/>
          <p:cNvSpPr/>
          <p:nvPr/>
        </p:nvSpPr>
        <p:spPr>
          <a:xfrm>
            <a:off x="752400" y="3971880"/>
            <a:ext cx="2286360" cy="438480"/>
          </a:xfrm>
          <a:custGeom>
            <a:avLst/>
            <a:gdLst/>
            <a:ahLst/>
            <a:cxnLst/>
            <a:rect l="0" t="0" r="r" b="b"/>
            <a:pathLst>
              <a:path w="6351" h="1218">
                <a:moveTo>
                  <a:pt x="0" y="0"/>
                </a:moveTo>
                <a:lnTo>
                  <a:pt x="6351" y="0"/>
                </a:lnTo>
                <a:lnTo>
                  <a:pt x="6351"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75" name="Freeform: Shape 674"/>
          <p:cNvSpPr/>
          <p:nvPr/>
        </p:nvSpPr>
        <p:spPr>
          <a:xfrm>
            <a:off x="3038400" y="3971880"/>
            <a:ext cx="2181600" cy="438480"/>
          </a:xfrm>
          <a:custGeom>
            <a:avLst/>
            <a:gdLst/>
            <a:ahLst/>
            <a:cxnLst/>
            <a:rect l="0" t="0" r="r" b="b"/>
            <a:pathLst>
              <a:path w="6060" h="1218">
                <a:moveTo>
                  <a:pt x="0" y="0"/>
                </a:moveTo>
                <a:lnTo>
                  <a:pt x="6060" y="0"/>
                </a:lnTo>
                <a:lnTo>
                  <a:pt x="6060"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76" name="Freeform: Shape 675"/>
          <p:cNvSpPr/>
          <p:nvPr/>
        </p:nvSpPr>
        <p:spPr>
          <a:xfrm>
            <a:off x="5219640" y="3971880"/>
            <a:ext cx="2057760" cy="438480"/>
          </a:xfrm>
          <a:custGeom>
            <a:avLst/>
            <a:gdLst/>
            <a:ahLst/>
            <a:cxnLst/>
            <a:rect l="0" t="0" r="r" b="b"/>
            <a:pathLst>
              <a:path w="5716" h="1218">
                <a:moveTo>
                  <a:pt x="0" y="0"/>
                </a:moveTo>
                <a:lnTo>
                  <a:pt x="5716" y="0"/>
                </a:lnTo>
                <a:lnTo>
                  <a:pt x="5716"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77" name="Freeform: Shape 676"/>
          <p:cNvSpPr/>
          <p:nvPr/>
        </p:nvSpPr>
        <p:spPr>
          <a:xfrm>
            <a:off x="7277040" y="3971880"/>
            <a:ext cx="2162520" cy="438480"/>
          </a:xfrm>
          <a:custGeom>
            <a:avLst/>
            <a:gdLst/>
            <a:ahLst/>
            <a:cxnLst/>
            <a:rect l="0" t="0" r="r" b="b"/>
            <a:pathLst>
              <a:path w="6007" h="1218">
                <a:moveTo>
                  <a:pt x="0" y="0"/>
                </a:moveTo>
                <a:lnTo>
                  <a:pt x="6007" y="0"/>
                </a:lnTo>
                <a:lnTo>
                  <a:pt x="6007"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78" name="Freeform: Shape 677"/>
          <p:cNvSpPr/>
          <p:nvPr/>
        </p:nvSpPr>
        <p:spPr>
          <a:xfrm>
            <a:off x="9439200" y="3971880"/>
            <a:ext cx="2000520" cy="438480"/>
          </a:xfrm>
          <a:custGeom>
            <a:avLst/>
            <a:gdLst/>
            <a:ahLst/>
            <a:cxnLst/>
            <a:rect l="0" t="0" r="r" b="b"/>
            <a:pathLst>
              <a:path w="5557" h="1218">
                <a:moveTo>
                  <a:pt x="0" y="0"/>
                </a:moveTo>
                <a:lnTo>
                  <a:pt x="5557" y="0"/>
                </a:lnTo>
                <a:lnTo>
                  <a:pt x="5557"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79" name="Freeform: Shape 678"/>
          <p:cNvSpPr/>
          <p:nvPr/>
        </p:nvSpPr>
        <p:spPr>
          <a:xfrm>
            <a:off x="752400" y="3971880"/>
            <a:ext cx="2286360" cy="438480"/>
          </a:xfrm>
          <a:custGeom>
            <a:avLst/>
            <a:gdLst/>
            <a:ahLst/>
            <a:cxnLst/>
            <a:rect l="0" t="0" r="r" b="b"/>
            <a:pathLst>
              <a:path w="6351" h="1218">
                <a:moveTo>
                  <a:pt x="0" y="0"/>
                </a:moveTo>
                <a:lnTo>
                  <a:pt x="6351" y="0"/>
                </a:lnTo>
                <a:lnTo>
                  <a:pt x="6351"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80" name="Freeform: Shape 679"/>
          <p:cNvSpPr/>
          <p:nvPr/>
        </p:nvSpPr>
        <p:spPr>
          <a:xfrm>
            <a:off x="3038400" y="3971880"/>
            <a:ext cx="2181600" cy="438480"/>
          </a:xfrm>
          <a:custGeom>
            <a:avLst/>
            <a:gdLst/>
            <a:ahLst/>
            <a:cxnLst/>
            <a:rect l="0" t="0" r="r" b="b"/>
            <a:pathLst>
              <a:path w="6060" h="1218">
                <a:moveTo>
                  <a:pt x="0" y="0"/>
                </a:moveTo>
                <a:lnTo>
                  <a:pt x="6060" y="0"/>
                </a:lnTo>
                <a:lnTo>
                  <a:pt x="6060"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81" name="Freeform: Shape 680"/>
          <p:cNvSpPr/>
          <p:nvPr/>
        </p:nvSpPr>
        <p:spPr>
          <a:xfrm>
            <a:off x="5219640" y="3971880"/>
            <a:ext cx="2057760" cy="438480"/>
          </a:xfrm>
          <a:custGeom>
            <a:avLst/>
            <a:gdLst/>
            <a:ahLst/>
            <a:cxnLst/>
            <a:rect l="0" t="0" r="r" b="b"/>
            <a:pathLst>
              <a:path w="5716" h="1218">
                <a:moveTo>
                  <a:pt x="0" y="0"/>
                </a:moveTo>
                <a:lnTo>
                  <a:pt x="5716" y="0"/>
                </a:lnTo>
                <a:lnTo>
                  <a:pt x="5716"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82" name="Freeform: Shape 681"/>
          <p:cNvSpPr/>
          <p:nvPr/>
        </p:nvSpPr>
        <p:spPr>
          <a:xfrm>
            <a:off x="7277040" y="3971880"/>
            <a:ext cx="2162520" cy="438480"/>
          </a:xfrm>
          <a:custGeom>
            <a:avLst/>
            <a:gdLst/>
            <a:ahLst/>
            <a:cxnLst/>
            <a:rect l="0" t="0" r="r" b="b"/>
            <a:pathLst>
              <a:path w="6007" h="1218">
                <a:moveTo>
                  <a:pt x="0" y="0"/>
                </a:moveTo>
                <a:lnTo>
                  <a:pt x="6007" y="0"/>
                </a:lnTo>
                <a:lnTo>
                  <a:pt x="6007"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83" name="Freeform: Shape 682"/>
          <p:cNvSpPr/>
          <p:nvPr/>
        </p:nvSpPr>
        <p:spPr>
          <a:xfrm>
            <a:off x="9439200" y="3971880"/>
            <a:ext cx="2000520" cy="438480"/>
          </a:xfrm>
          <a:custGeom>
            <a:avLst/>
            <a:gdLst/>
            <a:ahLst/>
            <a:cxnLst/>
            <a:rect l="0" t="0" r="r" b="b"/>
            <a:pathLst>
              <a:path w="5557" h="1218">
                <a:moveTo>
                  <a:pt x="0" y="0"/>
                </a:moveTo>
                <a:lnTo>
                  <a:pt x="5557" y="0"/>
                </a:lnTo>
                <a:lnTo>
                  <a:pt x="5557"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84" name="Freeform: Shape 683"/>
          <p:cNvSpPr/>
          <p:nvPr/>
        </p:nvSpPr>
        <p:spPr>
          <a:xfrm>
            <a:off x="752400" y="4410000"/>
            <a:ext cx="2286360" cy="428760"/>
          </a:xfrm>
          <a:custGeom>
            <a:avLst/>
            <a:gdLst/>
            <a:ahLst/>
            <a:cxnLst/>
            <a:rect l="0" t="0" r="r" b="b"/>
            <a:pathLst>
              <a:path w="6351" h="1191">
                <a:moveTo>
                  <a:pt x="0" y="0"/>
                </a:moveTo>
                <a:lnTo>
                  <a:pt x="6351" y="0"/>
                </a:lnTo>
                <a:lnTo>
                  <a:pt x="6351"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85" name="Freeform: Shape 684"/>
          <p:cNvSpPr/>
          <p:nvPr/>
        </p:nvSpPr>
        <p:spPr>
          <a:xfrm>
            <a:off x="3038400" y="4410000"/>
            <a:ext cx="2181600" cy="428760"/>
          </a:xfrm>
          <a:custGeom>
            <a:avLst/>
            <a:gdLst/>
            <a:ahLst/>
            <a:cxnLst/>
            <a:rect l="0" t="0" r="r" b="b"/>
            <a:pathLst>
              <a:path w="6060" h="1191">
                <a:moveTo>
                  <a:pt x="0" y="0"/>
                </a:moveTo>
                <a:lnTo>
                  <a:pt x="6060" y="0"/>
                </a:lnTo>
                <a:lnTo>
                  <a:pt x="6060"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86" name="Freeform: Shape 685"/>
          <p:cNvSpPr/>
          <p:nvPr/>
        </p:nvSpPr>
        <p:spPr>
          <a:xfrm>
            <a:off x="5219640" y="4410000"/>
            <a:ext cx="2057760" cy="428760"/>
          </a:xfrm>
          <a:custGeom>
            <a:avLst/>
            <a:gdLst/>
            <a:ahLst/>
            <a:cxnLst/>
            <a:rect l="0" t="0" r="r" b="b"/>
            <a:pathLst>
              <a:path w="5716" h="1191">
                <a:moveTo>
                  <a:pt x="0" y="0"/>
                </a:moveTo>
                <a:lnTo>
                  <a:pt x="5716" y="0"/>
                </a:lnTo>
                <a:lnTo>
                  <a:pt x="5716"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87" name="Freeform: Shape 686"/>
          <p:cNvSpPr/>
          <p:nvPr/>
        </p:nvSpPr>
        <p:spPr>
          <a:xfrm>
            <a:off x="7277040" y="4410000"/>
            <a:ext cx="2162520" cy="428760"/>
          </a:xfrm>
          <a:custGeom>
            <a:avLst/>
            <a:gdLst/>
            <a:ahLst/>
            <a:cxnLst/>
            <a:rect l="0" t="0" r="r" b="b"/>
            <a:pathLst>
              <a:path w="6007" h="1191">
                <a:moveTo>
                  <a:pt x="0" y="0"/>
                </a:moveTo>
                <a:lnTo>
                  <a:pt x="6007" y="0"/>
                </a:lnTo>
                <a:lnTo>
                  <a:pt x="6007"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88" name="Freeform: Shape 687"/>
          <p:cNvSpPr/>
          <p:nvPr/>
        </p:nvSpPr>
        <p:spPr>
          <a:xfrm>
            <a:off x="9439200" y="4410000"/>
            <a:ext cx="2000520" cy="428760"/>
          </a:xfrm>
          <a:custGeom>
            <a:avLst/>
            <a:gdLst/>
            <a:ahLst/>
            <a:cxnLst/>
            <a:rect l="0" t="0" r="r" b="b"/>
            <a:pathLst>
              <a:path w="5557" h="1191">
                <a:moveTo>
                  <a:pt x="0" y="0"/>
                </a:moveTo>
                <a:lnTo>
                  <a:pt x="5557" y="0"/>
                </a:lnTo>
                <a:lnTo>
                  <a:pt x="5557"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89" name="Freeform: Shape 688"/>
          <p:cNvSpPr/>
          <p:nvPr/>
        </p:nvSpPr>
        <p:spPr>
          <a:xfrm>
            <a:off x="752400" y="4410000"/>
            <a:ext cx="2286360" cy="428760"/>
          </a:xfrm>
          <a:custGeom>
            <a:avLst/>
            <a:gdLst/>
            <a:ahLst/>
            <a:cxnLst/>
            <a:rect l="0" t="0" r="r" b="b"/>
            <a:pathLst>
              <a:path w="6351" h="1191">
                <a:moveTo>
                  <a:pt x="0" y="0"/>
                </a:moveTo>
                <a:lnTo>
                  <a:pt x="6351" y="0"/>
                </a:lnTo>
                <a:lnTo>
                  <a:pt x="6351"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90" name="Freeform: Shape 689"/>
          <p:cNvSpPr/>
          <p:nvPr/>
        </p:nvSpPr>
        <p:spPr>
          <a:xfrm>
            <a:off x="3038400" y="4410000"/>
            <a:ext cx="2181600" cy="428760"/>
          </a:xfrm>
          <a:custGeom>
            <a:avLst/>
            <a:gdLst/>
            <a:ahLst/>
            <a:cxnLst/>
            <a:rect l="0" t="0" r="r" b="b"/>
            <a:pathLst>
              <a:path w="6060" h="1191">
                <a:moveTo>
                  <a:pt x="0" y="0"/>
                </a:moveTo>
                <a:lnTo>
                  <a:pt x="6060" y="0"/>
                </a:lnTo>
                <a:lnTo>
                  <a:pt x="6060"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91" name="Freeform: Shape 690"/>
          <p:cNvSpPr/>
          <p:nvPr/>
        </p:nvSpPr>
        <p:spPr>
          <a:xfrm>
            <a:off x="5219640" y="4410000"/>
            <a:ext cx="2057760" cy="428760"/>
          </a:xfrm>
          <a:custGeom>
            <a:avLst/>
            <a:gdLst/>
            <a:ahLst/>
            <a:cxnLst/>
            <a:rect l="0" t="0" r="r" b="b"/>
            <a:pathLst>
              <a:path w="5716" h="1191">
                <a:moveTo>
                  <a:pt x="0" y="0"/>
                </a:moveTo>
                <a:lnTo>
                  <a:pt x="5716" y="0"/>
                </a:lnTo>
                <a:lnTo>
                  <a:pt x="5716"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92" name="Freeform: Shape 691"/>
          <p:cNvSpPr/>
          <p:nvPr/>
        </p:nvSpPr>
        <p:spPr>
          <a:xfrm>
            <a:off x="7277040" y="4410000"/>
            <a:ext cx="2162520" cy="428760"/>
          </a:xfrm>
          <a:custGeom>
            <a:avLst/>
            <a:gdLst/>
            <a:ahLst/>
            <a:cxnLst/>
            <a:rect l="0" t="0" r="r" b="b"/>
            <a:pathLst>
              <a:path w="6007" h="1191">
                <a:moveTo>
                  <a:pt x="0" y="0"/>
                </a:moveTo>
                <a:lnTo>
                  <a:pt x="6007" y="0"/>
                </a:lnTo>
                <a:lnTo>
                  <a:pt x="6007"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93" name="Freeform: Shape 692"/>
          <p:cNvSpPr/>
          <p:nvPr/>
        </p:nvSpPr>
        <p:spPr>
          <a:xfrm>
            <a:off x="9439200" y="4410000"/>
            <a:ext cx="2000520" cy="428760"/>
          </a:xfrm>
          <a:custGeom>
            <a:avLst/>
            <a:gdLst/>
            <a:ahLst/>
            <a:cxnLst/>
            <a:rect l="0" t="0" r="r" b="b"/>
            <a:pathLst>
              <a:path w="5557" h="1191">
                <a:moveTo>
                  <a:pt x="0" y="0"/>
                </a:moveTo>
                <a:lnTo>
                  <a:pt x="5557" y="0"/>
                </a:lnTo>
                <a:lnTo>
                  <a:pt x="5557"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94" name="Freeform: Shape 693"/>
          <p:cNvSpPr/>
          <p:nvPr/>
        </p:nvSpPr>
        <p:spPr>
          <a:xfrm>
            <a:off x="752400" y="4838400"/>
            <a:ext cx="2286360" cy="438480"/>
          </a:xfrm>
          <a:custGeom>
            <a:avLst/>
            <a:gdLst/>
            <a:ahLst/>
            <a:cxnLst/>
            <a:rect l="0" t="0" r="r" b="b"/>
            <a:pathLst>
              <a:path w="6351" h="1218">
                <a:moveTo>
                  <a:pt x="0" y="0"/>
                </a:moveTo>
                <a:lnTo>
                  <a:pt x="6351" y="0"/>
                </a:lnTo>
                <a:lnTo>
                  <a:pt x="6351"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95" name="Freeform: Shape 694"/>
          <p:cNvSpPr/>
          <p:nvPr/>
        </p:nvSpPr>
        <p:spPr>
          <a:xfrm>
            <a:off x="3038400" y="4838400"/>
            <a:ext cx="2181600" cy="438480"/>
          </a:xfrm>
          <a:custGeom>
            <a:avLst/>
            <a:gdLst/>
            <a:ahLst/>
            <a:cxnLst/>
            <a:rect l="0" t="0" r="r" b="b"/>
            <a:pathLst>
              <a:path w="6060" h="1218">
                <a:moveTo>
                  <a:pt x="0" y="0"/>
                </a:moveTo>
                <a:lnTo>
                  <a:pt x="6060" y="0"/>
                </a:lnTo>
                <a:lnTo>
                  <a:pt x="6060"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96" name="Freeform: Shape 695"/>
          <p:cNvSpPr/>
          <p:nvPr/>
        </p:nvSpPr>
        <p:spPr>
          <a:xfrm>
            <a:off x="5219640" y="4838400"/>
            <a:ext cx="2057760" cy="438480"/>
          </a:xfrm>
          <a:custGeom>
            <a:avLst/>
            <a:gdLst/>
            <a:ahLst/>
            <a:cxnLst/>
            <a:rect l="0" t="0" r="r" b="b"/>
            <a:pathLst>
              <a:path w="5716" h="1218">
                <a:moveTo>
                  <a:pt x="0" y="0"/>
                </a:moveTo>
                <a:lnTo>
                  <a:pt x="5716" y="0"/>
                </a:lnTo>
                <a:lnTo>
                  <a:pt x="5716"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97" name="Freeform: Shape 696"/>
          <p:cNvSpPr/>
          <p:nvPr/>
        </p:nvSpPr>
        <p:spPr>
          <a:xfrm>
            <a:off x="7277040" y="4838400"/>
            <a:ext cx="2162520" cy="438480"/>
          </a:xfrm>
          <a:custGeom>
            <a:avLst/>
            <a:gdLst/>
            <a:ahLst/>
            <a:cxnLst/>
            <a:rect l="0" t="0" r="r" b="b"/>
            <a:pathLst>
              <a:path w="6007" h="1218">
                <a:moveTo>
                  <a:pt x="0" y="0"/>
                </a:moveTo>
                <a:lnTo>
                  <a:pt x="6007" y="0"/>
                </a:lnTo>
                <a:lnTo>
                  <a:pt x="6007"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98" name="Freeform: Shape 697"/>
          <p:cNvSpPr/>
          <p:nvPr/>
        </p:nvSpPr>
        <p:spPr>
          <a:xfrm>
            <a:off x="9439200" y="4838400"/>
            <a:ext cx="2000520" cy="438480"/>
          </a:xfrm>
          <a:custGeom>
            <a:avLst/>
            <a:gdLst/>
            <a:ahLst/>
            <a:cxnLst/>
            <a:rect l="0" t="0" r="r" b="b"/>
            <a:pathLst>
              <a:path w="5557" h="1218">
                <a:moveTo>
                  <a:pt x="0" y="0"/>
                </a:moveTo>
                <a:lnTo>
                  <a:pt x="5557" y="0"/>
                </a:lnTo>
                <a:lnTo>
                  <a:pt x="5557"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699" name="Freeform: Shape 698"/>
          <p:cNvSpPr/>
          <p:nvPr/>
        </p:nvSpPr>
        <p:spPr>
          <a:xfrm>
            <a:off x="752400" y="4838400"/>
            <a:ext cx="2286360" cy="438480"/>
          </a:xfrm>
          <a:custGeom>
            <a:avLst/>
            <a:gdLst/>
            <a:ahLst/>
            <a:cxnLst/>
            <a:rect l="0" t="0" r="r" b="b"/>
            <a:pathLst>
              <a:path w="6351" h="1218">
                <a:moveTo>
                  <a:pt x="0" y="0"/>
                </a:moveTo>
                <a:lnTo>
                  <a:pt x="6351" y="0"/>
                </a:lnTo>
                <a:lnTo>
                  <a:pt x="6351"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00" name="Freeform: Shape 699"/>
          <p:cNvSpPr/>
          <p:nvPr/>
        </p:nvSpPr>
        <p:spPr>
          <a:xfrm>
            <a:off x="3038400" y="4838400"/>
            <a:ext cx="2181600" cy="438480"/>
          </a:xfrm>
          <a:custGeom>
            <a:avLst/>
            <a:gdLst/>
            <a:ahLst/>
            <a:cxnLst/>
            <a:rect l="0" t="0" r="r" b="b"/>
            <a:pathLst>
              <a:path w="6060" h="1218">
                <a:moveTo>
                  <a:pt x="0" y="0"/>
                </a:moveTo>
                <a:lnTo>
                  <a:pt x="6060" y="0"/>
                </a:lnTo>
                <a:lnTo>
                  <a:pt x="6060"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01" name="Freeform: Shape 700"/>
          <p:cNvSpPr/>
          <p:nvPr/>
        </p:nvSpPr>
        <p:spPr>
          <a:xfrm>
            <a:off x="5219640" y="4838400"/>
            <a:ext cx="2057760" cy="438480"/>
          </a:xfrm>
          <a:custGeom>
            <a:avLst/>
            <a:gdLst/>
            <a:ahLst/>
            <a:cxnLst/>
            <a:rect l="0" t="0" r="r" b="b"/>
            <a:pathLst>
              <a:path w="5716" h="1218">
                <a:moveTo>
                  <a:pt x="0" y="0"/>
                </a:moveTo>
                <a:lnTo>
                  <a:pt x="5716" y="0"/>
                </a:lnTo>
                <a:lnTo>
                  <a:pt x="5716"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02" name="Freeform: Shape 701"/>
          <p:cNvSpPr/>
          <p:nvPr/>
        </p:nvSpPr>
        <p:spPr>
          <a:xfrm>
            <a:off x="7277040" y="4838400"/>
            <a:ext cx="2162520" cy="438480"/>
          </a:xfrm>
          <a:custGeom>
            <a:avLst/>
            <a:gdLst/>
            <a:ahLst/>
            <a:cxnLst/>
            <a:rect l="0" t="0" r="r" b="b"/>
            <a:pathLst>
              <a:path w="6007" h="1218">
                <a:moveTo>
                  <a:pt x="0" y="0"/>
                </a:moveTo>
                <a:lnTo>
                  <a:pt x="6007" y="0"/>
                </a:lnTo>
                <a:lnTo>
                  <a:pt x="6007"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03" name="Freeform: Shape 702"/>
          <p:cNvSpPr/>
          <p:nvPr/>
        </p:nvSpPr>
        <p:spPr>
          <a:xfrm>
            <a:off x="9439200" y="4838400"/>
            <a:ext cx="2000520" cy="438480"/>
          </a:xfrm>
          <a:custGeom>
            <a:avLst/>
            <a:gdLst/>
            <a:ahLst/>
            <a:cxnLst/>
            <a:rect l="0" t="0" r="r" b="b"/>
            <a:pathLst>
              <a:path w="5557" h="1218">
                <a:moveTo>
                  <a:pt x="0" y="0"/>
                </a:moveTo>
                <a:lnTo>
                  <a:pt x="5557" y="0"/>
                </a:lnTo>
                <a:lnTo>
                  <a:pt x="5557"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04" name="Freeform: Shape 703"/>
          <p:cNvSpPr/>
          <p:nvPr/>
        </p:nvSpPr>
        <p:spPr>
          <a:xfrm>
            <a:off x="752400" y="5276520"/>
            <a:ext cx="2286360" cy="429120"/>
          </a:xfrm>
          <a:custGeom>
            <a:avLst/>
            <a:gdLst/>
            <a:ahLst/>
            <a:cxnLst/>
            <a:rect l="0" t="0" r="r" b="b"/>
            <a:pathLst>
              <a:path w="6351" h="1192">
                <a:moveTo>
                  <a:pt x="0" y="0"/>
                </a:moveTo>
                <a:lnTo>
                  <a:pt x="6351" y="0"/>
                </a:lnTo>
                <a:lnTo>
                  <a:pt x="6351"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05" name="Freeform: Shape 704"/>
          <p:cNvSpPr/>
          <p:nvPr/>
        </p:nvSpPr>
        <p:spPr>
          <a:xfrm>
            <a:off x="3038400" y="5276520"/>
            <a:ext cx="2181600" cy="429120"/>
          </a:xfrm>
          <a:custGeom>
            <a:avLst/>
            <a:gdLst/>
            <a:ahLst/>
            <a:cxnLst/>
            <a:rect l="0" t="0" r="r" b="b"/>
            <a:pathLst>
              <a:path w="6060" h="1192">
                <a:moveTo>
                  <a:pt x="0" y="0"/>
                </a:moveTo>
                <a:lnTo>
                  <a:pt x="6060" y="0"/>
                </a:lnTo>
                <a:lnTo>
                  <a:pt x="6060"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06" name="Freeform: Shape 705"/>
          <p:cNvSpPr/>
          <p:nvPr/>
        </p:nvSpPr>
        <p:spPr>
          <a:xfrm>
            <a:off x="5219640" y="5276520"/>
            <a:ext cx="2057760" cy="429120"/>
          </a:xfrm>
          <a:custGeom>
            <a:avLst/>
            <a:gdLst/>
            <a:ahLst/>
            <a:cxnLst/>
            <a:rect l="0" t="0" r="r" b="b"/>
            <a:pathLst>
              <a:path w="5716" h="1192">
                <a:moveTo>
                  <a:pt x="0" y="0"/>
                </a:moveTo>
                <a:lnTo>
                  <a:pt x="5716" y="0"/>
                </a:lnTo>
                <a:lnTo>
                  <a:pt x="5716"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07" name="Freeform: Shape 706"/>
          <p:cNvSpPr/>
          <p:nvPr/>
        </p:nvSpPr>
        <p:spPr>
          <a:xfrm>
            <a:off x="7277040" y="5276520"/>
            <a:ext cx="2162520" cy="429120"/>
          </a:xfrm>
          <a:custGeom>
            <a:avLst/>
            <a:gdLst/>
            <a:ahLst/>
            <a:cxnLst/>
            <a:rect l="0" t="0" r="r" b="b"/>
            <a:pathLst>
              <a:path w="6007" h="1192">
                <a:moveTo>
                  <a:pt x="0" y="0"/>
                </a:moveTo>
                <a:lnTo>
                  <a:pt x="6007" y="0"/>
                </a:lnTo>
                <a:lnTo>
                  <a:pt x="6007"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08" name="Freeform: Shape 707"/>
          <p:cNvSpPr/>
          <p:nvPr/>
        </p:nvSpPr>
        <p:spPr>
          <a:xfrm>
            <a:off x="9439200" y="5276520"/>
            <a:ext cx="2000520" cy="429120"/>
          </a:xfrm>
          <a:custGeom>
            <a:avLst/>
            <a:gdLst/>
            <a:ahLst/>
            <a:cxnLst/>
            <a:rect l="0" t="0" r="r" b="b"/>
            <a:pathLst>
              <a:path w="5557" h="1192">
                <a:moveTo>
                  <a:pt x="0" y="0"/>
                </a:moveTo>
                <a:lnTo>
                  <a:pt x="5557" y="0"/>
                </a:lnTo>
                <a:lnTo>
                  <a:pt x="5557"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09" name="Freeform: Shape 708"/>
          <p:cNvSpPr/>
          <p:nvPr/>
        </p:nvSpPr>
        <p:spPr>
          <a:xfrm>
            <a:off x="752400" y="5276520"/>
            <a:ext cx="2286360" cy="429120"/>
          </a:xfrm>
          <a:custGeom>
            <a:avLst/>
            <a:gdLst/>
            <a:ahLst/>
            <a:cxnLst/>
            <a:rect l="0" t="0" r="r" b="b"/>
            <a:pathLst>
              <a:path w="6351" h="1192">
                <a:moveTo>
                  <a:pt x="0" y="0"/>
                </a:moveTo>
                <a:lnTo>
                  <a:pt x="6351" y="0"/>
                </a:lnTo>
                <a:lnTo>
                  <a:pt x="6351"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10" name="Freeform: Shape 709"/>
          <p:cNvSpPr/>
          <p:nvPr/>
        </p:nvSpPr>
        <p:spPr>
          <a:xfrm>
            <a:off x="3038400" y="5276520"/>
            <a:ext cx="2181600" cy="429120"/>
          </a:xfrm>
          <a:custGeom>
            <a:avLst/>
            <a:gdLst/>
            <a:ahLst/>
            <a:cxnLst/>
            <a:rect l="0" t="0" r="r" b="b"/>
            <a:pathLst>
              <a:path w="6060" h="1192">
                <a:moveTo>
                  <a:pt x="0" y="0"/>
                </a:moveTo>
                <a:lnTo>
                  <a:pt x="6060" y="0"/>
                </a:lnTo>
                <a:lnTo>
                  <a:pt x="6060"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11" name="Freeform: Shape 710"/>
          <p:cNvSpPr/>
          <p:nvPr/>
        </p:nvSpPr>
        <p:spPr>
          <a:xfrm>
            <a:off x="5219640" y="5276520"/>
            <a:ext cx="2057760" cy="429120"/>
          </a:xfrm>
          <a:custGeom>
            <a:avLst/>
            <a:gdLst/>
            <a:ahLst/>
            <a:cxnLst/>
            <a:rect l="0" t="0" r="r" b="b"/>
            <a:pathLst>
              <a:path w="5716" h="1192">
                <a:moveTo>
                  <a:pt x="0" y="0"/>
                </a:moveTo>
                <a:lnTo>
                  <a:pt x="5716" y="0"/>
                </a:lnTo>
                <a:lnTo>
                  <a:pt x="5716"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12" name="Freeform: Shape 711"/>
          <p:cNvSpPr/>
          <p:nvPr/>
        </p:nvSpPr>
        <p:spPr>
          <a:xfrm>
            <a:off x="7277040" y="5276520"/>
            <a:ext cx="2162520" cy="429120"/>
          </a:xfrm>
          <a:custGeom>
            <a:avLst/>
            <a:gdLst/>
            <a:ahLst/>
            <a:cxnLst/>
            <a:rect l="0" t="0" r="r" b="b"/>
            <a:pathLst>
              <a:path w="6007" h="1192">
                <a:moveTo>
                  <a:pt x="0" y="0"/>
                </a:moveTo>
                <a:lnTo>
                  <a:pt x="6007" y="0"/>
                </a:lnTo>
                <a:lnTo>
                  <a:pt x="600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13" name="Freeform: Shape 712"/>
          <p:cNvSpPr/>
          <p:nvPr/>
        </p:nvSpPr>
        <p:spPr>
          <a:xfrm>
            <a:off x="9439200" y="5276520"/>
            <a:ext cx="2000520" cy="429120"/>
          </a:xfrm>
          <a:custGeom>
            <a:avLst/>
            <a:gdLst/>
            <a:ahLst/>
            <a:cxnLst/>
            <a:rect l="0" t="0" r="r" b="b"/>
            <a:pathLst>
              <a:path w="5557" h="1192">
                <a:moveTo>
                  <a:pt x="0" y="0"/>
                </a:moveTo>
                <a:lnTo>
                  <a:pt x="5557" y="0"/>
                </a:lnTo>
                <a:lnTo>
                  <a:pt x="555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14" name="Freeform: Shape 713"/>
          <p:cNvSpPr/>
          <p:nvPr/>
        </p:nvSpPr>
        <p:spPr>
          <a:xfrm>
            <a:off x="752400" y="224784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15" name="Freeform: Shape 714"/>
          <p:cNvSpPr/>
          <p:nvPr/>
        </p:nvSpPr>
        <p:spPr>
          <a:xfrm>
            <a:off x="752400" y="2247840"/>
            <a:ext cx="2295720" cy="9720"/>
          </a:xfrm>
          <a:custGeom>
            <a:avLst/>
            <a:gdLst/>
            <a:ahLst/>
            <a:cxnLst/>
            <a:rect l="0" t="0" r="r" b="b"/>
            <a:pathLst>
              <a:path w="6377" h="27">
                <a:moveTo>
                  <a:pt x="0" y="0"/>
                </a:moveTo>
                <a:lnTo>
                  <a:pt x="6377" y="0"/>
                </a:lnTo>
                <a:lnTo>
                  <a:pt x="637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16" name="Freeform: Shape 715"/>
          <p:cNvSpPr/>
          <p:nvPr/>
        </p:nvSpPr>
        <p:spPr>
          <a:xfrm>
            <a:off x="3038400" y="224784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17" name="Freeform: Shape 716"/>
          <p:cNvSpPr/>
          <p:nvPr/>
        </p:nvSpPr>
        <p:spPr>
          <a:xfrm>
            <a:off x="3047760" y="2247840"/>
            <a:ext cx="2181600" cy="9720"/>
          </a:xfrm>
          <a:custGeom>
            <a:avLst/>
            <a:gdLst/>
            <a:ahLst/>
            <a:cxnLst/>
            <a:rect l="0" t="0" r="r" b="b"/>
            <a:pathLst>
              <a:path w="6060" h="27">
                <a:moveTo>
                  <a:pt x="0" y="0"/>
                </a:moveTo>
                <a:lnTo>
                  <a:pt x="6060" y="0"/>
                </a:lnTo>
                <a:lnTo>
                  <a:pt x="6060"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18" name="Freeform: Shape 717"/>
          <p:cNvSpPr/>
          <p:nvPr/>
        </p:nvSpPr>
        <p:spPr>
          <a:xfrm>
            <a:off x="5219640" y="224784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19" name="Freeform: Shape 718"/>
          <p:cNvSpPr/>
          <p:nvPr/>
        </p:nvSpPr>
        <p:spPr>
          <a:xfrm>
            <a:off x="5229000" y="2247840"/>
            <a:ext cx="2057760" cy="9720"/>
          </a:xfrm>
          <a:custGeom>
            <a:avLst/>
            <a:gdLst/>
            <a:ahLst/>
            <a:cxnLst/>
            <a:rect l="0" t="0" r="r" b="b"/>
            <a:pathLst>
              <a:path w="5716" h="27">
                <a:moveTo>
                  <a:pt x="0" y="0"/>
                </a:moveTo>
                <a:lnTo>
                  <a:pt x="5716" y="0"/>
                </a:lnTo>
                <a:lnTo>
                  <a:pt x="571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20" name="Freeform: Shape 719"/>
          <p:cNvSpPr/>
          <p:nvPr/>
        </p:nvSpPr>
        <p:spPr>
          <a:xfrm>
            <a:off x="7277040" y="224784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21" name="Freeform: Shape 720"/>
          <p:cNvSpPr/>
          <p:nvPr/>
        </p:nvSpPr>
        <p:spPr>
          <a:xfrm>
            <a:off x="7286400" y="2247840"/>
            <a:ext cx="2162520" cy="9720"/>
          </a:xfrm>
          <a:custGeom>
            <a:avLst/>
            <a:gdLst/>
            <a:ahLst/>
            <a:cxnLst/>
            <a:rect l="0" t="0" r="r" b="b"/>
            <a:pathLst>
              <a:path w="6007" h="27">
                <a:moveTo>
                  <a:pt x="0" y="0"/>
                </a:moveTo>
                <a:lnTo>
                  <a:pt x="6007" y="0"/>
                </a:lnTo>
                <a:lnTo>
                  <a:pt x="600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22" name="Freeform: Shape 721"/>
          <p:cNvSpPr/>
          <p:nvPr/>
        </p:nvSpPr>
        <p:spPr>
          <a:xfrm>
            <a:off x="9439200" y="224784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23" name="Freeform: Shape 722"/>
          <p:cNvSpPr/>
          <p:nvPr/>
        </p:nvSpPr>
        <p:spPr>
          <a:xfrm>
            <a:off x="9448560" y="2247840"/>
            <a:ext cx="2000520" cy="9720"/>
          </a:xfrm>
          <a:custGeom>
            <a:avLst/>
            <a:gdLst/>
            <a:ahLst/>
            <a:cxnLst/>
            <a:rect l="0" t="0" r="r" b="b"/>
            <a:pathLst>
              <a:path w="5557" h="27">
                <a:moveTo>
                  <a:pt x="0" y="0"/>
                </a:moveTo>
                <a:lnTo>
                  <a:pt x="5557" y="0"/>
                </a:lnTo>
                <a:lnTo>
                  <a:pt x="555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24" name="Freeform: Shape 723"/>
          <p:cNvSpPr/>
          <p:nvPr/>
        </p:nvSpPr>
        <p:spPr>
          <a:xfrm>
            <a:off x="11439360" y="224784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25" name="Freeform: Shape 724"/>
          <p:cNvSpPr/>
          <p:nvPr/>
        </p:nvSpPr>
        <p:spPr>
          <a:xfrm>
            <a:off x="752400" y="2676240"/>
            <a:ext cx="2295720" cy="10080"/>
          </a:xfrm>
          <a:custGeom>
            <a:avLst/>
            <a:gdLst/>
            <a:ahLst/>
            <a:cxnLst/>
            <a:rect l="0" t="0" r="r" b="b"/>
            <a:pathLst>
              <a:path w="6377" h="28">
                <a:moveTo>
                  <a:pt x="0" y="0"/>
                </a:moveTo>
                <a:lnTo>
                  <a:pt x="6377" y="0"/>
                </a:lnTo>
                <a:lnTo>
                  <a:pt x="637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26" name="Freeform: Shape 725"/>
          <p:cNvSpPr/>
          <p:nvPr/>
        </p:nvSpPr>
        <p:spPr>
          <a:xfrm>
            <a:off x="3047760" y="2676240"/>
            <a:ext cx="2181600" cy="10080"/>
          </a:xfrm>
          <a:custGeom>
            <a:avLst/>
            <a:gdLst/>
            <a:ahLst/>
            <a:cxnLst/>
            <a:rect l="0" t="0" r="r" b="b"/>
            <a:pathLst>
              <a:path w="6060" h="28">
                <a:moveTo>
                  <a:pt x="0" y="0"/>
                </a:moveTo>
                <a:lnTo>
                  <a:pt x="6060" y="0"/>
                </a:lnTo>
                <a:lnTo>
                  <a:pt x="6060"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27" name="Freeform: Shape 726"/>
          <p:cNvSpPr/>
          <p:nvPr/>
        </p:nvSpPr>
        <p:spPr>
          <a:xfrm>
            <a:off x="5229000" y="2676240"/>
            <a:ext cx="2057760" cy="10080"/>
          </a:xfrm>
          <a:custGeom>
            <a:avLst/>
            <a:gdLst/>
            <a:ahLst/>
            <a:cxnLst/>
            <a:rect l="0" t="0" r="r" b="b"/>
            <a:pathLst>
              <a:path w="5716" h="28">
                <a:moveTo>
                  <a:pt x="0" y="0"/>
                </a:moveTo>
                <a:lnTo>
                  <a:pt x="5716" y="0"/>
                </a:lnTo>
                <a:lnTo>
                  <a:pt x="571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28" name="Freeform: Shape 727"/>
          <p:cNvSpPr/>
          <p:nvPr/>
        </p:nvSpPr>
        <p:spPr>
          <a:xfrm>
            <a:off x="7286400" y="2676240"/>
            <a:ext cx="2162520" cy="10080"/>
          </a:xfrm>
          <a:custGeom>
            <a:avLst/>
            <a:gdLst/>
            <a:ahLst/>
            <a:cxnLst/>
            <a:rect l="0" t="0" r="r" b="b"/>
            <a:pathLst>
              <a:path w="6007" h="28">
                <a:moveTo>
                  <a:pt x="0" y="0"/>
                </a:moveTo>
                <a:lnTo>
                  <a:pt x="6007" y="0"/>
                </a:lnTo>
                <a:lnTo>
                  <a:pt x="600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29" name="Freeform: Shape 728"/>
          <p:cNvSpPr/>
          <p:nvPr/>
        </p:nvSpPr>
        <p:spPr>
          <a:xfrm>
            <a:off x="9448560" y="2676240"/>
            <a:ext cx="2000520" cy="10080"/>
          </a:xfrm>
          <a:custGeom>
            <a:avLst/>
            <a:gdLst/>
            <a:ahLst/>
            <a:cxnLst/>
            <a:rect l="0" t="0" r="r" b="b"/>
            <a:pathLst>
              <a:path w="5557" h="28">
                <a:moveTo>
                  <a:pt x="0" y="0"/>
                </a:moveTo>
                <a:lnTo>
                  <a:pt x="5557" y="0"/>
                </a:lnTo>
                <a:lnTo>
                  <a:pt x="555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30" name="Freeform: Shape 729"/>
          <p:cNvSpPr/>
          <p:nvPr/>
        </p:nvSpPr>
        <p:spPr>
          <a:xfrm>
            <a:off x="752400" y="268596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31" name="Freeform: Shape 730"/>
          <p:cNvSpPr/>
          <p:nvPr/>
        </p:nvSpPr>
        <p:spPr>
          <a:xfrm>
            <a:off x="3038400" y="268596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32" name="Freeform: Shape 731"/>
          <p:cNvSpPr/>
          <p:nvPr/>
        </p:nvSpPr>
        <p:spPr>
          <a:xfrm>
            <a:off x="5219640" y="268596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33" name="Freeform: Shape 732"/>
          <p:cNvSpPr/>
          <p:nvPr/>
        </p:nvSpPr>
        <p:spPr>
          <a:xfrm>
            <a:off x="7277040" y="268596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34" name="Freeform: Shape 733"/>
          <p:cNvSpPr/>
          <p:nvPr/>
        </p:nvSpPr>
        <p:spPr>
          <a:xfrm>
            <a:off x="9439200" y="268596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35" name="Freeform: Shape 734"/>
          <p:cNvSpPr/>
          <p:nvPr/>
        </p:nvSpPr>
        <p:spPr>
          <a:xfrm>
            <a:off x="11439360" y="268596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36" name="Freeform: Shape 735"/>
          <p:cNvSpPr/>
          <p:nvPr/>
        </p:nvSpPr>
        <p:spPr>
          <a:xfrm>
            <a:off x="752400" y="31143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37" name="Freeform: Shape 736"/>
          <p:cNvSpPr/>
          <p:nvPr/>
        </p:nvSpPr>
        <p:spPr>
          <a:xfrm>
            <a:off x="752400" y="3105000"/>
            <a:ext cx="2295720" cy="9720"/>
          </a:xfrm>
          <a:custGeom>
            <a:avLst/>
            <a:gdLst/>
            <a:ahLst/>
            <a:cxnLst/>
            <a:rect l="0" t="0" r="r" b="b"/>
            <a:pathLst>
              <a:path w="6377" h="27">
                <a:moveTo>
                  <a:pt x="0" y="0"/>
                </a:moveTo>
                <a:lnTo>
                  <a:pt x="6377" y="0"/>
                </a:lnTo>
                <a:lnTo>
                  <a:pt x="637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38" name="Freeform: Shape 737"/>
          <p:cNvSpPr/>
          <p:nvPr/>
        </p:nvSpPr>
        <p:spPr>
          <a:xfrm>
            <a:off x="3038400" y="31143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39" name="Freeform: Shape 738"/>
          <p:cNvSpPr/>
          <p:nvPr/>
        </p:nvSpPr>
        <p:spPr>
          <a:xfrm>
            <a:off x="3047760" y="3105000"/>
            <a:ext cx="2181600" cy="9720"/>
          </a:xfrm>
          <a:custGeom>
            <a:avLst/>
            <a:gdLst/>
            <a:ahLst/>
            <a:cxnLst/>
            <a:rect l="0" t="0" r="r" b="b"/>
            <a:pathLst>
              <a:path w="6060" h="27">
                <a:moveTo>
                  <a:pt x="0" y="0"/>
                </a:moveTo>
                <a:lnTo>
                  <a:pt x="6060" y="0"/>
                </a:lnTo>
                <a:lnTo>
                  <a:pt x="6060"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40" name="Freeform: Shape 739"/>
          <p:cNvSpPr/>
          <p:nvPr/>
        </p:nvSpPr>
        <p:spPr>
          <a:xfrm>
            <a:off x="5219640" y="31143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41" name="Freeform: Shape 740"/>
          <p:cNvSpPr/>
          <p:nvPr/>
        </p:nvSpPr>
        <p:spPr>
          <a:xfrm>
            <a:off x="5229000" y="3105000"/>
            <a:ext cx="2057760" cy="9720"/>
          </a:xfrm>
          <a:custGeom>
            <a:avLst/>
            <a:gdLst/>
            <a:ahLst/>
            <a:cxnLst/>
            <a:rect l="0" t="0" r="r" b="b"/>
            <a:pathLst>
              <a:path w="5716" h="27">
                <a:moveTo>
                  <a:pt x="0" y="0"/>
                </a:moveTo>
                <a:lnTo>
                  <a:pt x="5716" y="0"/>
                </a:lnTo>
                <a:lnTo>
                  <a:pt x="571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42" name="Freeform: Shape 741"/>
          <p:cNvSpPr/>
          <p:nvPr/>
        </p:nvSpPr>
        <p:spPr>
          <a:xfrm>
            <a:off x="7277040" y="31143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43" name="Freeform: Shape 742"/>
          <p:cNvSpPr/>
          <p:nvPr/>
        </p:nvSpPr>
        <p:spPr>
          <a:xfrm>
            <a:off x="7286400" y="3105000"/>
            <a:ext cx="2162520" cy="9720"/>
          </a:xfrm>
          <a:custGeom>
            <a:avLst/>
            <a:gdLst/>
            <a:ahLst/>
            <a:cxnLst/>
            <a:rect l="0" t="0" r="r" b="b"/>
            <a:pathLst>
              <a:path w="6007" h="27">
                <a:moveTo>
                  <a:pt x="0" y="0"/>
                </a:moveTo>
                <a:lnTo>
                  <a:pt x="6007" y="0"/>
                </a:lnTo>
                <a:lnTo>
                  <a:pt x="600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44" name="Freeform: Shape 743"/>
          <p:cNvSpPr/>
          <p:nvPr/>
        </p:nvSpPr>
        <p:spPr>
          <a:xfrm>
            <a:off x="9439200" y="31143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45" name="Freeform: Shape 744"/>
          <p:cNvSpPr/>
          <p:nvPr/>
        </p:nvSpPr>
        <p:spPr>
          <a:xfrm>
            <a:off x="9448560" y="3105000"/>
            <a:ext cx="2000520" cy="9720"/>
          </a:xfrm>
          <a:custGeom>
            <a:avLst/>
            <a:gdLst/>
            <a:ahLst/>
            <a:cxnLst/>
            <a:rect l="0" t="0" r="r" b="b"/>
            <a:pathLst>
              <a:path w="5557" h="27">
                <a:moveTo>
                  <a:pt x="0" y="0"/>
                </a:moveTo>
                <a:lnTo>
                  <a:pt x="5557" y="0"/>
                </a:lnTo>
                <a:lnTo>
                  <a:pt x="555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46" name="Freeform: Shape 745"/>
          <p:cNvSpPr/>
          <p:nvPr/>
        </p:nvSpPr>
        <p:spPr>
          <a:xfrm>
            <a:off x="11439360" y="31143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47" name="Freeform: Shape 746"/>
          <p:cNvSpPr/>
          <p:nvPr/>
        </p:nvSpPr>
        <p:spPr>
          <a:xfrm>
            <a:off x="752400" y="355248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48" name="Freeform: Shape 747"/>
          <p:cNvSpPr/>
          <p:nvPr/>
        </p:nvSpPr>
        <p:spPr>
          <a:xfrm>
            <a:off x="752400" y="3543120"/>
            <a:ext cx="2295720" cy="9720"/>
          </a:xfrm>
          <a:custGeom>
            <a:avLst/>
            <a:gdLst/>
            <a:ahLst/>
            <a:cxnLst/>
            <a:rect l="0" t="0" r="r" b="b"/>
            <a:pathLst>
              <a:path w="6377" h="27">
                <a:moveTo>
                  <a:pt x="0" y="0"/>
                </a:moveTo>
                <a:lnTo>
                  <a:pt x="6377" y="0"/>
                </a:lnTo>
                <a:lnTo>
                  <a:pt x="637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49" name="Freeform: Shape 748"/>
          <p:cNvSpPr/>
          <p:nvPr/>
        </p:nvSpPr>
        <p:spPr>
          <a:xfrm>
            <a:off x="3038400" y="355248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50" name="Freeform: Shape 749"/>
          <p:cNvSpPr/>
          <p:nvPr/>
        </p:nvSpPr>
        <p:spPr>
          <a:xfrm>
            <a:off x="3047760" y="3543120"/>
            <a:ext cx="2181600" cy="9720"/>
          </a:xfrm>
          <a:custGeom>
            <a:avLst/>
            <a:gdLst/>
            <a:ahLst/>
            <a:cxnLst/>
            <a:rect l="0" t="0" r="r" b="b"/>
            <a:pathLst>
              <a:path w="6060" h="27">
                <a:moveTo>
                  <a:pt x="0" y="0"/>
                </a:moveTo>
                <a:lnTo>
                  <a:pt x="6060" y="0"/>
                </a:lnTo>
                <a:lnTo>
                  <a:pt x="6060"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51" name="Freeform: Shape 750"/>
          <p:cNvSpPr/>
          <p:nvPr/>
        </p:nvSpPr>
        <p:spPr>
          <a:xfrm>
            <a:off x="5219640" y="355248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52" name="Freeform: Shape 751"/>
          <p:cNvSpPr/>
          <p:nvPr/>
        </p:nvSpPr>
        <p:spPr>
          <a:xfrm>
            <a:off x="5229000" y="3543120"/>
            <a:ext cx="2057760" cy="9720"/>
          </a:xfrm>
          <a:custGeom>
            <a:avLst/>
            <a:gdLst/>
            <a:ahLst/>
            <a:cxnLst/>
            <a:rect l="0" t="0" r="r" b="b"/>
            <a:pathLst>
              <a:path w="5716" h="27">
                <a:moveTo>
                  <a:pt x="0" y="0"/>
                </a:moveTo>
                <a:lnTo>
                  <a:pt x="5716" y="0"/>
                </a:lnTo>
                <a:lnTo>
                  <a:pt x="571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53" name="Freeform: Shape 752"/>
          <p:cNvSpPr/>
          <p:nvPr/>
        </p:nvSpPr>
        <p:spPr>
          <a:xfrm>
            <a:off x="7277040" y="355248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54" name="Freeform: Shape 753"/>
          <p:cNvSpPr/>
          <p:nvPr/>
        </p:nvSpPr>
        <p:spPr>
          <a:xfrm>
            <a:off x="7286400" y="3543120"/>
            <a:ext cx="2162520" cy="9720"/>
          </a:xfrm>
          <a:custGeom>
            <a:avLst/>
            <a:gdLst/>
            <a:ahLst/>
            <a:cxnLst/>
            <a:rect l="0" t="0" r="r" b="b"/>
            <a:pathLst>
              <a:path w="6007" h="27">
                <a:moveTo>
                  <a:pt x="0" y="0"/>
                </a:moveTo>
                <a:lnTo>
                  <a:pt x="6007" y="0"/>
                </a:lnTo>
                <a:lnTo>
                  <a:pt x="600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55" name="Freeform: Shape 754"/>
          <p:cNvSpPr/>
          <p:nvPr/>
        </p:nvSpPr>
        <p:spPr>
          <a:xfrm>
            <a:off x="9439200" y="355248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56" name="Freeform: Shape 755"/>
          <p:cNvSpPr/>
          <p:nvPr/>
        </p:nvSpPr>
        <p:spPr>
          <a:xfrm>
            <a:off x="9448560" y="3543120"/>
            <a:ext cx="2000520" cy="9720"/>
          </a:xfrm>
          <a:custGeom>
            <a:avLst/>
            <a:gdLst/>
            <a:ahLst/>
            <a:cxnLst/>
            <a:rect l="0" t="0" r="r" b="b"/>
            <a:pathLst>
              <a:path w="5557" h="27">
                <a:moveTo>
                  <a:pt x="0" y="0"/>
                </a:moveTo>
                <a:lnTo>
                  <a:pt x="5557" y="0"/>
                </a:lnTo>
                <a:lnTo>
                  <a:pt x="555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57" name="Freeform: Shape 756"/>
          <p:cNvSpPr/>
          <p:nvPr/>
        </p:nvSpPr>
        <p:spPr>
          <a:xfrm>
            <a:off x="11439360" y="355248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58" name="Freeform: Shape 757"/>
          <p:cNvSpPr/>
          <p:nvPr/>
        </p:nvSpPr>
        <p:spPr>
          <a:xfrm>
            <a:off x="752400" y="39812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59" name="Freeform: Shape 758"/>
          <p:cNvSpPr/>
          <p:nvPr/>
        </p:nvSpPr>
        <p:spPr>
          <a:xfrm>
            <a:off x="752400" y="3971880"/>
            <a:ext cx="2295720" cy="9720"/>
          </a:xfrm>
          <a:custGeom>
            <a:avLst/>
            <a:gdLst/>
            <a:ahLst/>
            <a:cxnLst/>
            <a:rect l="0" t="0" r="r" b="b"/>
            <a:pathLst>
              <a:path w="6377" h="27">
                <a:moveTo>
                  <a:pt x="0" y="0"/>
                </a:moveTo>
                <a:lnTo>
                  <a:pt x="6377" y="0"/>
                </a:lnTo>
                <a:lnTo>
                  <a:pt x="637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60" name="Freeform: Shape 759"/>
          <p:cNvSpPr/>
          <p:nvPr/>
        </p:nvSpPr>
        <p:spPr>
          <a:xfrm>
            <a:off x="3038400" y="39812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61" name="Freeform: Shape 760"/>
          <p:cNvSpPr/>
          <p:nvPr/>
        </p:nvSpPr>
        <p:spPr>
          <a:xfrm>
            <a:off x="3047760" y="3971880"/>
            <a:ext cx="2181600" cy="9720"/>
          </a:xfrm>
          <a:custGeom>
            <a:avLst/>
            <a:gdLst/>
            <a:ahLst/>
            <a:cxnLst/>
            <a:rect l="0" t="0" r="r" b="b"/>
            <a:pathLst>
              <a:path w="6060" h="27">
                <a:moveTo>
                  <a:pt x="0" y="0"/>
                </a:moveTo>
                <a:lnTo>
                  <a:pt x="6060" y="0"/>
                </a:lnTo>
                <a:lnTo>
                  <a:pt x="6060"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62" name="Freeform: Shape 761"/>
          <p:cNvSpPr/>
          <p:nvPr/>
        </p:nvSpPr>
        <p:spPr>
          <a:xfrm>
            <a:off x="5219640" y="39812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63" name="Freeform: Shape 762"/>
          <p:cNvSpPr/>
          <p:nvPr/>
        </p:nvSpPr>
        <p:spPr>
          <a:xfrm>
            <a:off x="5229000" y="3971880"/>
            <a:ext cx="2057760" cy="9720"/>
          </a:xfrm>
          <a:custGeom>
            <a:avLst/>
            <a:gdLst/>
            <a:ahLst/>
            <a:cxnLst/>
            <a:rect l="0" t="0" r="r" b="b"/>
            <a:pathLst>
              <a:path w="5716" h="27">
                <a:moveTo>
                  <a:pt x="0" y="0"/>
                </a:moveTo>
                <a:lnTo>
                  <a:pt x="5716" y="0"/>
                </a:lnTo>
                <a:lnTo>
                  <a:pt x="571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64" name="Freeform: Shape 763"/>
          <p:cNvSpPr/>
          <p:nvPr/>
        </p:nvSpPr>
        <p:spPr>
          <a:xfrm>
            <a:off x="7277040" y="39812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65" name="Freeform: Shape 764"/>
          <p:cNvSpPr/>
          <p:nvPr/>
        </p:nvSpPr>
        <p:spPr>
          <a:xfrm>
            <a:off x="7286400" y="3971880"/>
            <a:ext cx="2162520" cy="9720"/>
          </a:xfrm>
          <a:custGeom>
            <a:avLst/>
            <a:gdLst/>
            <a:ahLst/>
            <a:cxnLst/>
            <a:rect l="0" t="0" r="r" b="b"/>
            <a:pathLst>
              <a:path w="6007" h="27">
                <a:moveTo>
                  <a:pt x="0" y="0"/>
                </a:moveTo>
                <a:lnTo>
                  <a:pt x="6007" y="0"/>
                </a:lnTo>
                <a:lnTo>
                  <a:pt x="600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66" name="Freeform: Shape 765"/>
          <p:cNvSpPr/>
          <p:nvPr/>
        </p:nvSpPr>
        <p:spPr>
          <a:xfrm>
            <a:off x="9439200" y="39812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67" name="Freeform: Shape 766"/>
          <p:cNvSpPr/>
          <p:nvPr/>
        </p:nvSpPr>
        <p:spPr>
          <a:xfrm>
            <a:off x="9448560" y="3971880"/>
            <a:ext cx="2000520" cy="9720"/>
          </a:xfrm>
          <a:custGeom>
            <a:avLst/>
            <a:gdLst/>
            <a:ahLst/>
            <a:cxnLst/>
            <a:rect l="0" t="0" r="r" b="b"/>
            <a:pathLst>
              <a:path w="5557" h="27">
                <a:moveTo>
                  <a:pt x="0" y="0"/>
                </a:moveTo>
                <a:lnTo>
                  <a:pt x="5557" y="0"/>
                </a:lnTo>
                <a:lnTo>
                  <a:pt x="555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68" name="Freeform: Shape 767"/>
          <p:cNvSpPr/>
          <p:nvPr/>
        </p:nvSpPr>
        <p:spPr>
          <a:xfrm>
            <a:off x="11439360" y="39812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69" name="Freeform: Shape 768"/>
          <p:cNvSpPr/>
          <p:nvPr/>
        </p:nvSpPr>
        <p:spPr>
          <a:xfrm>
            <a:off x="752400" y="44100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70" name="Freeform: Shape 769"/>
          <p:cNvSpPr/>
          <p:nvPr/>
        </p:nvSpPr>
        <p:spPr>
          <a:xfrm>
            <a:off x="752400" y="4400280"/>
            <a:ext cx="2295720" cy="10080"/>
          </a:xfrm>
          <a:custGeom>
            <a:avLst/>
            <a:gdLst/>
            <a:ahLst/>
            <a:cxnLst/>
            <a:rect l="0" t="0" r="r" b="b"/>
            <a:pathLst>
              <a:path w="6377" h="28">
                <a:moveTo>
                  <a:pt x="0" y="0"/>
                </a:moveTo>
                <a:lnTo>
                  <a:pt x="6377" y="0"/>
                </a:lnTo>
                <a:lnTo>
                  <a:pt x="637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71" name="Freeform: Shape 770"/>
          <p:cNvSpPr/>
          <p:nvPr/>
        </p:nvSpPr>
        <p:spPr>
          <a:xfrm>
            <a:off x="3038400" y="44100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72" name="Freeform: Shape 771"/>
          <p:cNvSpPr/>
          <p:nvPr/>
        </p:nvSpPr>
        <p:spPr>
          <a:xfrm>
            <a:off x="3047760" y="4400280"/>
            <a:ext cx="2181600" cy="10080"/>
          </a:xfrm>
          <a:custGeom>
            <a:avLst/>
            <a:gdLst/>
            <a:ahLst/>
            <a:cxnLst/>
            <a:rect l="0" t="0" r="r" b="b"/>
            <a:pathLst>
              <a:path w="6060" h="28">
                <a:moveTo>
                  <a:pt x="0" y="0"/>
                </a:moveTo>
                <a:lnTo>
                  <a:pt x="6060" y="0"/>
                </a:lnTo>
                <a:lnTo>
                  <a:pt x="6060"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73" name="Freeform: Shape 772"/>
          <p:cNvSpPr/>
          <p:nvPr/>
        </p:nvSpPr>
        <p:spPr>
          <a:xfrm>
            <a:off x="5219640" y="44100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74" name="Freeform: Shape 773"/>
          <p:cNvSpPr/>
          <p:nvPr/>
        </p:nvSpPr>
        <p:spPr>
          <a:xfrm>
            <a:off x="5229000" y="4400280"/>
            <a:ext cx="2057760" cy="10080"/>
          </a:xfrm>
          <a:custGeom>
            <a:avLst/>
            <a:gdLst/>
            <a:ahLst/>
            <a:cxnLst/>
            <a:rect l="0" t="0" r="r" b="b"/>
            <a:pathLst>
              <a:path w="5716" h="28">
                <a:moveTo>
                  <a:pt x="0" y="0"/>
                </a:moveTo>
                <a:lnTo>
                  <a:pt x="5716" y="0"/>
                </a:lnTo>
                <a:lnTo>
                  <a:pt x="571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75" name="Freeform: Shape 774"/>
          <p:cNvSpPr/>
          <p:nvPr/>
        </p:nvSpPr>
        <p:spPr>
          <a:xfrm>
            <a:off x="7277040" y="44100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76" name="Freeform: Shape 775"/>
          <p:cNvSpPr/>
          <p:nvPr/>
        </p:nvSpPr>
        <p:spPr>
          <a:xfrm>
            <a:off x="7286400" y="4400280"/>
            <a:ext cx="2162520" cy="10080"/>
          </a:xfrm>
          <a:custGeom>
            <a:avLst/>
            <a:gdLst/>
            <a:ahLst/>
            <a:cxnLst/>
            <a:rect l="0" t="0" r="r" b="b"/>
            <a:pathLst>
              <a:path w="6007" h="28">
                <a:moveTo>
                  <a:pt x="0" y="0"/>
                </a:moveTo>
                <a:lnTo>
                  <a:pt x="6007" y="0"/>
                </a:lnTo>
                <a:lnTo>
                  <a:pt x="600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77" name="Freeform: Shape 776"/>
          <p:cNvSpPr/>
          <p:nvPr/>
        </p:nvSpPr>
        <p:spPr>
          <a:xfrm>
            <a:off x="9439200" y="44100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78" name="Freeform: Shape 777"/>
          <p:cNvSpPr/>
          <p:nvPr/>
        </p:nvSpPr>
        <p:spPr>
          <a:xfrm>
            <a:off x="9448560" y="4400280"/>
            <a:ext cx="2000520" cy="10080"/>
          </a:xfrm>
          <a:custGeom>
            <a:avLst/>
            <a:gdLst/>
            <a:ahLst/>
            <a:cxnLst/>
            <a:rect l="0" t="0" r="r" b="b"/>
            <a:pathLst>
              <a:path w="5557" h="28">
                <a:moveTo>
                  <a:pt x="0" y="0"/>
                </a:moveTo>
                <a:lnTo>
                  <a:pt x="5557" y="0"/>
                </a:lnTo>
                <a:lnTo>
                  <a:pt x="555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79" name="Freeform: Shape 778"/>
          <p:cNvSpPr/>
          <p:nvPr/>
        </p:nvSpPr>
        <p:spPr>
          <a:xfrm>
            <a:off x="11439360" y="44100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80" name="Freeform: Shape 779"/>
          <p:cNvSpPr/>
          <p:nvPr/>
        </p:nvSpPr>
        <p:spPr>
          <a:xfrm>
            <a:off x="752400" y="484812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81" name="Freeform: Shape 780"/>
          <p:cNvSpPr/>
          <p:nvPr/>
        </p:nvSpPr>
        <p:spPr>
          <a:xfrm>
            <a:off x="752400" y="4838400"/>
            <a:ext cx="2295720" cy="10080"/>
          </a:xfrm>
          <a:custGeom>
            <a:avLst/>
            <a:gdLst/>
            <a:ahLst/>
            <a:cxnLst/>
            <a:rect l="0" t="0" r="r" b="b"/>
            <a:pathLst>
              <a:path w="6377" h="28">
                <a:moveTo>
                  <a:pt x="0" y="0"/>
                </a:moveTo>
                <a:lnTo>
                  <a:pt x="6377" y="0"/>
                </a:lnTo>
                <a:lnTo>
                  <a:pt x="637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82" name="Freeform: Shape 781"/>
          <p:cNvSpPr/>
          <p:nvPr/>
        </p:nvSpPr>
        <p:spPr>
          <a:xfrm>
            <a:off x="3038400" y="484812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83" name="Freeform: Shape 782"/>
          <p:cNvSpPr/>
          <p:nvPr/>
        </p:nvSpPr>
        <p:spPr>
          <a:xfrm>
            <a:off x="3047760" y="4838400"/>
            <a:ext cx="2181600" cy="10080"/>
          </a:xfrm>
          <a:custGeom>
            <a:avLst/>
            <a:gdLst/>
            <a:ahLst/>
            <a:cxnLst/>
            <a:rect l="0" t="0" r="r" b="b"/>
            <a:pathLst>
              <a:path w="6060" h="28">
                <a:moveTo>
                  <a:pt x="0" y="0"/>
                </a:moveTo>
                <a:lnTo>
                  <a:pt x="6060" y="0"/>
                </a:lnTo>
                <a:lnTo>
                  <a:pt x="6060"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84" name="Freeform: Shape 783"/>
          <p:cNvSpPr/>
          <p:nvPr/>
        </p:nvSpPr>
        <p:spPr>
          <a:xfrm>
            <a:off x="5219640" y="484812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85" name="Freeform: Shape 784"/>
          <p:cNvSpPr/>
          <p:nvPr/>
        </p:nvSpPr>
        <p:spPr>
          <a:xfrm>
            <a:off x="5229000" y="4838400"/>
            <a:ext cx="2057760" cy="10080"/>
          </a:xfrm>
          <a:custGeom>
            <a:avLst/>
            <a:gdLst/>
            <a:ahLst/>
            <a:cxnLst/>
            <a:rect l="0" t="0" r="r" b="b"/>
            <a:pathLst>
              <a:path w="5716" h="28">
                <a:moveTo>
                  <a:pt x="0" y="0"/>
                </a:moveTo>
                <a:lnTo>
                  <a:pt x="5716" y="0"/>
                </a:lnTo>
                <a:lnTo>
                  <a:pt x="571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86" name="Freeform: Shape 785"/>
          <p:cNvSpPr/>
          <p:nvPr/>
        </p:nvSpPr>
        <p:spPr>
          <a:xfrm>
            <a:off x="7277040" y="484812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87" name="Freeform: Shape 786"/>
          <p:cNvSpPr/>
          <p:nvPr/>
        </p:nvSpPr>
        <p:spPr>
          <a:xfrm>
            <a:off x="7286400" y="4838400"/>
            <a:ext cx="2162520" cy="10080"/>
          </a:xfrm>
          <a:custGeom>
            <a:avLst/>
            <a:gdLst/>
            <a:ahLst/>
            <a:cxnLst/>
            <a:rect l="0" t="0" r="r" b="b"/>
            <a:pathLst>
              <a:path w="6007" h="28">
                <a:moveTo>
                  <a:pt x="0" y="0"/>
                </a:moveTo>
                <a:lnTo>
                  <a:pt x="6007" y="0"/>
                </a:lnTo>
                <a:lnTo>
                  <a:pt x="600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88" name="Freeform: Shape 787"/>
          <p:cNvSpPr/>
          <p:nvPr/>
        </p:nvSpPr>
        <p:spPr>
          <a:xfrm>
            <a:off x="9439200" y="484812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89" name="Freeform: Shape 788"/>
          <p:cNvSpPr/>
          <p:nvPr/>
        </p:nvSpPr>
        <p:spPr>
          <a:xfrm>
            <a:off x="9448560" y="4838400"/>
            <a:ext cx="2000520" cy="10080"/>
          </a:xfrm>
          <a:custGeom>
            <a:avLst/>
            <a:gdLst/>
            <a:ahLst/>
            <a:cxnLst/>
            <a:rect l="0" t="0" r="r" b="b"/>
            <a:pathLst>
              <a:path w="5557" h="28">
                <a:moveTo>
                  <a:pt x="0" y="0"/>
                </a:moveTo>
                <a:lnTo>
                  <a:pt x="5557" y="0"/>
                </a:lnTo>
                <a:lnTo>
                  <a:pt x="555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90" name="Freeform: Shape 789"/>
          <p:cNvSpPr/>
          <p:nvPr/>
        </p:nvSpPr>
        <p:spPr>
          <a:xfrm>
            <a:off x="11439360" y="484812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91" name="Freeform: Shape 790"/>
          <p:cNvSpPr/>
          <p:nvPr/>
        </p:nvSpPr>
        <p:spPr>
          <a:xfrm>
            <a:off x="752400" y="52765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92" name="Freeform: Shape 791"/>
          <p:cNvSpPr/>
          <p:nvPr/>
        </p:nvSpPr>
        <p:spPr>
          <a:xfrm>
            <a:off x="752400" y="5267160"/>
            <a:ext cx="2295720" cy="9720"/>
          </a:xfrm>
          <a:custGeom>
            <a:avLst/>
            <a:gdLst/>
            <a:ahLst/>
            <a:cxnLst/>
            <a:rect l="0" t="0" r="r" b="b"/>
            <a:pathLst>
              <a:path w="6377" h="27">
                <a:moveTo>
                  <a:pt x="0" y="0"/>
                </a:moveTo>
                <a:lnTo>
                  <a:pt x="6377" y="0"/>
                </a:lnTo>
                <a:lnTo>
                  <a:pt x="637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93" name="Freeform: Shape 792"/>
          <p:cNvSpPr/>
          <p:nvPr/>
        </p:nvSpPr>
        <p:spPr>
          <a:xfrm>
            <a:off x="3038400" y="52765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94" name="Freeform: Shape 793"/>
          <p:cNvSpPr/>
          <p:nvPr/>
        </p:nvSpPr>
        <p:spPr>
          <a:xfrm>
            <a:off x="3047760" y="5267160"/>
            <a:ext cx="2181600" cy="9720"/>
          </a:xfrm>
          <a:custGeom>
            <a:avLst/>
            <a:gdLst/>
            <a:ahLst/>
            <a:cxnLst/>
            <a:rect l="0" t="0" r="r" b="b"/>
            <a:pathLst>
              <a:path w="6060" h="27">
                <a:moveTo>
                  <a:pt x="0" y="0"/>
                </a:moveTo>
                <a:lnTo>
                  <a:pt x="6060" y="0"/>
                </a:lnTo>
                <a:lnTo>
                  <a:pt x="6060"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95" name="Freeform: Shape 794"/>
          <p:cNvSpPr/>
          <p:nvPr/>
        </p:nvSpPr>
        <p:spPr>
          <a:xfrm>
            <a:off x="5219640" y="52765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96" name="Freeform: Shape 795"/>
          <p:cNvSpPr/>
          <p:nvPr/>
        </p:nvSpPr>
        <p:spPr>
          <a:xfrm>
            <a:off x="5229000" y="5267160"/>
            <a:ext cx="2057760" cy="9720"/>
          </a:xfrm>
          <a:custGeom>
            <a:avLst/>
            <a:gdLst/>
            <a:ahLst/>
            <a:cxnLst/>
            <a:rect l="0" t="0" r="r" b="b"/>
            <a:pathLst>
              <a:path w="5716" h="27">
                <a:moveTo>
                  <a:pt x="0" y="0"/>
                </a:moveTo>
                <a:lnTo>
                  <a:pt x="5716" y="0"/>
                </a:lnTo>
                <a:lnTo>
                  <a:pt x="571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97" name="Freeform: Shape 796"/>
          <p:cNvSpPr/>
          <p:nvPr/>
        </p:nvSpPr>
        <p:spPr>
          <a:xfrm>
            <a:off x="7277040" y="52765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98" name="Freeform: Shape 797"/>
          <p:cNvSpPr/>
          <p:nvPr/>
        </p:nvSpPr>
        <p:spPr>
          <a:xfrm>
            <a:off x="7286400" y="5267160"/>
            <a:ext cx="2162520" cy="9720"/>
          </a:xfrm>
          <a:custGeom>
            <a:avLst/>
            <a:gdLst/>
            <a:ahLst/>
            <a:cxnLst/>
            <a:rect l="0" t="0" r="r" b="b"/>
            <a:pathLst>
              <a:path w="6007" h="27">
                <a:moveTo>
                  <a:pt x="0" y="0"/>
                </a:moveTo>
                <a:lnTo>
                  <a:pt x="6007" y="0"/>
                </a:lnTo>
                <a:lnTo>
                  <a:pt x="600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799" name="Freeform: Shape 798"/>
          <p:cNvSpPr/>
          <p:nvPr/>
        </p:nvSpPr>
        <p:spPr>
          <a:xfrm>
            <a:off x="9439200" y="52765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00" name="Freeform: Shape 799"/>
          <p:cNvSpPr/>
          <p:nvPr/>
        </p:nvSpPr>
        <p:spPr>
          <a:xfrm>
            <a:off x="9448560" y="5267160"/>
            <a:ext cx="2000520" cy="9720"/>
          </a:xfrm>
          <a:custGeom>
            <a:avLst/>
            <a:gdLst/>
            <a:ahLst/>
            <a:cxnLst/>
            <a:rect l="0" t="0" r="r" b="b"/>
            <a:pathLst>
              <a:path w="5557" h="27">
                <a:moveTo>
                  <a:pt x="0" y="0"/>
                </a:moveTo>
                <a:lnTo>
                  <a:pt x="5557" y="0"/>
                </a:lnTo>
                <a:lnTo>
                  <a:pt x="555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01" name="Freeform: Shape 800"/>
          <p:cNvSpPr/>
          <p:nvPr/>
        </p:nvSpPr>
        <p:spPr>
          <a:xfrm>
            <a:off x="11439360" y="52765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02" name="Freeform: Shape 801"/>
          <p:cNvSpPr/>
          <p:nvPr/>
        </p:nvSpPr>
        <p:spPr>
          <a:xfrm>
            <a:off x="752400" y="5695920"/>
            <a:ext cx="2295720" cy="9720"/>
          </a:xfrm>
          <a:custGeom>
            <a:avLst/>
            <a:gdLst/>
            <a:ahLst/>
            <a:cxnLst/>
            <a:rect l="0" t="0" r="r" b="b"/>
            <a:pathLst>
              <a:path w="6377" h="27">
                <a:moveTo>
                  <a:pt x="0" y="0"/>
                </a:moveTo>
                <a:lnTo>
                  <a:pt x="6377" y="0"/>
                </a:lnTo>
                <a:lnTo>
                  <a:pt x="637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03" name="Freeform: Shape 802"/>
          <p:cNvSpPr/>
          <p:nvPr/>
        </p:nvSpPr>
        <p:spPr>
          <a:xfrm>
            <a:off x="3047760" y="5695920"/>
            <a:ext cx="2181600" cy="9720"/>
          </a:xfrm>
          <a:custGeom>
            <a:avLst/>
            <a:gdLst/>
            <a:ahLst/>
            <a:cxnLst/>
            <a:rect l="0" t="0" r="r" b="b"/>
            <a:pathLst>
              <a:path w="6060" h="27">
                <a:moveTo>
                  <a:pt x="0" y="0"/>
                </a:moveTo>
                <a:lnTo>
                  <a:pt x="6060" y="0"/>
                </a:lnTo>
                <a:lnTo>
                  <a:pt x="6060"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04" name="Freeform: Shape 803"/>
          <p:cNvSpPr/>
          <p:nvPr/>
        </p:nvSpPr>
        <p:spPr>
          <a:xfrm>
            <a:off x="5229000" y="5695920"/>
            <a:ext cx="2057760" cy="9720"/>
          </a:xfrm>
          <a:custGeom>
            <a:avLst/>
            <a:gdLst/>
            <a:ahLst/>
            <a:cxnLst/>
            <a:rect l="0" t="0" r="r" b="b"/>
            <a:pathLst>
              <a:path w="5716" h="27">
                <a:moveTo>
                  <a:pt x="0" y="0"/>
                </a:moveTo>
                <a:lnTo>
                  <a:pt x="5716" y="0"/>
                </a:lnTo>
                <a:lnTo>
                  <a:pt x="571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05" name="Freeform: Shape 804"/>
          <p:cNvSpPr/>
          <p:nvPr/>
        </p:nvSpPr>
        <p:spPr>
          <a:xfrm>
            <a:off x="7286400" y="5695920"/>
            <a:ext cx="2162520" cy="9720"/>
          </a:xfrm>
          <a:custGeom>
            <a:avLst/>
            <a:gdLst/>
            <a:ahLst/>
            <a:cxnLst/>
            <a:rect l="0" t="0" r="r" b="b"/>
            <a:pathLst>
              <a:path w="6007" h="27">
                <a:moveTo>
                  <a:pt x="0" y="0"/>
                </a:moveTo>
                <a:lnTo>
                  <a:pt x="6007" y="0"/>
                </a:lnTo>
                <a:lnTo>
                  <a:pt x="600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06" name="Freeform: Shape 805"/>
          <p:cNvSpPr/>
          <p:nvPr/>
        </p:nvSpPr>
        <p:spPr>
          <a:xfrm>
            <a:off x="9448560" y="5695920"/>
            <a:ext cx="2000520" cy="9720"/>
          </a:xfrm>
          <a:custGeom>
            <a:avLst/>
            <a:gdLst/>
            <a:ahLst/>
            <a:cxnLst/>
            <a:rect l="0" t="0" r="r" b="b"/>
            <a:pathLst>
              <a:path w="5557" h="27">
                <a:moveTo>
                  <a:pt x="0" y="0"/>
                </a:moveTo>
                <a:lnTo>
                  <a:pt x="5557" y="0"/>
                </a:lnTo>
                <a:lnTo>
                  <a:pt x="555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07" name="TextBox 806"/>
          <p:cNvSpPr txBox="1"/>
          <p:nvPr/>
        </p:nvSpPr>
        <p:spPr>
          <a:xfrm>
            <a:off x="747720" y="763200"/>
            <a:ext cx="7995240" cy="474480"/>
          </a:xfrm>
          <a:prstGeom prst="rect">
            <a:avLst/>
          </a:prstGeom>
          <a:noFill/>
          <a:ln w="0">
            <a:noFill/>
          </a:ln>
        </p:spPr>
        <p:txBody>
          <a:bodyPr wrap="none" lIns="0" tIns="0" rIns="0" bIns="0" anchor="t">
            <a:spAutoFit/>
          </a:bodyPr>
          <a:lstStyle/>
          <a:p>
            <a:r>
              <a:rPr lang="en-GB" sz="3080" b="0" u="none" strike="noStrike">
                <a:solidFill>
                  <a:srgbClr val="2F2F2F"/>
                </a:solidFill>
                <a:effectLst/>
                <a:uFillTx/>
                <a:latin typeface="Inter"/>
                <a:ea typeface="Inter"/>
              </a:rPr>
              <a:t>3. Implementation Progress: Feature Matrix</a:t>
            </a:r>
            <a:endParaRPr lang="en-GB" sz="3080" b="0" u="none" strike="noStrike">
              <a:solidFill>
                <a:srgbClr val="000000"/>
              </a:solidFill>
              <a:effectLst/>
              <a:uFillTx/>
              <a:latin typeface="Times New Roman"/>
            </a:endParaRPr>
          </a:p>
        </p:txBody>
      </p:sp>
      <p:sp>
        <p:nvSpPr>
          <p:cNvPr id="808" name="TextBox 807"/>
          <p:cNvSpPr txBox="1"/>
          <p:nvPr/>
        </p:nvSpPr>
        <p:spPr>
          <a:xfrm>
            <a:off x="747720" y="1644480"/>
            <a:ext cx="3635280" cy="373680"/>
          </a:xfrm>
          <a:prstGeom prst="rect">
            <a:avLst/>
          </a:prstGeom>
          <a:noFill/>
          <a:ln w="0">
            <a:noFill/>
          </a:ln>
        </p:spPr>
        <p:txBody>
          <a:bodyPr wrap="none" lIns="0" tIns="0" rIns="0" bIns="0" anchor="t">
            <a:spAutoFit/>
          </a:bodyPr>
          <a:lstStyle/>
          <a:p>
            <a:r>
              <a:rPr lang="en-GB" sz="2420" b="0" u="none" strike="noStrike">
                <a:solidFill>
                  <a:srgbClr val="2F2F2F"/>
                </a:solidFill>
                <a:effectLst/>
                <a:uFillTx/>
                <a:latin typeface="Inter"/>
                <a:ea typeface="Inter"/>
              </a:rPr>
              <a:t>Overall Completion: </a:t>
            </a:r>
            <a:r>
              <a:rPr lang="en-GB" sz="2420" b="0" u="none" strike="noStrike">
                <a:solidFill>
                  <a:srgbClr val="4488CC"/>
                </a:solidFill>
                <a:effectLst/>
                <a:uFillTx/>
                <a:latin typeface="Inter"/>
                <a:ea typeface="Inter"/>
              </a:rPr>
              <a:t>86%</a:t>
            </a:r>
            <a:endParaRPr lang="en-GB" sz="2420" b="0" u="none" strike="noStrike">
              <a:solidFill>
                <a:srgbClr val="000000"/>
              </a:solidFill>
              <a:effectLst/>
              <a:uFillTx/>
              <a:latin typeface="Times New Roman"/>
            </a:endParaRPr>
          </a:p>
        </p:txBody>
      </p:sp>
      <p:sp>
        <p:nvSpPr>
          <p:cNvPr id="809" name="TextBox 808"/>
          <p:cNvSpPr txBox="1"/>
          <p:nvPr/>
        </p:nvSpPr>
        <p:spPr>
          <a:xfrm>
            <a:off x="1478520" y="2349000"/>
            <a:ext cx="830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Category</a:t>
            </a:r>
            <a:endParaRPr lang="en-GB" sz="1500" b="0" u="none" strike="noStrike">
              <a:solidFill>
                <a:srgbClr val="000000"/>
              </a:solidFill>
              <a:effectLst/>
              <a:uFillTx/>
              <a:latin typeface="Times New Roman"/>
            </a:endParaRPr>
          </a:p>
        </p:txBody>
      </p:sp>
      <p:sp>
        <p:nvSpPr>
          <p:cNvPr id="810" name="TextBox 809"/>
          <p:cNvSpPr txBox="1"/>
          <p:nvPr/>
        </p:nvSpPr>
        <p:spPr>
          <a:xfrm>
            <a:off x="3638880" y="2349000"/>
            <a:ext cx="9849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Completed</a:t>
            </a:r>
            <a:endParaRPr lang="en-GB" sz="1500" b="0" u="none" strike="noStrike">
              <a:solidFill>
                <a:srgbClr val="000000"/>
              </a:solidFill>
              <a:effectLst/>
              <a:uFillTx/>
              <a:latin typeface="Times New Roman"/>
            </a:endParaRPr>
          </a:p>
        </p:txBody>
      </p:sp>
      <p:sp>
        <p:nvSpPr>
          <p:cNvPr id="811" name="TextBox 810"/>
          <p:cNvSpPr txBox="1"/>
          <p:nvPr/>
        </p:nvSpPr>
        <p:spPr>
          <a:xfrm>
            <a:off x="5741640" y="2349000"/>
            <a:ext cx="10263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In Progress</a:t>
            </a:r>
            <a:endParaRPr lang="en-GB" sz="1500" b="0" u="none" strike="noStrike">
              <a:solidFill>
                <a:srgbClr val="000000"/>
              </a:solidFill>
              <a:effectLst/>
              <a:uFillTx/>
              <a:latin typeface="Times New Roman"/>
            </a:endParaRPr>
          </a:p>
        </p:txBody>
      </p:sp>
      <p:sp>
        <p:nvSpPr>
          <p:cNvPr id="812" name="TextBox 811"/>
          <p:cNvSpPr txBox="1"/>
          <p:nvPr/>
        </p:nvSpPr>
        <p:spPr>
          <a:xfrm>
            <a:off x="7746480" y="2349000"/>
            <a:ext cx="12362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To Implement</a:t>
            </a:r>
            <a:endParaRPr lang="en-GB" sz="1500" b="0" u="none" strike="noStrike">
              <a:solidFill>
                <a:srgbClr val="000000"/>
              </a:solidFill>
              <a:effectLst/>
              <a:uFillTx/>
              <a:latin typeface="Times New Roman"/>
            </a:endParaRPr>
          </a:p>
        </p:txBody>
      </p:sp>
      <p:sp>
        <p:nvSpPr>
          <p:cNvPr id="813" name="TextBox 812"/>
          <p:cNvSpPr txBox="1"/>
          <p:nvPr/>
        </p:nvSpPr>
        <p:spPr>
          <a:xfrm>
            <a:off x="10077840" y="2349000"/>
            <a:ext cx="7268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Blocked</a:t>
            </a:r>
            <a:endParaRPr lang="en-GB" sz="1500" b="0" u="none" strike="noStrike">
              <a:solidFill>
                <a:srgbClr val="000000"/>
              </a:solidFill>
              <a:effectLst/>
              <a:uFillTx/>
              <a:latin typeface="Times New Roman"/>
            </a:endParaRPr>
          </a:p>
        </p:txBody>
      </p:sp>
      <p:sp>
        <p:nvSpPr>
          <p:cNvPr id="814" name="TextBox 813"/>
          <p:cNvSpPr txBox="1"/>
          <p:nvPr/>
        </p:nvSpPr>
        <p:spPr>
          <a:xfrm>
            <a:off x="880920" y="2777760"/>
            <a:ext cx="1658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User Management</a:t>
            </a:r>
            <a:endParaRPr lang="en-GB" sz="1500" b="0" u="none" strike="noStrike">
              <a:solidFill>
                <a:srgbClr val="000000"/>
              </a:solidFill>
              <a:effectLst/>
              <a:uFillTx/>
              <a:latin typeface="Times New Roman"/>
            </a:endParaRPr>
          </a:p>
        </p:txBody>
      </p:sp>
      <p:sp>
        <p:nvSpPr>
          <p:cNvPr id="815" name="TextBox 814"/>
          <p:cNvSpPr txBox="1"/>
          <p:nvPr/>
        </p:nvSpPr>
        <p:spPr>
          <a:xfrm>
            <a:off x="3170160" y="2777760"/>
            <a:ext cx="4399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16" name="TextBox 815"/>
          <p:cNvSpPr txBox="1"/>
          <p:nvPr/>
        </p:nvSpPr>
        <p:spPr>
          <a:xfrm>
            <a:off x="5352120" y="277776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17" name="TextBox 816"/>
          <p:cNvSpPr txBox="1"/>
          <p:nvPr/>
        </p:nvSpPr>
        <p:spPr>
          <a:xfrm>
            <a:off x="7408800" y="277776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18" name="TextBox 817"/>
          <p:cNvSpPr txBox="1"/>
          <p:nvPr/>
        </p:nvSpPr>
        <p:spPr>
          <a:xfrm>
            <a:off x="9568080" y="277776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19" name="TextBox 818"/>
          <p:cNvSpPr txBox="1"/>
          <p:nvPr/>
        </p:nvSpPr>
        <p:spPr>
          <a:xfrm>
            <a:off x="880920" y="3206160"/>
            <a:ext cx="14551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Product Catalog</a:t>
            </a:r>
            <a:endParaRPr lang="en-GB" sz="1500" b="0" u="none" strike="noStrike">
              <a:solidFill>
                <a:srgbClr val="000000"/>
              </a:solidFill>
              <a:effectLst/>
              <a:uFillTx/>
              <a:latin typeface="Times New Roman"/>
            </a:endParaRPr>
          </a:p>
        </p:txBody>
      </p:sp>
      <p:sp>
        <p:nvSpPr>
          <p:cNvPr id="820" name="TextBox 819"/>
          <p:cNvSpPr txBox="1"/>
          <p:nvPr/>
        </p:nvSpPr>
        <p:spPr>
          <a:xfrm>
            <a:off x="3170160" y="3206160"/>
            <a:ext cx="4399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21" name="TextBox 820"/>
          <p:cNvSpPr txBox="1"/>
          <p:nvPr/>
        </p:nvSpPr>
        <p:spPr>
          <a:xfrm>
            <a:off x="5352120" y="320616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22" name="TextBox 821"/>
          <p:cNvSpPr txBox="1"/>
          <p:nvPr/>
        </p:nvSpPr>
        <p:spPr>
          <a:xfrm>
            <a:off x="7408800" y="320616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23" name="TextBox 822"/>
          <p:cNvSpPr txBox="1"/>
          <p:nvPr/>
        </p:nvSpPr>
        <p:spPr>
          <a:xfrm>
            <a:off x="9568080" y="320616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24" name="TextBox 823"/>
          <p:cNvSpPr txBox="1"/>
          <p:nvPr/>
        </p:nvSpPr>
        <p:spPr>
          <a:xfrm>
            <a:off x="880920" y="3644280"/>
            <a:ext cx="15894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Search &amp; Filtering</a:t>
            </a:r>
            <a:endParaRPr lang="en-GB" sz="1500" b="0" u="none" strike="noStrike">
              <a:solidFill>
                <a:srgbClr val="000000"/>
              </a:solidFill>
              <a:effectLst/>
              <a:uFillTx/>
              <a:latin typeface="Times New Roman"/>
            </a:endParaRPr>
          </a:p>
        </p:txBody>
      </p:sp>
      <p:sp>
        <p:nvSpPr>
          <p:cNvPr id="825" name="TextBox 824"/>
          <p:cNvSpPr txBox="1"/>
          <p:nvPr/>
        </p:nvSpPr>
        <p:spPr>
          <a:xfrm>
            <a:off x="3170160" y="3644280"/>
            <a:ext cx="316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26" name="TextBox 825"/>
          <p:cNvSpPr txBox="1"/>
          <p:nvPr/>
        </p:nvSpPr>
        <p:spPr>
          <a:xfrm>
            <a:off x="5352120" y="364428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27" name="TextBox 826"/>
          <p:cNvSpPr txBox="1"/>
          <p:nvPr/>
        </p:nvSpPr>
        <p:spPr>
          <a:xfrm>
            <a:off x="7408800" y="364428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28" name="TextBox 827"/>
          <p:cNvSpPr txBox="1"/>
          <p:nvPr/>
        </p:nvSpPr>
        <p:spPr>
          <a:xfrm>
            <a:off x="9568080" y="364428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29" name="TextBox 828"/>
          <p:cNvSpPr txBox="1"/>
          <p:nvPr/>
        </p:nvSpPr>
        <p:spPr>
          <a:xfrm>
            <a:off x="880920" y="4073040"/>
            <a:ext cx="11610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Rules Engine</a:t>
            </a:r>
            <a:endParaRPr lang="en-GB" sz="1500" b="0" u="none" strike="noStrike">
              <a:solidFill>
                <a:srgbClr val="000000"/>
              </a:solidFill>
              <a:effectLst/>
              <a:uFillTx/>
              <a:latin typeface="Times New Roman"/>
            </a:endParaRPr>
          </a:p>
        </p:txBody>
      </p:sp>
      <p:sp>
        <p:nvSpPr>
          <p:cNvPr id="830" name="TextBox 829"/>
          <p:cNvSpPr txBox="1"/>
          <p:nvPr/>
        </p:nvSpPr>
        <p:spPr>
          <a:xfrm>
            <a:off x="3170160" y="4073040"/>
            <a:ext cx="5634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31" name="TextBox 830"/>
          <p:cNvSpPr txBox="1"/>
          <p:nvPr/>
        </p:nvSpPr>
        <p:spPr>
          <a:xfrm>
            <a:off x="5352120" y="407304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32" name="TextBox 831"/>
          <p:cNvSpPr txBox="1"/>
          <p:nvPr/>
        </p:nvSpPr>
        <p:spPr>
          <a:xfrm>
            <a:off x="7408800" y="407304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33" name="TextBox 832"/>
          <p:cNvSpPr txBox="1"/>
          <p:nvPr/>
        </p:nvSpPr>
        <p:spPr>
          <a:xfrm>
            <a:off x="9568080" y="407304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34" name="TextBox 833"/>
          <p:cNvSpPr txBox="1"/>
          <p:nvPr/>
        </p:nvSpPr>
        <p:spPr>
          <a:xfrm>
            <a:off x="880920" y="4501800"/>
            <a:ext cx="14760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Cart &amp; Checkout</a:t>
            </a:r>
            <a:endParaRPr lang="en-GB" sz="1500" b="0" u="none" strike="noStrike">
              <a:solidFill>
                <a:srgbClr val="000000"/>
              </a:solidFill>
              <a:effectLst/>
              <a:uFillTx/>
              <a:latin typeface="Times New Roman"/>
            </a:endParaRPr>
          </a:p>
        </p:txBody>
      </p:sp>
      <p:sp>
        <p:nvSpPr>
          <p:cNvPr id="835" name="TextBox 834"/>
          <p:cNvSpPr txBox="1"/>
          <p:nvPr/>
        </p:nvSpPr>
        <p:spPr>
          <a:xfrm>
            <a:off x="3170160" y="4501800"/>
            <a:ext cx="4399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36" name="TextBox 835"/>
          <p:cNvSpPr txBox="1"/>
          <p:nvPr/>
        </p:nvSpPr>
        <p:spPr>
          <a:xfrm>
            <a:off x="5352120" y="450180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37" name="TextBox 836"/>
          <p:cNvSpPr txBox="1"/>
          <p:nvPr/>
        </p:nvSpPr>
        <p:spPr>
          <a:xfrm>
            <a:off x="7408800" y="450180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38" name="TextBox 837"/>
          <p:cNvSpPr txBox="1"/>
          <p:nvPr/>
        </p:nvSpPr>
        <p:spPr>
          <a:xfrm>
            <a:off x="9568080" y="450180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39" name="TextBox 838"/>
          <p:cNvSpPr txBox="1"/>
          <p:nvPr/>
        </p:nvSpPr>
        <p:spPr>
          <a:xfrm>
            <a:off x="880920" y="4939920"/>
            <a:ext cx="12049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Email System</a:t>
            </a:r>
            <a:endParaRPr lang="en-GB" sz="1500" b="0" u="none" strike="noStrike">
              <a:solidFill>
                <a:srgbClr val="000000"/>
              </a:solidFill>
              <a:effectLst/>
              <a:uFillTx/>
              <a:latin typeface="Times New Roman"/>
            </a:endParaRPr>
          </a:p>
        </p:txBody>
      </p:sp>
      <p:sp>
        <p:nvSpPr>
          <p:cNvPr id="840" name="TextBox 839"/>
          <p:cNvSpPr txBox="1"/>
          <p:nvPr/>
        </p:nvSpPr>
        <p:spPr>
          <a:xfrm>
            <a:off x="3170160" y="4939920"/>
            <a:ext cx="5634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41" name="TextBox 840"/>
          <p:cNvSpPr txBox="1"/>
          <p:nvPr/>
        </p:nvSpPr>
        <p:spPr>
          <a:xfrm>
            <a:off x="5352120" y="493992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42" name="TextBox 841"/>
          <p:cNvSpPr txBox="1"/>
          <p:nvPr/>
        </p:nvSpPr>
        <p:spPr>
          <a:xfrm>
            <a:off x="7408800" y="493992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43" name="TextBox 842"/>
          <p:cNvSpPr txBox="1"/>
          <p:nvPr/>
        </p:nvSpPr>
        <p:spPr>
          <a:xfrm>
            <a:off x="9568080" y="493992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44" name="TextBox 843"/>
          <p:cNvSpPr txBox="1"/>
          <p:nvPr/>
        </p:nvSpPr>
        <p:spPr>
          <a:xfrm>
            <a:off x="880920" y="5368320"/>
            <a:ext cx="7891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Payment</a:t>
            </a:r>
            <a:endParaRPr lang="en-GB" sz="1500" b="0" u="none" strike="noStrike">
              <a:solidFill>
                <a:srgbClr val="000000"/>
              </a:solidFill>
              <a:effectLst/>
              <a:uFillTx/>
              <a:latin typeface="Times New Roman"/>
            </a:endParaRPr>
          </a:p>
        </p:txBody>
      </p:sp>
      <p:sp>
        <p:nvSpPr>
          <p:cNvPr id="845" name="TextBox 844"/>
          <p:cNvSpPr txBox="1"/>
          <p:nvPr/>
        </p:nvSpPr>
        <p:spPr>
          <a:xfrm>
            <a:off x="3170160" y="5368320"/>
            <a:ext cx="316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46" name="TextBox 845"/>
          <p:cNvSpPr txBox="1"/>
          <p:nvPr/>
        </p:nvSpPr>
        <p:spPr>
          <a:xfrm>
            <a:off x="5352120" y="536832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47" name="TextBox 846"/>
          <p:cNvSpPr txBox="1"/>
          <p:nvPr/>
        </p:nvSpPr>
        <p:spPr>
          <a:xfrm>
            <a:off x="7408800" y="536832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48" name="TextBox 847"/>
          <p:cNvSpPr txBox="1"/>
          <p:nvPr/>
        </p:nvSpPr>
        <p:spPr>
          <a:xfrm>
            <a:off x="9568080" y="5368320"/>
            <a:ext cx="19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
            </a:r>
            <a:endParaRPr lang="en-GB" sz="1500" b="0" u="none" strike="noStrike">
              <a:solidFill>
                <a:srgbClr val="000000"/>
              </a:solidFill>
              <a:effectLst/>
              <a:uFillTx/>
              <a:latin typeface="Times New Roman"/>
            </a:endParaRPr>
          </a:p>
        </p:txBody>
      </p:sp>
      <p:sp>
        <p:nvSpPr>
          <p:cNvPr id="849" name="TextBox 848"/>
          <p:cNvSpPr txBox="1"/>
          <p:nvPr/>
        </p:nvSpPr>
        <p:spPr>
          <a:xfrm>
            <a:off x="747720" y="5892480"/>
            <a:ext cx="25074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Total: 73/83 features (86%)</a:t>
            </a:r>
            <a:endParaRPr lang="en-GB" sz="1500" b="0" u="none" strike="noStrike">
              <a:solidFill>
                <a:srgbClr val="000000"/>
              </a:solidFill>
              <a:effectLst/>
              <a:uFillTx/>
              <a:latin typeface="Times New Roman"/>
            </a:endParaRPr>
          </a:p>
        </p:txBody>
      </p:sp>
      <p:sp>
        <p:nvSpPr>
          <p:cNvPr id="850" name="TextBox 849"/>
          <p:cNvSpPr txBox="1"/>
          <p:nvPr/>
        </p:nvSpPr>
        <p:spPr>
          <a:xfrm>
            <a:off x="11659680" y="6335280"/>
            <a:ext cx="24732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14</a:t>
            </a:r>
            <a:endParaRPr lang="en-GB" sz="1800" b="0" u="none" strike="noStrike">
              <a:solidFill>
                <a:srgbClr val="000000"/>
              </a:solidFill>
              <a:effectLst/>
              <a:uFillTx/>
              <a:latin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 name="Freeform: Shape 85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52" name="Freeform: Shape 85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53" name="Freeform: Shape 85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54" name="Freeform: Shape 853"/>
          <p:cNvSpPr/>
          <p:nvPr/>
        </p:nvSpPr>
        <p:spPr>
          <a:xfrm>
            <a:off x="752400" y="1295280"/>
            <a:ext cx="10696680" cy="5496120"/>
          </a:xfrm>
          <a:custGeom>
            <a:avLst/>
            <a:gdLst/>
            <a:ahLst/>
            <a:cxnLst/>
            <a:rect l="0" t="0" r="r" b="b"/>
            <a:pathLst>
              <a:path w="29713" h="15267">
                <a:moveTo>
                  <a:pt x="0" y="0"/>
                </a:moveTo>
                <a:lnTo>
                  <a:pt x="29713" y="0"/>
                </a:lnTo>
                <a:lnTo>
                  <a:pt x="29713" y="15267"/>
                </a:lnTo>
                <a:lnTo>
                  <a:pt x="0" y="15267"/>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55" name="Freeform: Shape 854"/>
          <p:cNvSpPr/>
          <p:nvPr/>
        </p:nvSpPr>
        <p:spPr>
          <a:xfrm>
            <a:off x="752400" y="1295280"/>
            <a:ext cx="2733840" cy="438480"/>
          </a:xfrm>
          <a:custGeom>
            <a:avLst/>
            <a:gdLst/>
            <a:ahLst/>
            <a:cxnLst/>
            <a:rect l="0" t="0" r="r" b="b"/>
            <a:pathLst>
              <a:path w="7594" h="1218">
                <a:moveTo>
                  <a:pt x="0" y="0"/>
                </a:moveTo>
                <a:lnTo>
                  <a:pt x="7594" y="0"/>
                </a:lnTo>
                <a:lnTo>
                  <a:pt x="7594"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56" name="Freeform: Shape 855"/>
          <p:cNvSpPr/>
          <p:nvPr/>
        </p:nvSpPr>
        <p:spPr>
          <a:xfrm>
            <a:off x="3485880" y="1295280"/>
            <a:ext cx="2543760" cy="438480"/>
          </a:xfrm>
          <a:custGeom>
            <a:avLst/>
            <a:gdLst/>
            <a:ahLst/>
            <a:cxnLst/>
            <a:rect l="0" t="0" r="r" b="b"/>
            <a:pathLst>
              <a:path w="7066" h="1218">
                <a:moveTo>
                  <a:pt x="0" y="0"/>
                </a:moveTo>
                <a:lnTo>
                  <a:pt x="7066" y="0"/>
                </a:lnTo>
                <a:lnTo>
                  <a:pt x="7066"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57" name="Freeform: Shape 856"/>
          <p:cNvSpPr/>
          <p:nvPr/>
        </p:nvSpPr>
        <p:spPr>
          <a:xfrm>
            <a:off x="6029280" y="1295280"/>
            <a:ext cx="2495880" cy="438480"/>
          </a:xfrm>
          <a:custGeom>
            <a:avLst/>
            <a:gdLst/>
            <a:ahLst/>
            <a:cxnLst/>
            <a:rect l="0" t="0" r="r" b="b"/>
            <a:pathLst>
              <a:path w="6933" h="1218">
                <a:moveTo>
                  <a:pt x="0" y="0"/>
                </a:moveTo>
                <a:lnTo>
                  <a:pt x="6933" y="0"/>
                </a:lnTo>
                <a:lnTo>
                  <a:pt x="6933"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58" name="Freeform: Shape 857"/>
          <p:cNvSpPr/>
          <p:nvPr/>
        </p:nvSpPr>
        <p:spPr>
          <a:xfrm>
            <a:off x="8524800" y="1295280"/>
            <a:ext cx="2914920" cy="438480"/>
          </a:xfrm>
          <a:custGeom>
            <a:avLst/>
            <a:gdLst/>
            <a:ahLst/>
            <a:cxnLst/>
            <a:rect l="0" t="0" r="r" b="b"/>
            <a:pathLst>
              <a:path w="8097" h="1218">
                <a:moveTo>
                  <a:pt x="0" y="0"/>
                </a:moveTo>
                <a:lnTo>
                  <a:pt x="8097" y="0"/>
                </a:lnTo>
                <a:lnTo>
                  <a:pt x="8097"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59" name="Freeform: Shape 858"/>
          <p:cNvSpPr/>
          <p:nvPr/>
        </p:nvSpPr>
        <p:spPr>
          <a:xfrm>
            <a:off x="752400" y="1295280"/>
            <a:ext cx="2733840" cy="438480"/>
          </a:xfrm>
          <a:custGeom>
            <a:avLst/>
            <a:gdLst/>
            <a:ahLst/>
            <a:cxnLst/>
            <a:rect l="0" t="0" r="r" b="b"/>
            <a:pathLst>
              <a:path w="7594" h="1218">
                <a:moveTo>
                  <a:pt x="0" y="0"/>
                </a:moveTo>
                <a:lnTo>
                  <a:pt x="7594" y="0"/>
                </a:lnTo>
                <a:lnTo>
                  <a:pt x="759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60" name="Freeform: Shape 859"/>
          <p:cNvSpPr/>
          <p:nvPr/>
        </p:nvSpPr>
        <p:spPr>
          <a:xfrm>
            <a:off x="3485880" y="1295280"/>
            <a:ext cx="2543760" cy="438480"/>
          </a:xfrm>
          <a:custGeom>
            <a:avLst/>
            <a:gdLst/>
            <a:ahLst/>
            <a:cxnLst/>
            <a:rect l="0" t="0" r="r" b="b"/>
            <a:pathLst>
              <a:path w="7066" h="1218">
                <a:moveTo>
                  <a:pt x="0" y="0"/>
                </a:moveTo>
                <a:lnTo>
                  <a:pt x="7066" y="0"/>
                </a:lnTo>
                <a:lnTo>
                  <a:pt x="7066"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61" name="Freeform: Shape 860"/>
          <p:cNvSpPr/>
          <p:nvPr/>
        </p:nvSpPr>
        <p:spPr>
          <a:xfrm>
            <a:off x="6029280" y="1295280"/>
            <a:ext cx="2495880" cy="438480"/>
          </a:xfrm>
          <a:custGeom>
            <a:avLst/>
            <a:gdLst/>
            <a:ahLst/>
            <a:cxnLst/>
            <a:rect l="0" t="0" r="r" b="b"/>
            <a:pathLst>
              <a:path w="6933" h="1218">
                <a:moveTo>
                  <a:pt x="0" y="0"/>
                </a:moveTo>
                <a:lnTo>
                  <a:pt x="6933" y="0"/>
                </a:lnTo>
                <a:lnTo>
                  <a:pt x="6933"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62" name="Freeform: Shape 861"/>
          <p:cNvSpPr/>
          <p:nvPr/>
        </p:nvSpPr>
        <p:spPr>
          <a:xfrm>
            <a:off x="8524800" y="1295280"/>
            <a:ext cx="2914920" cy="438480"/>
          </a:xfrm>
          <a:custGeom>
            <a:avLst/>
            <a:gdLst/>
            <a:ahLst/>
            <a:cxnLst/>
            <a:rect l="0" t="0" r="r" b="b"/>
            <a:pathLst>
              <a:path w="8097" h="1218">
                <a:moveTo>
                  <a:pt x="0" y="0"/>
                </a:moveTo>
                <a:lnTo>
                  <a:pt x="8097" y="0"/>
                </a:lnTo>
                <a:lnTo>
                  <a:pt x="8097"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63" name="Freeform: Shape 862"/>
          <p:cNvSpPr/>
          <p:nvPr/>
        </p:nvSpPr>
        <p:spPr>
          <a:xfrm>
            <a:off x="752400" y="1733400"/>
            <a:ext cx="2733840" cy="429120"/>
          </a:xfrm>
          <a:custGeom>
            <a:avLst/>
            <a:gdLst/>
            <a:ahLst/>
            <a:cxnLst/>
            <a:rect l="0" t="0" r="r" b="b"/>
            <a:pathLst>
              <a:path w="7594" h="1192">
                <a:moveTo>
                  <a:pt x="0" y="0"/>
                </a:moveTo>
                <a:lnTo>
                  <a:pt x="7594" y="0"/>
                </a:lnTo>
                <a:lnTo>
                  <a:pt x="7594"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64" name="Freeform: Shape 863"/>
          <p:cNvSpPr/>
          <p:nvPr/>
        </p:nvSpPr>
        <p:spPr>
          <a:xfrm>
            <a:off x="3485880" y="1733400"/>
            <a:ext cx="2543760" cy="429120"/>
          </a:xfrm>
          <a:custGeom>
            <a:avLst/>
            <a:gdLst/>
            <a:ahLst/>
            <a:cxnLst/>
            <a:rect l="0" t="0" r="r" b="b"/>
            <a:pathLst>
              <a:path w="7066" h="1192">
                <a:moveTo>
                  <a:pt x="0" y="0"/>
                </a:moveTo>
                <a:lnTo>
                  <a:pt x="7066" y="0"/>
                </a:lnTo>
                <a:lnTo>
                  <a:pt x="7066"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65" name="Freeform: Shape 864"/>
          <p:cNvSpPr/>
          <p:nvPr/>
        </p:nvSpPr>
        <p:spPr>
          <a:xfrm>
            <a:off x="6029280" y="1733400"/>
            <a:ext cx="2495880" cy="429120"/>
          </a:xfrm>
          <a:custGeom>
            <a:avLst/>
            <a:gdLst/>
            <a:ahLst/>
            <a:cxnLst/>
            <a:rect l="0" t="0" r="r" b="b"/>
            <a:pathLst>
              <a:path w="6933" h="1192">
                <a:moveTo>
                  <a:pt x="0" y="0"/>
                </a:moveTo>
                <a:lnTo>
                  <a:pt x="6933" y="0"/>
                </a:lnTo>
                <a:lnTo>
                  <a:pt x="6933"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66" name="Freeform: Shape 865"/>
          <p:cNvSpPr/>
          <p:nvPr/>
        </p:nvSpPr>
        <p:spPr>
          <a:xfrm>
            <a:off x="8524800" y="1733400"/>
            <a:ext cx="2914920" cy="429120"/>
          </a:xfrm>
          <a:custGeom>
            <a:avLst/>
            <a:gdLst/>
            <a:ahLst/>
            <a:cxnLst/>
            <a:rect l="0" t="0" r="r" b="b"/>
            <a:pathLst>
              <a:path w="8097" h="1192">
                <a:moveTo>
                  <a:pt x="0" y="0"/>
                </a:moveTo>
                <a:lnTo>
                  <a:pt x="8097" y="0"/>
                </a:lnTo>
                <a:lnTo>
                  <a:pt x="8097"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67" name="Freeform: Shape 866"/>
          <p:cNvSpPr/>
          <p:nvPr/>
        </p:nvSpPr>
        <p:spPr>
          <a:xfrm>
            <a:off x="752400" y="1733400"/>
            <a:ext cx="2733840" cy="429120"/>
          </a:xfrm>
          <a:custGeom>
            <a:avLst/>
            <a:gdLst/>
            <a:ahLst/>
            <a:cxnLst/>
            <a:rect l="0" t="0" r="r" b="b"/>
            <a:pathLst>
              <a:path w="7594" h="1192">
                <a:moveTo>
                  <a:pt x="0" y="0"/>
                </a:moveTo>
                <a:lnTo>
                  <a:pt x="7594" y="0"/>
                </a:lnTo>
                <a:lnTo>
                  <a:pt x="759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68" name="Freeform: Shape 867"/>
          <p:cNvSpPr/>
          <p:nvPr/>
        </p:nvSpPr>
        <p:spPr>
          <a:xfrm>
            <a:off x="3485880" y="1733400"/>
            <a:ext cx="2543760" cy="429120"/>
          </a:xfrm>
          <a:custGeom>
            <a:avLst/>
            <a:gdLst/>
            <a:ahLst/>
            <a:cxnLst/>
            <a:rect l="0" t="0" r="r" b="b"/>
            <a:pathLst>
              <a:path w="7066" h="1192">
                <a:moveTo>
                  <a:pt x="0" y="0"/>
                </a:moveTo>
                <a:lnTo>
                  <a:pt x="7066" y="0"/>
                </a:lnTo>
                <a:lnTo>
                  <a:pt x="7066"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69" name="Freeform: Shape 868"/>
          <p:cNvSpPr/>
          <p:nvPr/>
        </p:nvSpPr>
        <p:spPr>
          <a:xfrm>
            <a:off x="6029280" y="1733400"/>
            <a:ext cx="2495880" cy="429120"/>
          </a:xfrm>
          <a:custGeom>
            <a:avLst/>
            <a:gdLst/>
            <a:ahLst/>
            <a:cxnLst/>
            <a:rect l="0" t="0" r="r" b="b"/>
            <a:pathLst>
              <a:path w="6933" h="1192">
                <a:moveTo>
                  <a:pt x="0" y="0"/>
                </a:moveTo>
                <a:lnTo>
                  <a:pt x="6933" y="0"/>
                </a:lnTo>
                <a:lnTo>
                  <a:pt x="6933"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70" name="Freeform: Shape 869"/>
          <p:cNvSpPr/>
          <p:nvPr/>
        </p:nvSpPr>
        <p:spPr>
          <a:xfrm>
            <a:off x="8524800" y="1733400"/>
            <a:ext cx="2914920" cy="429120"/>
          </a:xfrm>
          <a:custGeom>
            <a:avLst/>
            <a:gdLst/>
            <a:ahLst/>
            <a:cxnLst/>
            <a:rect l="0" t="0" r="r" b="b"/>
            <a:pathLst>
              <a:path w="8097" h="1192">
                <a:moveTo>
                  <a:pt x="0" y="0"/>
                </a:moveTo>
                <a:lnTo>
                  <a:pt x="8097" y="0"/>
                </a:lnTo>
                <a:lnTo>
                  <a:pt x="809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71" name="Freeform: Shape 870"/>
          <p:cNvSpPr/>
          <p:nvPr/>
        </p:nvSpPr>
        <p:spPr>
          <a:xfrm>
            <a:off x="752400" y="2162160"/>
            <a:ext cx="2733840" cy="743040"/>
          </a:xfrm>
          <a:custGeom>
            <a:avLst/>
            <a:gdLst/>
            <a:ahLst/>
            <a:cxnLst/>
            <a:rect l="0" t="0" r="r" b="b"/>
            <a:pathLst>
              <a:path w="7594" h="2064">
                <a:moveTo>
                  <a:pt x="0" y="0"/>
                </a:moveTo>
                <a:lnTo>
                  <a:pt x="7594" y="0"/>
                </a:lnTo>
                <a:lnTo>
                  <a:pt x="7594" y="2064"/>
                </a:lnTo>
                <a:lnTo>
                  <a:pt x="0" y="2064"/>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72" name="Freeform: Shape 871"/>
          <p:cNvSpPr/>
          <p:nvPr/>
        </p:nvSpPr>
        <p:spPr>
          <a:xfrm>
            <a:off x="3485880" y="2162160"/>
            <a:ext cx="2543760" cy="743040"/>
          </a:xfrm>
          <a:custGeom>
            <a:avLst/>
            <a:gdLst/>
            <a:ahLst/>
            <a:cxnLst/>
            <a:rect l="0" t="0" r="r" b="b"/>
            <a:pathLst>
              <a:path w="7066" h="2064">
                <a:moveTo>
                  <a:pt x="0" y="0"/>
                </a:moveTo>
                <a:lnTo>
                  <a:pt x="7066" y="0"/>
                </a:lnTo>
                <a:lnTo>
                  <a:pt x="7066" y="2064"/>
                </a:lnTo>
                <a:lnTo>
                  <a:pt x="0" y="2064"/>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73" name="Freeform: Shape 872"/>
          <p:cNvSpPr/>
          <p:nvPr/>
        </p:nvSpPr>
        <p:spPr>
          <a:xfrm>
            <a:off x="6029280" y="2162160"/>
            <a:ext cx="2495880" cy="743040"/>
          </a:xfrm>
          <a:custGeom>
            <a:avLst/>
            <a:gdLst/>
            <a:ahLst/>
            <a:cxnLst/>
            <a:rect l="0" t="0" r="r" b="b"/>
            <a:pathLst>
              <a:path w="6933" h="2064">
                <a:moveTo>
                  <a:pt x="0" y="0"/>
                </a:moveTo>
                <a:lnTo>
                  <a:pt x="6933" y="0"/>
                </a:lnTo>
                <a:lnTo>
                  <a:pt x="6933" y="2064"/>
                </a:lnTo>
                <a:lnTo>
                  <a:pt x="0" y="2064"/>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74" name="Freeform: Shape 873"/>
          <p:cNvSpPr/>
          <p:nvPr/>
        </p:nvSpPr>
        <p:spPr>
          <a:xfrm>
            <a:off x="8524800" y="2162160"/>
            <a:ext cx="2914920" cy="743040"/>
          </a:xfrm>
          <a:custGeom>
            <a:avLst/>
            <a:gdLst/>
            <a:ahLst/>
            <a:cxnLst/>
            <a:rect l="0" t="0" r="r" b="b"/>
            <a:pathLst>
              <a:path w="8097" h="2064">
                <a:moveTo>
                  <a:pt x="0" y="0"/>
                </a:moveTo>
                <a:lnTo>
                  <a:pt x="8097" y="0"/>
                </a:lnTo>
                <a:lnTo>
                  <a:pt x="8097" y="2064"/>
                </a:lnTo>
                <a:lnTo>
                  <a:pt x="0" y="2064"/>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75" name="Freeform: Shape 874"/>
          <p:cNvSpPr/>
          <p:nvPr/>
        </p:nvSpPr>
        <p:spPr>
          <a:xfrm>
            <a:off x="752400" y="2162160"/>
            <a:ext cx="2733840" cy="743040"/>
          </a:xfrm>
          <a:custGeom>
            <a:avLst/>
            <a:gdLst/>
            <a:ahLst/>
            <a:cxnLst/>
            <a:rect l="0" t="0" r="r" b="b"/>
            <a:pathLst>
              <a:path w="7594" h="2064">
                <a:moveTo>
                  <a:pt x="0" y="0"/>
                </a:moveTo>
                <a:lnTo>
                  <a:pt x="7594" y="0"/>
                </a:lnTo>
                <a:lnTo>
                  <a:pt x="7594" y="2064"/>
                </a:lnTo>
                <a:lnTo>
                  <a:pt x="0" y="206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76" name="Freeform: Shape 875"/>
          <p:cNvSpPr/>
          <p:nvPr/>
        </p:nvSpPr>
        <p:spPr>
          <a:xfrm>
            <a:off x="3485880" y="2162160"/>
            <a:ext cx="2543760" cy="743040"/>
          </a:xfrm>
          <a:custGeom>
            <a:avLst/>
            <a:gdLst/>
            <a:ahLst/>
            <a:cxnLst/>
            <a:rect l="0" t="0" r="r" b="b"/>
            <a:pathLst>
              <a:path w="7066" h="2064">
                <a:moveTo>
                  <a:pt x="0" y="0"/>
                </a:moveTo>
                <a:lnTo>
                  <a:pt x="7066" y="0"/>
                </a:lnTo>
                <a:lnTo>
                  <a:pt x="7066" y="2064"/>
                </a:lnTo>
                <a:lnTo>
                  <a:pt x="0" y="206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77" name="Freeform: Shape 876"/>
          <p:cNvSpPr/>
          <p:nvPr/>
        </p:nvSpPr>
        <p:spPr>
          <a:xfrm>
            <a:off x="6029280" y="2162160"/>
            <a:ext cx="2495880" cy="743040"/>
          </a:xfrm>
          <a:custGeom>
            <a:avLst/>
            <a:gdLst/>
            <a:ahLst/>
            <a:cxnLst/>
            <a:rect l="0" t="0" r="r" b="b"/>
            <a:pathLst>
              <a:path w="6933" h="2064">
                <a:moveTo>
                  <a:pt x="0" y="0"/>
                </a:moveTo>
                <a:lnTo>
                  <a:pt x="6933" y="0"/>
                </a:lnTo>
                <a:lnTo>
                  <a:pt x="6933" y="2064"/>
                </a:lnTo>
                <a:lnTo>
                  <a:pt x="0" y="206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78" name="Freeform: Shape 877"/>
          <p:cNvSpPr/>
          <p:nvPr/>
        </p:nvSpPr>
        <p:spPr>
          <a:xfrm>
            <a:off x="8524800" y="2162160"/>
            <a:ext cx="2914920" cy="743040"/>
          </a:xfrm>
          <a:custGeom>
            <a:avLst/>
            <a:gdLst/>
            <a:ahLst/>
            <a:cxnLst/>
            <a:rect l="0" t="0" r="r" b="b"/>
            <a:pathLst>
              <a:path w="8097" h="2064">
                <a:moveTo>
                  <a:pt x="0" y="0"/>
                </a:moveTo>
                <a:lnTo>
                  <a:pt x="8097" y="0"/>
                </a:lnTo>
                <a:lnTo>
                  <a:pt x="8097" y="2064"/>
                </a:lnTo>
                <a:lnTo>
                  <a:pt x="0" y="206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79" name="Freeform: Shape 878"/>
          <p:cNvSpPr/>
          <p:nvPr/>
        </p:nvSpPr>
        <p:spPr>
          <a:xfrm>
            <a:off x="752400" y="2904840"/>
            <a:ext cx="2733840" cy="429120"/>
          </a:xfrm>
          <a:custGeom>
            <a:avLst/>
            <a:gdLst/>
            <a:ahLst/>
            <a:cxnLst/>
            <a:rect l="0" t="0" r="r" b="b"/>
            <a:pathLst>
              <a:path w="7594" h="1192">
                <a:moveTo>
                  <a:pt x="0" y="0"/>
                </a:moveTo>
                <a:lnTo>
                  <a:pt x="7594" y="0"/>
                </a:lnTo>
                <a:lnTo>
                  <a:pt x="7594"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80" name="Freeform: Shape 879"/>
          <p:cNvSpPr/>
          <p:nvPr/>
        </p:nvSpPr>
        <p:spPr>
          <a:xfrm>
            <a:off x="3485880" y="2904840"/>
            <a:ext cx="2543760" cy="429120"/>
          </a:xfrm>
          <a:custGeom>
            <a:avLst/>
            <a:gdLst/>
            <a:ahLst/>
            <a:cxnLst/>
            <a:rect l="0" t="0" r="r" b="b"/>
            <a:pathLst>
              <a:path w="7066" h="1192">
                <a:moveTo>
                  <a:pt x="0" y="0"/>
                </a:moveTo>
                <a:lnTo>
                  <a:pt x="7066" y="0"/>
                </a:lnTo>
                <a:lnTo>
                  <a:pt x="7066"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81" name="Freeform: Shape 880"/>
          <p:cNvSpPr/>
          <p:nvPr/>
        </p:nvSpPr>
        <p:spPr>
          <a:xfrm>
            <a:off x="6029280" y="2904840"/>
            <a:ext cx="2495880" cy="429120"/>
          </a:xfrm>
          <a:custGeom>
            <a:avLst/>
            <a:gdLst/>
            <a:ahLst/>
            <a:cxnLst/>
            <a:rect l="0" t="0" r="r" b="b"/>
            <a:pathLst>
              <a:path w="6933" h="1192">
                <a:moveTo>
                  <a:pt x="0" y="0"/>
                </a:moveTo>
                <a:lnTo>
                  <a:pt x="6933" y="0"/>
                </a:lnTo>
                <a:lnTo>
                  <a:pt x="6933"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82" name="Freeform: Shape 881"/>
          <p:cNvSpPr/>
          <p:nvPr/>
        </p:nvSpPr>
        <p:spPr>
          <a:xfrm>
            <a:off x="8524800" y="2904840"/>
            <a:ext cx="2914920" cy="429120"/>
          </a:xfrm>
          <a:custGeom>
            <a:avLst/>
            <a:gdLst/>
            <a:ahLst/>
            <a:cxnLst/>
            <a:rect l="0" t="0" r="r" b="b"/>
            <a:pathLst>
              <a:path w="8097" h="1192">
                <a:moveTo>
                  <a:pt x="0" y="0"/>
                </a:moveTo>
                <a:lnTo>
                  <a:pt x="8097" y="0"/>
                </a:lnTo>
                <a:lnTo>
                  <a:pt x="8097"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83" name="Freeform: Shape 882"/>
          <p:cNvSpPr/>
          <p:nvPr/>
        </p:nvSpPr>
        <p:spPr>
          <a:xfrm>
            <a:off x="752400" y="2904840"/>
            <a:ext cx="2733840" cy="429120"/>
          </a:xfrm>
          <a:custGeom>
            <a:avLst/>
            <a:gdLst/>
            <a:ahLst/>
            <a:cxnLst/>
            <a:rect l="0" t="0" r="r" b="b"/>
            <a:pathLst>
              <a:path w="7594" h="1192">
                <a:moveTo>
                  <a:pt x="0" y="0"/>
                </a:moveTo>
                <a:lnTo>
                  <a:pt x="7594" y="0"/>
                </a:lnTo>
                <a:lnTo>
                  <a:pt x="759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84" name="Freeform: Shape 883"/>
          <p:cNvSpPr/>
          <p:nvPr/>
        </p:nvSpPr>
        <p:spPr>
          <a:xfrm>
            <a:off x="3485880" y="2904840"/>
            <a:ext cx="2543760" cy="429120"/>
          </a:xfrm>
          <a:custGeom>
            <a:avLst/>
            <a:gdLst/>
            <a:ahLst/>
            <a:cxnLst/>
            <a:rect l="0" t="0" r="r" b="b"/>
            <a:pathLst>
              <a:path w="7066" h="1192">
                <a:moveTo>
                  <a:pt x="0" y="0"/>
                </a:moveTo>
                <a:lnTo>
                  <a:pt x="7066" y="0"/>
                </a:lnTo>
                <a:lnTo>
                  <a:pt x="7066"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85" name="Freeform: Shape 884"/>
          <p:cNvSpPr/>
          <p:nvPr/>
        </p:nvSpPr>
        <p:spPr>
          <a:xfrm>
            <a:off x="6029280" y="2904840"/>
            <a:ext cx="2495880" cy="429120"/>
          </a:xfrm>
          <a:custGeom>
            <a:avLst/>
            <a:gdLst/>
            <a:ahLst/>
            <a:cxnLst/>
            <a:rect l="0" t="0" r="r" b="b"/>
            <a:pathLst>
              <a:path w="6933" h="1192">
                <a:moveTo>
                  <a:pt x="0" y="0"/>
                </a:moveTo>
                <a:lnTo>
                  <a:pt x="6933" y="0"/>
                </a:lnTo>
                <a:lnTo>
                  <a:pt x="6933"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86" name="Freeform: Shape 885"/>
          <p:cNvSpPr/>
          <p:nvPr/>
        </p:nvSpPr>
        <p:spPr>
          <a:xfrm>
            <a:off x="8524800" y="2904840"/>
            <a:ext cx="2914920" cy="429120"/>
          </a:xfrm>
          <a:custGeom>
            <a:avLst/>
            <a:gdLst/>
            <a:ahLst/>
            <a:cxnLst/>
            <a:rect l="0" t="0" r="r" b="b"/>
            <a:pathLst>
              <a:path w="8097" h="1192">
                <a:moveTo>
                  <a:pt x="0" y="0"/>
                </a:moveTo>
                <a:lnTo>
                  <a:pt x="8097" y="0"/>
                </a:lnTo>
                <a:lnTo>
                  <a:pt x="809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87" name="Freeform: Shape 886"/>
          <p:cNvSpPr/>
          <p:nvPr/>
        </p:nvSpPr>
        <p:spPr>
          <a:xfrm>
            <a:off x="752400" y="3333600"/>
            <a:ext cx="2733840" cy="429120"/>
          </a:xfrm>
          <a:custGeom>
            <a:avLst/>
            <a:gdLst/>
            <a:ahLst/>
            <a:cxnLst/>
            <a:rect l="0" t="0" r="r" b="b"/>
            <a:pathLst>
              <a:path w="7594" h="1192">
                <a:moveTo>
                  <a:pt x="0" y="0"/>
                </a:moveTo>
                <a:lnTo>
                  <a:pt x="7594" y="0"/>
                </a:lnTo>
                <a:lnTo>
                  <a:pt x="7594"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88" name="Freeform: Shape 887"/>
          <p:cNvSpPr/>
          <p:nvPr/>
        </p:nvSpPr>
        <p:spPr>
          <a:xfrm>
            <a:off x="3485880" y="3333600"/>
            <a:ext cx="2543760" cy="429120"/>
          </a:xfrm>
          <a:custGeom>
            <a:avLst/>
            <a:gdLst/>
            <a:ahLst/>
            <a:cxnLst/>
            <a:rect l="0" t="0" r="r" b="b"/>
            <a:pathLst>
              <a:path w="7066" h="1192">
                <a:moveTo>
                  <a:pt x="0" y="0"/>
                </a:moveTo>
                <a:lnTo>
                  <a:pt x="7066" y="0"/>
                </a:lnTo>
                <a:lnTo>
                  <a:pt x="7066"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89" name="Freeform: Shape 888"/>
          <p:cNvSpPr/>
          <p:nvPr/>
        </p:nvSpPr>
        <p:spPr>
          <a:xfrm>
            <a:off x="6029280" y="3333600"/>
            <a:ext cx="2495880" cy="429120"/>
          </a:xfrm>
          <a:custGeom>
            <a:avLst/>
            <a:gdLst/>
            <a:ahLst/>
            <a:cxnLst/>
            <a:rect l="0" t="0" r="r" b="b"/>
            <a:pathLst>
              <a:path w="6933" h="1192">
                <a:moveTo>
                  <a:pt x="0" y="0"/>
                </a:moveTo>
                <a:lnTo>
                  <a:pt x="6933" y="0"/>
                </a:lnTo>
                <a:lnTo>
                  <a:pt x="6933"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90" name="Freeform: Shape 889"/>
          <p:cNvSpPr/>
          <p:nvPr/>
        </p:nvSpPr>
        <p:spPr>
          <a:xfrm>
            <a:off x="8524800" y="3333600"/>
            <a:ext cx="2914920" cy="429120"/>
          </a:xfrm>
          <a:custGeom>
            <a:avLst/>
            <a:gdLst/>
            <a:ahLst/>
            <a:cxnLst/>
            <a:rect l="0" t="0" r="r" b="b"/>
            <a:pathLst>
              <a:path w="8097" h="1192">
                <a:moveTo>
                  <a:pt x="0" y="0"/>
                </a:moveTo>
                <a:lnTo>
                  <a:pt x="8097" y="0"/>
                </a:lnTo>
                <a:lnTo>
                  <a:pt x="8097"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91" name="Freeform: Shape 890"/>
          <p:cNvSpPr/>
          <p:nvPr/>
        </p:nvSpPr>
        <p:spPr>
          <a:xfrm>
            <a:off x="752400" y="3333600"/>
            <a:ext cx="2733840" cy="429120"/>
          </a:xfrm>
          <a:custGeom>
            <a:avLst/>
            <a:gdLst/>
            <a:ahLst/>
            <a:cxnLst/>
            <a:rect l="0" t="0" r="r" b="b"/>
            <a:pathLst>
              <a:path w="7594" h="1192">
                <a:moveTo>
                  <a:pt x="0" y="0"/>
                </a:moveTo>
                <a:lnTo>
                  <a:pt x="7594" y="0"/>
                </a:lnTo>
                <a:lnTo>
                  <a:pt x="759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92" name="Freeform: Shape 891"/>
          <p:cNvSpPr/>
          <p:nvPr/>
        </p:nvSpPr>
        <p:spPr>
          <a:xfrm>
            <a:off x="3485880" y="3333600"/>
            <a:ext cx="2543760" cy="429120"/>
          </a:xfrm>
          <a:custGeom>
            <a:avLst/>
            <a:gdLst/>
            <a:ahLst/>
            <a:cxnLst/>
            <a:rect l="0" t="0" r="r" b="b"/>
            <a:pathLst>
              <a:path w="7066" h="1192">
                <a:moveTo>
                  <a:pt x="0" y="0"/>
                </a:moveTo>
                <a:lnTo>
                  <a:pt x="7066" y="0"/>
                </a:lnTo>
                <a:lnTo>
                  <a:pt x="7066"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93" name="Freeform: Shape 892"/>
          <p:cNvSpPr/>
          <p:nvPr/>
        </p:nvSpPr>
        <p:spPr>
          <a:xfrm>
            <a:off x="6029280" y="3333600"/>
            <a:ext cx="2495880" cy="429120"/>
          </a:xfrm>
          <a:custGeom>
            <a:avLst/>
            <a:gdLst/>
            <a:ahLst/>
            <a:cxnLst/>
            <a:rect l="0" t="0" r="r" b="b"/>
            <a:pathLst>
              <a:path w="6933" h="1192">
                <a:moveTo>
                  <a:pt x="0" y="0"/>
                </a:moveTo>
                <a:lnTo>
                  <a:pt x="6933" y="0"/>
                </a:lnTo>
                <a:lnTo>
                  <a:pt x="6933"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94" name="Freeform: Shape 893"/>
          <p:cNvSpPr/>
          <p:nvPr/>
        </p:nvSpPr>
        <p:spPr>
          <a:xfrm>
            <a:off x="8524800" y="3333600"/>
            <a:ext cx="2914920" cy="429120"/>
          </a:xfrm>
          <a:custGeom>
            <a:avLst/>
            <a:gdLst/>
            <a:ahLst/>
            <a:cxnLst/>
            <a:rect l="0" t="0" r="r" b="b"/>
            <a:pathLst>
              <a:path w="8097" h="1192">
                <a:moveTo>
                  <a:pt x="0" y="0"/>
                </a:moveTo>
                <a:lnTo>
                  <a:pt x="8097" y="0"/>
                </a:lnTo>
                <a:lnTo>
                  <a:pt x="809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95" name="Freeform: Shape 894"/>
          <p:cNvSpPr/>
          <p:nvPr/>
        </p:nvSpPr>
        <p:spPr>
          <a:xfrm>
            <a:off x="752400" y="3762360"/>
            <a:ext cx="2733840" cy="438480"/>
          </a:xfrm>
          <a:custGeom>
            <a:avLst/>
            <a:gdLst/>
            <a:ahLst/>
            <a:cxnLst/>
            <a:rect l="0" t="0" r="r" b="b"/>
            <a:pathLst>
              <a:path w="7594" h="1218">
                <a:moveTo>
                  <a:pt x="0" y="0"/>
                </a:moveTo>
                <a:lnTo>
                  <a:pt x="7594" y="0"/>
                </a:lnTo>
                <a:lnTo>
                  <a:pt x="7594"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96" name="Freeform: Shape 895"/>
          <p:cNvSpPr/>
          <p:nvPr/>
        </p:nvSpPr>
        <p:spPr>
          <a:xfrm>
            <a:off x="3485880" y="3762360"/>
            <a:ext cx="2543760" cy="438480"/>
          </a:xfrm>
          <a:custGeom>
            <a:avLst/>
            <a:gdLst/>
            <a:ahLst/>
            <a:cxnLst/>
            <a:rect l="0" t="0" r="r" b="b"/>
            <a:pathLst>
              <a:path w="7066" h="1218">
                <a:moveTo>
                  <a:pt x="0" y="0"/>
                </a:moveTo>
                <a:lnTo>
                  <a:pt x="7066" y="0"/>
                </a:lnTo>
                <a:lnTo>
                  <a:pt x="7066"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97" name="Freeform: Shape 896"/>
          <p:cNvSpPr/>
          <p:nvPr/>
        </p:nvSpPr>
        <p:spPr>
          <a:xfrm>
            <a:off x="6029280" y="3762360"/>
            <a:ext cx="2495880" cy="438480"/>
          </a:xfrm>
          <a:custGeom>
            <a:avLst/>
            <a:gdLst/>
            <a:ahLst/>
            <a:cxnLst/>
            <a:rect l="0" t="0" r="r" b="b"/>
            <a:pathLst>
              <a:path w="6933" h="1218">
                <a:moveTo>
                  <a:pt x="0" y="0"/>
                </a:moveTo>
                <a:lnTo>
                  <a:pt x="6933" y="0"/>
                </a:lnTo>
                <a:lnTo>
                  <a:pt x="6933"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98" name="Freeform: Shape 897"/>
          <p:cNvSpPr/>
          <p:nvPr/>
        </p:nvSpPr>
        <p:spPr>
          <a:xfrm>
            <a:off x="8524800" y="3762360"/>
            <a:ext cx="2914920" cy="438480"/>
          </a:xfrm>
          <a:custGeom>
            <a:avLst/>
            <a:gdLst/>
            <a:ahLst/>
            <a:cxnLst/>
            <a:rect l="0" t="0" r="r" b="b"/>
            <a:pathLst>
              <a:path w="8097" h="1218">
                <a:moveTo>
                  <a:pt x="0" y="0"/>
                </a:moveTo>
                <a:lnTo>
                  <a:pt x="8097" y="0"/>
                </a:lnTo>
                <a:lnTo>
                  <a:pt x="8097"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899" name="Freeform: Shape 898"/>
          <p:cNvSpPr/>
          <p:nvPr/>
        </p:nvSpPr>
        <p:spPr>
          <a:xfrm>
            <a:off x="752400" y="3762360"/>
            <a:ext cx="2733840" cy="438480"/>
          </a:xfrm>
          <a:custGeom>
            <a:avLst/>
            <a:gdLst/>
            <a:ahLst/>
            <a:cxnLst/>
            <a:rect l="0" t="0" r="r" b="b"/>
            <a:pathLst>
              <a:path w="7594" h="1218">
                <a:moveTo>
                  <a:pt x="0" y="0"/>
                </a:moveTo>
                <a:lnTo>
                  <a:pt x="7594" y="0"/>
                </a:lnTo>
                <a:lnTo>
                  <a:pt x="759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00" name="Freeform: Shape 899"/>
          <p:cNvSpPr/>
          <p:nvPr/>
        </p:nvSpPr>
        <p:spPr>
          <a:xfrm>
            <a:off x="3485880" y="3762360"/>
            <a:ext cx="2543760" cy="438480"/>
          </a:xfrm>
          <a:custGeom>
            <a:avLst/>
            <a:gdLst/>
            <a:ahLst/>
            <a:cxnLst/>
            <a:rect l="0" t="0" r="r" b="b"/>
            <a:pathLst>
              <a:path w="7066" h="1218">
                <a:moveTo>
                  <a:pt x="0" y="0"/>
                </a:moveTo>
                <a:lnTo>
                  <a:pt x="7066" y="0"/>
                </a:lnTo>
                <a:lnTo>
                  <a:pt x="7066"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01" name="Freeform: Shape 900"/>
          <p:cNvSpPr/>
          <p:nvPr/>
        </p:nvSpPr>
        <p:spPr>
          <a:xfrm>
            <a:off x="6029280" y="3762360"/>
            <a:ext cx="2495880" cy="438480"/>
          </a:xfrm>
          <a:custGeom>
            <a:avLst/>
            <a:gdLst/>
            <a:ahLst/>
            <a:cxnLst/>
            <a:rect l="0" t="0" r="r" b="b"/>
            <a:pathLst>
              <a:path w="6933" h="1218">
                <a:moveTo>
                  <a:pt x="0" y="0"/>
                </a:moveTo>
                <a:lnTo>
                  <a:pt x="6933" y="0"/>
                </a:lnTo>
                <a:lnTo>
                  <a:pt x="6933"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02" name="Freeform: Shape 901"/>
          <p:cNvSpPr/>
          <p:nvPr/>
        </p:nvSpPr>
        <p:spPr>
          <a:xfrm>
            <a:off x="8524800" y="3762360"/>
            <a:ext cx="2914920" cy="438480"/>
          </a:xfrm>
          <a:custGeom>
            <a:avLst/>
            <a:gdLst/>
            <a:ahLst/>
            <a:cxnLst/>
            <a:rect l="0" t="0" r="r" b="b"/>
            <a:pathLst>
              <a:path w="8097" h="1218">
                <a:moveTo>
                  <a:pt x="0" y="0"/>
                </a:moveTo>
                <a:lnTo>
                  <a:pt x="8097" y="0"/>
                </a:lnTo>
                <a:lnTo>
                  <a:pt x="8097"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03" name="Freeform: Shape 902"/>
          <p:cNvSpPr/>
          <p:nvPr/>
        </p:nvSpPr>
        <p:spPr>
          <a:xfrm>
            <a:off x="752400" y="4200480"/>
            <a:ext cx="2733840" cy="428760"/>
          </a:xfrm>
          <a:custGeom>
            <a:avLst/>
            <a:gdLst/>
            <a:ahLst/>
            <a:cxnLst/>
            <a:rect l="0" t="0" r="r" b="b"/>
            <a:pathLst>
              <a:path w="7594" h="1191">
                <a:moveTo>
                  <a:pt x="0" y="0"/>
                </a:moveTo>
                <a:lnTo>
                  <a:pt x="7594" y="0"/>
                </a:lnTo>
                <a:lnTo>
                  <a:pt x="7594"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04" name="Freeform: Shape 903"/>
          <p:cNvSpPr/>
          <p:nvPr/>
        </p:nvSpPr>
        <p:spPr>
          <a:xfrm>
            <a:off x="3485880" y="4200480"/>
            <a:ext cx="2543760" cy="428760"/>
          </a:xfrm>
          <a:custGeom>
            <a:avLst/>
            <a:gdLst/>
            <a:ahLst/>
            <a:cxnLst/>
            <a:rect l="0" t="0" r="r" b="b"/>
            <a:pathLst>
              <a:path w="7066" h="1191">
                <a:moveTo>
                  <a:pt x="0" y="0"/>
                </a:moveTo>
                <a:lnTo>
                  <a:pt x="7066" y="0"/>
                </a:lnTo>
                <a:lnTo>
                  <a:pt x="7066"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05" name="Freeform: Shape 904"/>
          <p:cNvSpPr/>
          <p:nvPr/>
        </p:nvSpPr>
        <p:spPr>
          <a:xfrm>
            <a:off x="6029280" y="4200480"/>
            <a:ext cx="2495880" cy="428760"/>
          </a:xfrm>
          <a:custGeom>
            <a:avLst/>
            <a:gdLst/>
            <a:ahLst/>
            <a:cxnLst/>
            <a:rect l="0" t="0" r="r" b="b"/>
            <a:pathLst>
              <a:path w="6933" h="1191">
                <a:moveTo>
                  <a:pt x="0" y="0"/>
                </a:moveTo>
                <a:lnTo>
                  <a:pt x="6933" y="0"/>
                </a:lnTo>
                <a:lnTo>
                  <a:pt x="6933"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06" name="Freeform: Shape 905"/>
          <p:cNvSpPr/>
          <p:nvPr/>
        </p:nvSpPr>
        <p:spPr>
          <a:xfrm>
            <a:off x="8524800" y="4200480"/>
            <a:ext cx="2914920" cy="428760"/>
          </a:xfrm>
          <a:custGeom>
            <a:avLst/>
            <a:gdLst/>
            <a:ahLst/>
            <a:cxnLst/>
            <a:rect l="0" t="0" r="r" b="b"/>
            <a:pathLst>
              <a:path w="8097" h="1191">
                <a:moveTo>
                  <a:pt x="0" y="0"/>
                </a:moveTo>
                <a:lnTo>
                  <a:pt x="8097" y="0"/>
                </a:lnTo>
                <a:lnTo>
                  <a:pt x="8097"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07" name="Freeform: Shape 906"/>
          <p:cNvSpPr/>
          <p:nvPr/>
        </p:nvSpPr>
        <p:spPr>
          <a:xfrm>
            <a:off x="752400" y="4200480"/>
            <a:ext cx="2733840" cy="428760"/>
          </a:xfrm>
          <a:custGeom>
            <a:avLst/>
            <a:gdLst/>
            <a:ahLst/>
            <a:cxnLst/>
            <a:rect l="0" t="0" r="r" b="b"/>
            <a:pathLst>
              <a:path w="7594" h="1191">
                <a:moveTo>
                  <a:pt x="0" y="0"/>
                </a:moveTo>
                <a:lnTo>
                  <a:pt x="7594" y="0"/>
                </a:lnTo>
                <a:lnTo>
                  <a:pt x="7594"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08" name="Freeform: Shape 907"/>
          <p:cNvSpPr/>
          <p:nvPr/>
        </p:nvSpPr>
        <p:spPr>
          <a:xfrm>
            <a:off x="3485880" y="4200480"/>
            <a:ext cx="2543760" cy="428760"/>
          </a:xfrm>
          <a:custGeom>
            <a:avLst/>
            <a:gdLst/>
            <a:ahLst/>
            <a:cxnLst/>
            <a:rect l="0" t="0" r="r" b="b"/>
            <a:pathLst>
              <a:path w="7066" h="1191">
                <a:moveTo>
                  <a:pt x="0" y="0"/>
                </a:moveTo>
                <a:lnTo>
                  <a:pt x="7066" y="0"/>
                </a:lnTo>
                <a:lnTo>
                  <a:pt x="7066"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09" name="Freeform: Shape 908"/>
          <p:cNvSpPr/>
          <p:nvPr/>
        </p:nvSpPr>
        <p:spPr>
          <a:xfrm>
            <a:off x="6029280" y="4200480"/>
            <a:ext cx="2495880" cy="428760"/>
          </a:xfrm>
          <a:custGeom>
            <a:avLst/>
            <a:gdLst/>
            <a:ahLst/>
            <a:cxnLst/>
            <a:rect l="0" t="0" r="r" b="b"/>
            <a:pathLst>
              <a:path w="6933" h="1191">
                <a:moveTo>
                  <a:pt x="0" y="0"/>
                </a:moveTo>
                <a:lnTo>
                  <a:pt x="6933" y="0"/>
                </a:lnTo>
                <a:lnTo>
                  <a:pt x="6933"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10" name="Freeform: Shape 909"/>
          <p:cNvSpPr/>
          <p:nvPr/>
        </p:nvSpPr>
        <p:spPr>
          <a:xfrm>
            <a:off x="8524800" y="4200480"/>
            <a:ext cx="2914920" cy="428760"/>
          </a:xfrm>
          <a:custGeom>
            <a:avLst/>
            <a:gdLst/>
            <a:ahLst/>
            <a:cxnLst/>
            <a:rect l="0" t="0" r="r" b="b"/>
            <a:pathLst>
              <a:path w="8097" h="1191">
                <a:moveTo>
                  <a:pt x="0" y="0"/>
                </a:moveTo>
                <a:lnTo>
                  <a:pt x="8097" y="0"/>
                </a:lnTo>
                <a:lnTo>
                  <a:pt x="8097"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11" name="Freeform: Shape 910"/>
          <p:cNvSpPr/>
          <p:nvPr/>
        </p:nvSpPr>
        <p:spPr>
          <a:xfrm>
            <a:off x="752400" y="4628880"/>
            <a:ext cx="2733840" cy="429120"/>
          </a:xfrm>
          <a:custGeom>
            <a:avLst/>
            <a:gdLst/>
            <a:ahLst/>
            <a:cxnLst/>
            <a:rect l="0" t="0" r="r" b="b"/>
            <a:pathLst>
              <a:path w="7594" h="1192">
                <a:moveTo>
                  <a:pt x="0" y="0"/>
                </a:moveTo>
                <a:lnTo>
                  <a:pt x="7594" y="0"/>
                </a:lnTo>
                <a:lnTo>
                  <a:pt x="7594"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12" name="Freeform: Shape 911"/>
          <p:cNvSpPr/>
          <p:nvPr/>
        </p:nvSpPr>
        <p:spPr>
          <a:xfrm>
            <a:off x="3485880" y="4628880"/>
            <a:ext cx="2543760" cy="429120"/>
          </a:xfrm>
          <a:custGeom>
            <a:avLst/>
            <a:gdLst/>
            <a:ahLst/>
            <a:cxnLst/>
            <a:rect l="0" t="0" r="r" b="b"/>
            <a:pathLst>
              <a:path w="7066" h="1192">
                <a:moveTo>
                  <a:pt x="0" y="0"/>
                </a:moveTo>
                <a:lnTo>
                  <a:pt x="7066" y="0"/>
                </a:lnTo>
                <a:lnTo>
                  <a:pt x="7066"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13" name="Freeform: Shape 912"/>
          <p:cNvSpPr/>
          <p:nvPr/>
        </p:nvSpPr>
        <p:spPr>
          <a:xfrm>
            <a:off x="6029280" y="4628880"/>
            <a:ext cx="2495880" cy="429120"/>
          </a:xfrm>
          <a:custGeom>
            <a:avLst/>
            <a:gdLst/>
            <a:ahLst/>
            <a:cxnLst/>
            <a:rect l="0" t="0" r="r" b="b"/>
            <a:pathLst>
              <a:path w="6933" h="1192">
                <a:moveTo>
                  <a:pt x="0" y="0"/>
                </a:moveTo>
                <a:lnTo>
                  <a:pt x="6933" y="0"/>
                </a:lnTo>
                <a:lnTo>
                  <a:pt x="6933"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14" name="Freeform: Shape 913"/>
          <p:cNvSpPr/>
          <p:nvPr/>
        </p:nvSpPr>
        <p:spPr>
          <a:xfrm>
            <a:off x="8524800" y="4628880"/>
            <a:ext cx="2914920" cy="429120"/>
          </a:xfrm>
          <a:custGeom>
            <a:avLst/>
            <a:gdLst/>
            <a:ahLst/>
            <a:cxnLst/>
            <a:rect l="0" t="0" r="r" b="b"/>
            <a:pathLst>
              <a:path w="8097" h="1192">
                <a:moveTo>
                  <a:pt x="0" y="0"/>
                </a:moveTo>
                <a:lnTo>
                  <a:pt x="8097" y="0"/>
                </a:lnTo>
                <a:lnTo>
                  <a:pt x="8097"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15" name="Freeform: Shape 914"/>
          <p:cNvSpPr/>
          <p:nvPr/>
        </p:nvSpPr>
        <p:spPr>
          <a:xfrm>
            <a:off x="752400" y="4628880"/>
            <a:ext cx="2733840" cy="429120"/>
          </a:xfrm>
          <a:custGeom>
            <a:avLst/>
            <a:gdLst/>
            <a:ahLst/>
            <a:cxnLst/>
            <a:rect l="0" t="0" r="r" b="b"/>
            <a:pathLst>
              <a:path w="7594" h="1192">
                <a:moveTo>
                  <a:pt x="0" y="0"/>
                </a:moveTo>
                <a:lnTo>
                  <a:pt x="7594" y="0"/>
                </a:lnTo>
                <a:lnTo>
                  <a:pt x="759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16" name="Freeform: Shape 915"/>
          <p:cNvSpPr/>
          <p:nvPr/>
        </p:nvSpPr>
        <p:spPr>
          <a:xfrm>
            <a:off x="3485880" y="4628880"/>
            <a:ext cx="2543760" cy="429120"/>
          </a:xfrm>
          <a:custGeom>
            <a:avLst/>
            <a:gdLst/>
            <a:ahLst/>
            <a:cxnLst/>
            <a:rect l="0" t="0" r="r" b="b"/>
            <a:pathLst>
              <a:path w="7066" h="1192">
                <a:moveTo>
                  <a:pt x="0" y="0"/>
                </a:moveTo>
                <a:lnTo>
                  <a:pt x="7066" y="0"/>
                </a:lnTo>
                <a:lnTo>
                  <a:pt x="7066"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17" name="Freeform: Shape 916"/>
          <p:cNvSpPr/>
          <p:nvPr/>
        </p:nvSpPr>
        <p:spPr>
          <a:xfrm>
            <a:off x="6029280" y="4628880"/>
            <a:ext cx="2495880" cy="429120"/>
          </a:xfrm>
          <a:custGeom>
            <a:avLst/>
            <a:gdLst/>
            <a:ahLst/>
            <a:cxnLst/>
            <a:rect l="0" t="0" r="r" b="b"/>
            <a:pathLst>
              <a:path w="6933" h="1192">
                <a:moveTo>
                  <a:pt x="0" y="0"/>
                </a:moveTo>
                <a:lnTo>
                  <a:pt x="6933" y="0"/>
                </a:lnTo>
                <a:lnTo>
                  <a:pt x="6933"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18" name="Freeform: Shape 917"/>
          <p:cNvSpPr/>
          <p:nvPr/>
        </p:nvSpPr>
        <p:spPr>
          <a:xfrm>
            <a:off x="8524800" y="4628880"/>
            <a:ext cx="2914920" cy="429120"/>
          </a:xfrm>
          <a:custGeom>
            <a:avLst/>
            <a:gdLst/>
            <a:ahLst/>
            <a:cxnLst/>
            <a:rect l="0" t="0" r="r" b="b"/>
            <a:pathLst>
              <a:path w="8097" h="1192">
                <a:moveTo>
                  <a:pt x="0" y="0"/>
                </a:moveTo>
                <a:lnTo>
                  <a:pt x="8097" y="0"/>
                </a:lnTo>
                <a:lnTo>
                  <a:pt x="809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19" name="Freeform: Shape 918"/>
          <p:cNvSpPr/>
          <p:nvPr/>
        </p:nvSpPr>
        <p:spPr>
          <a:xfrm>
            <a:off x="752400" y="5057640"/>
            <a:ext cx="2733840" cy="438480"/>
          </a:xfrm>
          <a:custGeom>
            <a:avLst/>
            <a:gdLst/>
            <a:ahLst/>
            <a:cxnLst/>
            <a:rect l="0" t="0" r="r" b="b"/>
            <a:pathLst>
              <a:path w="7594" h="1218">
                <a:moveTo>
                  <a:pt x="0" y="0"/>
                </a:moveTo>
                <a:lnTo>
                  <a:pt x="7594" y="0"/>
                </a:lnTo>
                <a:lnTo>
                  <a:pt x="7594"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20" name="Freeform: Shape 919"/>
          <p:cNvSpPr/>
          <p:nvPr/>
        </p:nvSpPr>
        <p:spPr>
          <a:xfrm>
            <a:off x="3485880" y="5057640"/>
            <a:ext cx="2543760" cy="438480"/>
          </a:xfrm>
          <a:custGeom>
            <a:avLst/>
            <a:gdLst/>
            <a:ahLst/>
            <a:cxnLst/>
            <a:rect l="0" t="0" r="r" b="b"/>
            <a:pathLst>
              <a:path w="7066" h="1218">
                <a:moveTo>
                  <a:pt x="0" y="0"/>
                </a:moveTo>
                <a:lnTo>
                  <a:pt x="7066" y="0"/>
                </a:lnTo>
                <a:lnTo>
                  <a:pt x="7066"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21" name="Freeform: Shape 920"/>
          <p:cNvSpPr/>
          <p:nvPr/>
        </p:nvSpPr>
        <p:spPr>
          <a:xfrm>
            <a:off x="6029280" y="5057640"/>
            <a:ext cx="2495880" cy="438480"/>
          </a:xfrm>
          <a:custGeom>
            <a:avLst/>
            <a:gdLst/>
            <a:ahLst/>
            <a:cxnLst/>
            <a:rect l="0" t="0" r="r" b="b"/>
            <a:pathLst>
              <a:path w="6933" h="1218">
                <a:moveTo>
                  <a:pt x="0" y="0"/>
                </a:moveTo>
                <a:lnTo>
                  <a:pt x="6933" y="0"/>
                </a:lnTo>
                <a:lnTo>
                  <a:pt x="6933"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22" name="Freeform: Shape 921"/>
          <p:cNvSpPr/>
          <p:nvPr/>
        </p:nvSpPr>
        <p:spPr>
          <a:xfrm>
            <a:off x="8524800" y="5057640"/>
            <a:ext cx="2914920" cy="438480"/>
          </a:xfrm>
          <a:custGeom>
            <a:avLst/>
            <a:gdLst/>
            <a:ahLst/>
            <a:cxnLst/>
            <a:rect l="0" t="0" r="r" b="b"/>
            <a:pathLst>
              <a:path w="8097" h="1218">
                <a:moveTo>
                  <a:pt x="0" y="0"/>
                </a:moveTo>
                <a:lnTo>
                  <a:pt x="8097" y="0"/>
                </a:lnTo>
                <a:lnTo>
                  <a:pt x="8097"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23" name="Freeform: Shape 922"/>
          <p:cNvSpPr/>
          <p:nvPr/>
        </p:nvSpPr>
        <p:spPr>
          <a:xfrm>
            <a:off x="752400" y="5057640"/>
            <a:ext cx="2733840" cy="438480"/>
          </a:xfrm>
          <a:custGeom>
            <a:avLst/>
            <a:gdLst/>
            <a:ahLst/>
            <a:cxnLst/>
            <a:rect l="0" t="0" r="r" b="b"/>
            <a:pathLst>
              <a:path w="7594" h="1218">
                <a:moveTo>
                  <a:pt x="0" y="0"/>
                </a:moveTo>
                <a:lnTo>
                  <a:pt x="7594" y="0"/>
                </a:lnTo>
                <a:lnTo>
                  <a:pt x="759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24" name="Freeform: Shape 923"/>
          <p:cNvSpPr/>
          <p:nvPr/>
        </p:nvSpPr>
        <p:spPr>
          <a:xfrm>
            <a:off x="3485880" y="5057640"/>
            <a:ext cx="2543760" cy="438480"/>
          </a:xfrm>
          <a:custGeom>
            <a:avLst/>
            <a:gdLst/>
            <a:ahLst/>
            <a:cxnLst/>
            <a:rect l="0" t="0" r="r" b="b"/>
            <a:pathLst>
              <a:path w="7066" h="1218">
                <a:moveTo>
                  <a:pt x="0" y="0"/>
                </a:moveTo>
                <a:lnTo>
                  <a:pt x="7066" y="0"/>
                </a:lnTo>
                <a:lnTo>
                  <a:pt x="7066"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25" name="Freeform: Shape 924"/>
          <p:cNvSpPr/>
          <p:nvPr/>
        </p:nvSpPr>
        <p:spPr>
          <a:xfrm>
            <a:off x="6029280" y="5057640"/>
            <a:ext cx="2495880" cy="438480"/>
          </a:xfrm>
          <a:custGeom>
            <a:avLst/>
            <a:gdLst/>
            <a:ahLst/>
            <a:cxnLst/>
            <a:rect l="0" t="0" r="r" b="b"/>
            <a:pathLst>
              <a:path w="6933" h="1218">
                <a:moveTo>
                  <a:pt x="0" y="0"/>
                </a:moveTo>
                <a:lnTo>
                  <a:pt x="6933" y="0"/>
                </a:lnTo>
                <a:lnTo>
                  <a:pt x="6933"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26" name="Freeform: Shape 925"/>
          <p:cNvSpPr/>
          <p:nvPr/>
        </p:nvSpPr>
        <p:spPr>
          <a:xfrm>
            <a:off x="8524800" y="5057640"/>
            <a:ext cx="2914920" cy="438480"/>
          </a:xfrm>
          <a:custGeom>
            <a:avLst/>
            <a:gdLst/>
            <a:ahLst/>
            <a:cxnLst/>
            <a:rect l="0" t="0" r="r" b="b"/>
            <a:pathLst>
              <a:path w="8097" h="1218">
                <a:moveTo>
                  <a:pt x="0" y="0"/>
                </a:moveTo>
                <a:lnTo>
                  <a:pt x="8097" y="0"/>
                </a:lnTo>
                <a:lnTo>
                  <a:pt x="8097"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27" name="Freeform: Shape 926"/>
          <p:cNvSpPr/>
          <p:nvPr/>
        </p:nvSpPr>
        <p:spPr>
          <a:xfrm>
            <a:off x="752400" y="5495760"/>
            <a:ext cx="2733840" cy="429120"/>
          </a:xfrm>
          <a:custGeom>
            <a:avLst/>
            <a:gdLst/>
            <a:ahLst/>
            <a:cxnLst/>
            <a:rect l="0" t="0" r="r" b="b"/>
            <a:pathLst>
              <a:path w="7594" h="1192">
                <a:moveTo>
                  <a:pt x="0" y="0"/>
                </a:moveTo>
                <a:lnTo>
                  <a:pt x="7594" y="0"/>
                </a:lnTo>
                <a:lnTo>
                  <a:pt x="7594"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28" name="Freeform: Shape 927"/>
          <p:cNvSpPr/>
          <p:nvPr/>
        </p:nvSpPr>
        <p:spPr>
          <a:xfrm>
            <a:off x="3485880" y="5495760"/>
            <a:ext cx="2543760" cy="429120"/>
          </a:xfrm>
          <a:custGeom>
            <a:avLst/>
            <a:gdLst/>
            <a:ahLst/>
            <a:cxnLst/>
            <a:rect l="0" t="0" r="r" b="b"/>
            <a:pathLst>
              <a:path w="7066" h="1192">
                <a:moveTo>
                  <a:pt x="0" y="0"/>
                </a:moveTo>
                <a:lnTo>
                  <a:pt x="7066" y="0"/>
                </a:lnTo>
                <a:lnTo>
                  <a:pt x="7066"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29" name="Freeform: Shape 928"/>
          <p:cNvSpPr/>
          <p:nvPr/>
        </p:nvSpPr>
        <p:spPr>
          <a:xfrm>
            <a:off x="6029280" y="5495760"/>
            <a:ext cx="2495880" cy="429120"/>
          </a:xfrm>
          <a:custGeom>
            <a:avLst/>
            <a:gdLst/>
            <a:ahLst/>
            <a:cxnLst/>
            <a:rect l="0" t="0" r="r" b="b"/>
            <a:pathLst>
              <a:path w="6933" h="1192">
                <a:moveTo>
                  <a:pt x="0" y="0"/>
                </a:moveTo>
                <a:lnTo>
                  <a:pt x="6933" y="0"/>
                </a:lnTo>
                <a:lnTo>
                  <a:pt x="6933"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30" name="Freeform: Shape 929"/>
          <p:cNvSpPr/>
          <p:nvPr/>
        </p:nvSpPr>
        <p:spPr>
          <a:xfrm>
            <a:off x="8524800" y="5495760"/>
            <a:ext cx="2914920" cy="429120"/>
          </a:xfrm>
          <a:custGeom>
            <a:avLst/>
            <a:gdLst/>
            <a:ahLst/>
            <a:cxnLst/>
            <a:rect l="0" t="0" r="r" b="b"/>
            <a:pathLst>
              <a:path w="8097" h="1192">
                <a:moveTo>
                  <a:pt x="0" y="0"/>
                </a:moveTo>
                <a:lnTo>
                  <a:pt x="8097" y="0"/>
                </a:lnTo>
                <a:lnTo>
                  <a:pt x="8097"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31" name="Freeform: Shape 930"/>
          <p:cNvSpPr/>
          <p:nvPr/>
        </p:nvSpPr>
        <p:spPr>
          <a:xfrm>
            <a:off x="752400" y="5495760"/>
            <a:ext cx="2733840" cy="429120"/>
          </a:xfrm>
          <a:custGeom>
            <a:avLst/>
            <a:gdLst/>
            <a:ahLst/>
            <a:cxnLst/>
            <a:rect l="0" t="0" r="r" b="b"/>
            <a:pathLst>
              <a:path w="7594" h="1192">
                <a:moveTo>
                  <a:pt x="0" y="0"/>
                </a:moveTo>
                <a:lnTo>
                  <a:pt x="7594" y="0"/>
                </a:lnTo>
                <a:lnTo>
                  <a:pt x="759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32" name="Freeform: Shape 931"/>
          <p:cNvSpPr/>
          <p:nvPr/>
        </p:nvSpPr>
        <p:spPr>
          <a:xfrm>
            <a:off x="3485880" y="5495760"/>
            <a:ext cx="2543760" cy="429120"/>
          </a:xfrm>
          <a:custGeom>
            <a:avLst/>
            <a:gdLst/>
            <a:ahLst/>
            <a:cxnLst/>
            <a:rect l="0" t="0" r="r" b="b"/>
            <a:pathLst>
              <a:path w="7066" h="1192">
                <a:moveTo>
                  <a:pt x="0" y="0"/>
                </a:moveTo>
                <a:lnTo>
                  <a:pt x="7066" y="0"/>
                </a:lnTo>
                <a:lnTo>
                  <a:pt x="7066"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33" name="Freeform: Shape 932"/>
          <p:cNvSpPr/>
          <p:nvPr/>
        </p:nvSpPr>
        <p:spPr>
          <a:xfrm>
            <a:off x="6029280" y="5495760"/>
            <a:ext cx="2495880" cy="429120"/>
          </a:xfrm>
          <a:custGeom>
            <a:avLst/>
            <a:gdLst/>
            <a:ahLst/>
            <a:cxnLst/>
            <a:rect l="0" t="0" r="r" b="b"/>
            <a:pathLst>
              <a:path w="6933" h="1192">
                <a:moveTo>
                  <a:pt x="0" y="0"/>
                </a:moveTo>
                <a:lnTo>
                  <a:pt x="6933" y="0"/>
                </a:lnTo>
                <a:lnTo>
                  <a:pt x="6933"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34" name="Freeform: Shape 933"/>
          <p:cNvSpPr/>
          <p:nvPr/>
        </p:nvSpPr>
        <p:spPr>
          <a:xfrm>
            <a:off x="8524800" y="5495760"/>
            <a:ext cx="2914920" cy="429120"/>
          </a:xfrm>
          <a:custGeom>
            <a:avLst/>
            <a:gdLst/>
            <a:ahLst/>
            <a:cxnLst/>
            <a:rect l="0" t="0" r="r" b="b"/>
            <a:pathLst>
              <a:path w="8097" h="1192">
                <a:moveTo>
                  <a:pt x="0" y="0"/>
                </a:moveTo>
                <a:lnTo>
                  <a:pt x="8097" y="0"/>
                </a:lnTo>
                <a:lnTo>
                  <a:pt x="809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35" name="Freeform: Shape 934"/>
          <p:cNvSpPr/>
          <p:nvPr/>
        </p:nvSpPr>
        <p:spPr>
          <a:xfrm>
            <a:off x="752400" y="5924520"/>
            <a:ext cx="2733840" cy="428760"/>
          </a:xfrm>
          <a:custGeom>
            <a:avLst/>
            <a:gdLst/>
            <a:ahLst/>
            <a:cxnLst/>
            <a:rect l="0" t="0" r="r" b="b"/>
            <a:pathLst>
              <a:path w="7594" h="1191">
                <a:moveTo>
                  <a:pt x="0" y="0"/>
                </a:moveTo>
                <a:lnTo>
                  <a:pt x="7594" y="0"/>
                </a:lnTo>
                <a:lnTo>
                  <a:pt x="7594"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36" name="Freeform: Shape 935"/>
          <p:cNvSpPr/>
          <p:nvPr/>
        </p:nvSpPr>
        <p:spPr>
          <a:xfrm>
            <a:off x="3485880" y="5924520"/>
            <a:ext cx="2543760" cy="428760"/>
          </a:xfrm>
          <a:custGeom>
            <a:avLst/>
            <a:gdLst/>
            <a:ahLst/>
            <a:cxnLst/>
            <a:rect l="0" t="0" r="r" b="b"/>
            <a:pathLst>
              <a:path w="7066" h="1191">
                <a:moveTo>
                  <a:pt x="0" y="0"/>
                </a:moveTo>
                <a:lnTo>
                  <a:pt x="7066" y="0"/>
                </a:lnTo>
                <a:lnTo>
                  <a:pt x="7066"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37" name="Freeform: Shape 936"/>
          <p:cNvSpPr/>
          <p:nvPr/>
        </p:nvSpPr>
        <p:spPr>
          <a:xfrm>
            <a:off x="6029280" y="5924520"/>
            <a:ext cx="2495880" cy="428760"/>
          </a:xfrm>
          <a:custGeom>
            <a:avLst/>
            <a:gdLst/>
            <a:ahLst/>
            <a:cxnLst/>
            <a:rect l="0" t="0" r="r" b="b"/>
            <a:pathLst>
              <a:path w="6933" h="1191">
                <a:moveTo>
                  <a:pt x="0" y="0"/>
                </a:moveTo>
                <a:lnTo>
                  <a:pt x="6933" y="0"/>
                </a:lnTo>
                <a:lnTo>
                  <a:pt x="6933"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38" name="Freeform: Shape 937"/>
          <p:cNvSpPr/>
          <p:nvPr/>
        </p:nvSpPr>
        <p:spPr>
          <a:xfrm>
            <a:off x="8524800" y="5924520"/>
            <a:ext cx="2914920" cy="428760"/>
          </a:xfrm>
          <a:custGeom>
            <a:avLst/>
            <a:gdLst/>
            <a:ahLst/>
            <a:cxnLst/>
            <a:rect l="0" t="0" r="r" b="b"/>
            <a:pathLst>
              <a:path w="8097" h="1191">
                <a:moveTo>
                  <a:pt x="0" y="0"/>
                </a:moveTo>
                <a:lnTo>
                  <a:pt x="8097" y="0"/>
                </a:lnTo>
                <a:lnTo>
                  <a:pt x="8097"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39" name="Freeform: Shape 938"/>
          <p:cNvSpPr/>
          <p:nvPr/>
        </p:nvSpPr>
        <p:spPr>
          <a:xfrm>
            <a:off x="752400" y="5924520"/>
            <a:ext cx="2733840" cy="428760"/>
          </a:xfrm>
          <a:custGeom>
            <a:avLst/>
            <a:gdLst/>
            <a:ahLst/>
            <a:cxnLst/>
            <a:rect l="0" t="0" r="r" b="b"/>
            <a:pathLst>
              <a:path w="7594" h="1191">
                <a:moveTo>
                  <a:pt x="0" y="0"/>
                </a:moveTo>
                <a:lnTo>
                  <a:pt x="7594" y="0"/>
                </a:lnTo>
                <a:lnTo>
                  <a:pt x="7594"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40" name="Freeform: Shape 939"/>
          <p:cNvSpPr/>
          <p:nvPr/>
        </p:nvSpPr>
        <p:spPr>
          <a:xfrm>
            <a:off x="3485880" y="5924520"/>
            <a:ext cx="2543760" cy="428760"/>
          </a:xfrm>
          <a:custGeom>
            <a:avLst/>
            <a:gdLst/>
            <a:ahLst/>
            <a:cxnLst/>
            <a:rect l="0" t="0" r="r" b="b"/>
            <a:pathLst>
              <a:path w="7066" h="1191">
                <a:moveTo>
                  <a:pt x="0" y="0"/>
                </a:moveTo>
                <a:lnTo>
                  <a:pt x="7066" y="0"/>
                </a:lnTo>
                <a:lnTo>
                  <a:pt x="7066"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41" name="Freeform: Shape 940"/>
          <p:cNvSpPr/>
          <p:nvPr/>
        </p:nvSpPr>
        <p:spPr>
          <a:xfrm>
            <a:off x="6029280" y="5924520"/>
            <a:ext cx="2495880" cy="428760"/>
          </a:xfrm>
          <a:custGeom>
            <a:avLst/>
            <a:gdLst/>
            <a:ahLst/>
            <a:cxnLst/>
            <a:rect l="0" t="0" r="r" b="b"/>
            <a:pathLst>
              <a:path w="6933" h="1191">
                <a:moveTo>
                  <a:pt x="0" y="0"/>
                </a:moveTo>
                <a:lnTo>
                  <a:pt x="6933" y="0"/>
                </a:lnTo>
                <a:lnTo>
                  <a:pt x="6933"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42" name="Freeform: Shape 941"/>
          <p:cNvSpPr/>
          <p:nvPr/>
        </p:nvSpPr>
        <p:spPr>
          <a:xfrm>
            <a:off x="8524800" y="5924520"/>
            <a:ext cx="2914920" cy="428760"/>
          </a:xfrm>
          <a:custGeom>
            <a:avLst/>
            <a:gdLst/>
            <a:ahLst/>
            <a:cxnLst/>
            <a:rect l="0" t="0" r="r" b="b"/>
            <a:pathLst>
              <a:path w="8097" h="1191">
                <a:moveTo>
                  <a:pt x="0" y="0"/>
                </a:moveTo>
                <a:lnTo>
                  <a:pt x="8097" y="0"/>
                </a:lnTo>
                <a:lnTo>
                  <a:pt x="8097"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43" name="Freeform: Shape 942"/>
          <p:cNvSpPr/>
          <p:nvPr/>
        </p:nvSpPr>
        <p:spPr>
          <a:xfrm>
            <a:off x="752400" y="6352920"/>
            <a:ext cx="2733840" cy="438480"/>
          </a:xfrm>
          <a:custGeom>
            <a:avLst/>
            <a:gdLst/>
            <a:ahLst/>
            <a:cxnLst/>
            <a:rect l="0" t="0" r="r" b="b"/>
            <a:pathLst>
              <a:path w="7594" h="1218">
                <a:moveTo>
                  <a:pt x="0" y="0"/>
                </a:moveTo>
                <a:lnTo>
                  <a:pt x="7594" y="0"/>
                </a:lnTo>
                <a:lnTo>
                  <a:pt x="7594"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44" name="Freeform: Shape 943"/>
          <p:cNvSpPr/>
          <p:nvPr/>
        </p:nvSpPr>
        <p:spPr>
          <a:xfrm>
            <a:off x="3485880" y="6352920"/>
            <a:ext cx="2543760" cy="438480"/>
          </a:xfrm>
          <a:custGeom>
            <a:avLst/>
            <a:gdLst/>
            <a:ahLst/>
            <a:cxnLst/>
            <a:rect l="0" t="0" r="r" b="b"/>
            <a:pathLst>
              <a:path w="7066" h="1218">
                <a:moveTo>
                  <a:pt x="0" y="0"/>
                </a:moveTo>
                <a:lnTo>
                  <a:pt x="7066" y="0"/>
                </a:lnTo>
                <a:lnTo>
                  <a:pt x="7066"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45" name="Freeform: Shape 944"/>
          <p:cNvSpPr/>
          <p:nvPr/>
        </p:nvSpPr>
        <p:spPr>
          <a:xfrm>
            <a:off x="6029280" y="6352920"/>
            <a:ext cx="2495880" cy="438480"/>
          </a:xfrm>
          <a:custGeom>
            <a:avLst/>
            <a:gdLst/>
            <a:ahLst/>
            <a:cxnLst/>
            <a:rect l="0" t="0" r="r" b="b"/>
            <a:pathLst>
              <a:path w="6933" h="1218">
                <a:moveTo>
                  <a:pt x="0" y="0"/>
                </a:moveTo>
                <a:lnTo>
                  <a:pt x="6933" y="0"/>
                </a:lnTo>
                <a:lnTo>
                  <a:pt x="6933"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46" name="Freeform: Shape 945"/>
          <p:cNvSpPr/>
          <p:nvPr/>
        </p:nvSpPr>
        <p:spPr>
          <a:xfrm>
            <a:off x="8524800" y="6352920"/>
            <a:ext cx="2914920" cy="438480"/>
          </a:xfrm>
          <a:custGeom>
            <a:avLst/>
            <a:gdLst/>
            <a:ahLst/>
            <a:cxnLst/>
            <a:rect l="0" t="0" r="r" b="b"/>
            <a:pathLst>
              <a:path w="8097" h="1218">
                <a:moveTo>
                  <a:pt x="0" y="0"/>
                </a:moveTo>
                <a:lnTo>
                  <a:pt x="8097" y="0"/>
                </a:lnTo>
                <a:lnTo>
                  <a:pt x="8097"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47" name="Freeform: Shape 946"/>
          <p:cNvSpPr/>
          <p:nvPr/>
        </p:nvSpPr>
        <p:spPr>
          <a:xfrm>
            <a:off x="752400" y="6352920"/>
            <a:ext cx="2733840" cy="438480"/>
          </a:xfrm>
          <a:custGeom>
            <a:avLst/>
            <a:gdLst/>
            <a:ahLst/>
            <a:cxnLst/>
            <a:rect l="0" t="0" r="r" b="b"/>
            <a:pathLst>
              <a:path w="7594" h="1218">
                <a:moveTo>
                  <a:pt x="0" y="0"/>
                </a:moveTo>
                <a:lnTo>
                  <a:pt x="7594" y="0"/>
                </a:lnTo>
                <a:lnTo>
                  <a:pt x="759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48" name="Freeform: Shape 947"/>
          <p:cNvSpPr/>
          <p:nvPr/>
        </p:nvSpPr>
        <p:spPr>
          <a:xfrm>
            <a:off x="3485880" y="6352920"/>
            <a:ext cx="2543760" cy="438480"/>
          </a:xfrm>
          <a:custGeom>
            <a:avLst/>
            <a:gdLst/>
            <a:ahLst/>
            <a:cxnLst/>
            <a:rect l="0" t="0" r="r" b="b"/>
            <a:pathLst>
              <a:path w="7066" h="1218">
                <a:moveTo>
                  <a:pt x="0" y="0"/>
                </a:moveTo>
                <a:lnTo>
                  <a:pt x="7066" y="0"/>
                </a:lnTo>
                <a:lnTo>
                  <a:pt x="7066"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49" name="Freeform: Shape 948"/>
          <p:cNvSpPr/>
          <p:nvPr/>
        </p:nvSpPr>
        <p:spPr>
          <a:xfrm>
            <a:off x="6029280" y="6352920"/>
            <a:ext cx="2495880" cy="438480"/>
          </a:xfrm>
          <a:custGeom>
            <a:avLst/>
            <a:gdLst/>
            <a:ahLst/>
            <a:cxnLst/>
            <a:rect l="0" t="0" r="r" b="b"/>
            <a:pathLst>
              <a:path w="6933" h="1218">
                <a:moveTo>
                  <a:pt x="0" y="0"/>
                </a:moveTo>
                <a:lnTo>
                  <a:pt x="6933" y="0"/>
                </a:lnTo>
                <a:lnTo>
                  <a:pt x="6933"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50" name="Freeform: Shape 949"/>
          <p:cNvSpPr/>
          <p:nvPr/>
        </p:nvSpPr>
        <p:spPr>
          <a:xfrm>
            <a:off x="8524800" y="6352920"/>
            <a:ext cx="2914920" cy="438480"/>
          </a:xfrm>
          <a:custGeom>
            <a:avLst/>
            <a:gdLst/>
            <a:ahLst/>
            <a:cxnLst/>
            <a:rect l="0" t="0" r="r" b="b"/>
            <a:pathLst>
              <a:path w="8097" h="1218">
                <a:moveTo>
                  <a:pt x="0" y="0"/>
                </a:moveTo>
                <a:lnTo>
                  <a:pt x="8097" y="0"/>
                </a:lnTo>
                <a:lnTo>
                  <a:pt x="8097"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51" name="Freeform: Shape 950"/>
          <p:cNvSpPr/>
          <p:nvPr/>
        </p:nvSpPr>
        <p:spPr>
          <a:xfrm>
            <a:off x="75240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52" name="Freeform: Shape 951"/>
          <p:cNvSpPr/>
          <p:nvPr/>
        </p:nvSpPr>
        <p:spPr>
          <a:xfrm>
            <a:off x="752400" y="1295280"/>
            <a:ext cx="2743560" cy="9720"/>
          </a:xfrm>
          <a:custGeom>
            <a:avLst/>
            <a:gdLst/>
            <a:ahLst/>
            <a:cxnLst/>
            <a:rect l="0" t="0" r="r" b="b"/>
            <a:pathLst>
              <a:path w="7621" h="27">
                <a:moveTo>
                  <a:pt x="0" y="0"/>
                </a:moveTo>
                <a:lnTo>
                  <a:pt x="7621" y="0"/>
                </a:lnTo>
                <a:lnTo>
                  <a:pt x="762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53" name="Freeform: Shape 952"/>
          <p:cNvSpPr/>
          <p:nvPr/>
        </p:nvSpPr>
        <p:spPr>
          <a:xfrm>
            <a:off x="3485880" y="129528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54" name="Freeform: Shape 953"/>
          <p:cNvSpPr/>
          <p:nvPr/>
        </p:nvSpPr>
        <p:spPr>
          <a:xfrm>
            <a:off x="3495600" y="1295280"/>
            <a:ext cx="2543400" cy="9720"/>
          </a:xfrm>
          <a:custGeom>
            <a:avLst/>
            <a:gdLst/>
            <a:ahLst/>
            <a:cxnLst/>
            <a:rect l="0" t="0" r="r" b="b"/>
            <a:pathLst>
              <a:path w="7065" h="27">
                <a:moveTo>
                  <a:pt x="0" y="0"/>
                </a:moveTo>
                <a:lnTo>
                  <a:pt x="7065" y="0"/>
                </a:lnTo>
                <a:lnTo>
                  <a:pt x="706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55" name="Freeform: Shape 954"/>
          <p:cNvSpPr/>
          <p:nvPr/>
        </p:nvSpPr>
        <p:spPr>
          <a:xfrm>
            <a:off x="602928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56" name="Freeform: Shape 955"/>
          <p:cNvSpPr/>
          <p:nvPr/>
        </p:nvSpPr>
        <p:spPr>
          <a:xfrm>
            <a:off x="6038640" y="1295280"/>
            <a:ext cx="2486520" cy="9720"/>
          </a:xfrm>
          <a:custGeom>
            <a:avLst/>
            <a:gdLst/>
            <a:ahLst/>
            <a:cxnLst/>
            <a:rect l="0" t="0" r="r" b="b"/>
            <a:pathLst>
              <a:path w="6907" h="27">
                <a:moveTo>
                  <a:pt x="0" y="0"/>
                </a:moveTo>
                <a:lnTo>
                  <a:pt x="6907" y="0"/>
                </a:lnTo>
                <a:lnTo>
                  <a:pt x="690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57" name="Freeform: Shape 956"/>
          <p:cNvSpPr/>
          <p:nvPr/>
        </p:nvSpPr>
        <p:spPr>
          <a:xfrm>
            <a:off x="8515080" y="129528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58" name="Freeform: Shape 957"/>
          <p:cNvSpPr/>
          <p:nvPr/>
        </p:nvSpPr>
        <p:spPr>
          <a:xfrm>
            <a:off x="8524800" y="1295280"/>
            <a:ext cx="2924280" cy="9720"/>
          </a:xfrm>
          <a:custGeom>
            <a:avLst/>
            <a:gdLst/>
            <a:ahLst/>
            <a:cxnLst/>
            <a:rect l="0" t="0" r="r" b="b"/>
            <a:pathLst>
              <a:path w="8123" h="27">
                <a:moveTo>
                  <a:pt x="0" y="0"/>
                </a:moveTo>
                <a:lnTo>
                  <a:pt x="8123" y="0"/>
                </a:lnTo>
                <a:lnTo>
                  <a:pt x="812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59" name="Freeform: Shape 958"/>
          <p:cNvSpPr/>
          <p:nvPr/>
        </p:nvSpPr>
        <p:spPr>
          <a:xfrm>
            <a:off x="1143936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60" name="Freeform: Shape 959"/>
          <p:cNvSpPr/>
          <p:nvPr/>
        </p:nvSpPr>
        <p:spPr>
          <a:xfrm>
            <a:off x="752400" y="1723680"/>
            <a:ext cx="2743560" cy="10080"/>
          </a:xfrm>
          <a:custGeom>
            <a:avLst/>
            <a:gdLst/>
            <a:ahLst/>
            <a:cxnLst/>
            <a:rect l="0" t="0" r="r" b="b"/>
            <a:pathLst>
              <a:path w="7621" h="28">
                <a:moveTo>
                  <a:pt x="0" y="0"/>
                </a:moveTo>
                <a:lnTo>
                  <a:pt x="7621" y="0"/>
                </a:lnTo>
                <a:lnTo>
                  <a:pt x="76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61" name="Freeform: Shape 960"/>
          <p:cNvSpPr/>
          <p:nvPr/>
        </p:nvSpPr>
        <p:spPr>
          <a:xfrm>
            <a:off x="3495600" y="1723680"/>
            <a:ext cx="2543400" cy="10080"/>
          </a:xfrm>
          <a:custGeom>
            <a:avLst/>
            <a:gdLst/>
            <a:ahLst/>
            <a:cxnLst/>
            <a:rect l="0" t="0" r="r" b="b"/>
            <a:pathLst>
              <a:path w="7065" h="28">
                <a:moveTo>
                  <a:pt x="0" y="0"/>
                </a:moveTo>
                <a:lnTo>
                  <a:pt x="7065" y="0"/>
                </a:lnTo>
                <a:lnTo>
                  <a:pt x="706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62" name="Freeform: Shape 961"/>
          <p:cNvSpPr/>
          <p:nvPr/>
        </p:nvSpPr>
        <p:spPr>
          <a:xfrm>
            <a:off x="6038640" y="1723680"/>
            <a:ext cx="2486520" cy="10080"/>
          </a:xfrm>
          <a:custGeom>
            <a:avLst/>
            <a:gdLst/>
            <a:ahLst/>
            <a:cxnLst/>
            <a:rect l="0" t="0" r="r" b="b"/>
            <a:pathLst>
              <a:path w="6907" h="28">
                <a:moveTo>
                  <a:pt x="0" y="0"/>
                </a:moveTo>
                <a:lnTo>
                  <a:pt x="6907" y="0"/>
                </a:lnTo>
                <a:lnTo>
                  <a:pt x="690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63" name="Freeform: Shape 962"/>
          <p:cNvSpPr/>
          <p:nvPr/>
        </p:nvSpPr>
        <p:spPr>
          <a:xfrm>
            <a:off x="8524800" y="1723680"/>
            <a:ext cx="2924280" cy="10080"/>
          </a:xfrm>
          <a:custGeom>
            <a:avLst/>
            <a:gdLst/>
            <a:ahLst/>
            <a:cxnLst/>
            <a:rect l="0" t="0" r="r" b="b"/>
            <a:pathLst>
              <a:path w="8123" h="28">
                <a:moveTo>
                  <a:pt x="0" y="0"/>
                </a:moveTo>
                <a:lnTo>
                  <a:pt x="8123" y="0"/>
                </a:lnTo>
                <a:lnTo>
                  <a:pt x="812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64" name="Freeform: Shape 963"/>
          <p:cNvSpPr/>
          <p:nvPr/>
        </p:nvSpPr>
        <p:spPr>
          <a:xfrm>
            <a:off x="752400" y="17334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65" name="Freeform: Shape 964"/>
          <p:cNvSpPr/>
          <p:nvPr/>
        </p:nvSpPr>
        <p:spPr>
          <a:xfrm>
            <a:off x="3485880" y="173340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66" name="Freeform: Shape 965"/>
          <p:cNvSpPr/>
          <p:nvPr/>
        </p:nvSpPr>
        <p:spPr>
          <a:xfrm>
            <a:off x="6029280" y="17334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67" name="Freeform: Shape 966"/>
          <p:cNvSpPr/>
          <p:nvPr/>
        </p:nvSpPr>
        <p:spPr>
          <a:xfrm>
            <a:off x="8515080" y="173340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68" name="Freeform: Shape 967"/>
          <p:cNvSpPr/>
          <p:nvPr/>
        </p:nvSpPr>
        <p:spPr>
          <a:xfrm>
            <a:off x="11439360" y="17334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69" name="Freeform: Shape 968"/>
          <p:cNvSpPr/>
          <p:nvPr/>
        </p:nvSpPr>
        <p:spPr>
          <a:xfrm>
            <a:off x="752400" y="216216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70" name="Freeform: Shape 969"/>
          <p:cNvSpPr/>
          <p:nvPr/>
        </p:nvSpPr>
        <p:spPr>
          <a:xfrm>
            <a:off x="752400" y="2152440"/>
            <a:ext cx="2743560" cy="10080"/>
          </a:xfrm>
          <a:custGeom>
            <a:avLst/>
            <a:gdLst/>
            <a:ahLst/>
            <a:cxnLst/>
            <a:rect l="0" t="0" r="r" b="b"/>
            <a:pathLst>
              <a:path w="7621" h="28">
                <a:moveTo>
                  <a:pt x="0" y="0"/>
                </a:moveTo>
                <a:lnTo>
                  <a:pt x="7621" y="0"/>
                </a:lnTo>
                <a:lnTo>
                  <a:pt x="76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71" name="Freeform: Shape 970"/>
          <p:cNvSpPr/>
          <p:nvPr/>
        </p:nvSpPr>
        <p:spPr>
          <a:xfrm>
            <a:off x="3485880" y="2162160"/>
            <a:ext cx="10080" cy="743040"/>
          </a:xfrm>
          <a:custGeom>
            <a:avLst/>
            <a:gdLst/>
            <a:ahLst/>
            <a:cxnLst/>
            <a:rect l="0" t="0" r="r" b="b"/>
            <a:pathLst>
              <a:path w="28" h="2064">
                <a:moveTo>
                  <a:pt x="0" y="0"/>
                </a:moveTo>
                <a:lnTo>
                  <a:pt x="28" y="0"/>
                </a:lnTo>
                <a:lnTo>
                  <a:pt x="28"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72" name="Freeform: Shape 971"/>
          <p:cNvSpPr/>
          <p:nvPr/>
        </p:nvSpPr>
        <p:spPr>
          <a:xfrm>
            <a:off x="3495600" y="2152440"/>
            <a:ext cx="2543400" cy="10080"/>
          </a:xfrm>
          <a:custGeom>
            <a:avLst/>
            <a:gdLst/>
            <a:ahLst/>
            <a:cxnLst/>
            <a:rect l="0" t="0" r="r" b="b"/>
            <a:pathLst>
              <a:path w="7065" h="28">
                <a:moveTo>
                  <a:pt x="0" y="0"/>
                </a:moveTo>
                <a:lnTo>
                  <a:pt x="7065" y="0"/>
                </a:lnTo>
                <a:lnTo>
                  <a:pt x="706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73" name="Freeform: Shape 972"/>
          <p:cNvSpPr/>
          <p:nvPr/>
        </p:nvSpPr>
        <p:spPr>
          <a:xfrm>
            <a:off x="6029280" y="216216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74" name="Freeform: Shape 973"/>
          <p:cNvSpPr/>
          <p:nvPr/>
        </p:nvSpPr>
        <p:spPr>
          <a:xfrm>
            <a:off x="6038640" y="2152440"/>
            <a:ext cx="2486520" cy="10080"/>
          </a:xfrm>
          <a:custGeom>
            <a:avLst/>
            <a:gdLst/>
            <a:ahLst/>
            <a:cxnLst/>
            <a:rect l="0" t="0" r="r" b="b"/>
            <a:pathLst>
              <a:path w="6907" h="28">
                <a:moveTo>
                  <a:pt x="0" y="0"/>
                </a:moveTo>
                <a:lnTo>
                  <a:pt x="6907" y="0"/>
                </a:lnTo>
                <a:lnTo>
                  <a:pt x="690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75" name="Freeform: Shape 974"/>
          <p:cNvSpPr/>
          <p:nvPr/>
        </p:nvSpPr>
        <p:spPr>
          <a:xfrm>
            <a:off x="8515080" y="2162160"/>
            <a:ext cx="10080" cy="743040"/>
          </a:xfrm>
          <a:custGeom>
            <a:avLst/>
            <a:gdLst/>
            <a:ahLst/>
            <a:cxnLst/>
            <a:rect l="0" t="0" r="r" b="b"/>
            <a:pathLst>
              <a:path w="28" h="2064">
                <a:moveTo>
                  <a:pt x="0" y="0"/>
                </a:moveTo>
                <a:lnTo>
                  <a:pt x="28" y="0"/>
                </a:lnTo>
                <a:lnTo>
                  <a:pt x="28"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76" name="Freeform: Shape 975"/>
          <p:cNvSpPr/>
          <p:nvPr/>
        </p:nvSpPr>
        <p:spPr>
          <a:xfrm>
            <a:off x="8524800" y="2152440"/>
            <a:ext cx="2924280" cy="10080"/>
          </a:xfrm>
          <a:custGeom>
            <a:avLst/>
            <a:gdLst/>
            <a:ahLst/>
            <a:cxnLst/>
            <a:rect l="0" t="0" r="r" b="b"/>
            <a:pathLst>
              <a:path w="8123" h="28">
                <a:moveTo>
                  <a:pt x="0" y="0"/>
                </a:moveTo>
                <a:lnTo>
                  <a:pt x="8123" y="0"/>
                </a:lnTo>
                <a:lnTo>
                  <a:pt x="812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77" name="Freeform: Shape 976"/>
          <p:cNvSpPr/>
          <p:nvPr/>
        </p:nvSpPr>
        <p:spPr>
          <a:xfrm>
            <a:off x="11439360" y="216216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78" name="Freeform: Shape 977"/>
          <p:cNvSpPr/>
          <p:nvPr/>
        </p:nvSpPr>
        <p:spPr>
          <a:xfrm>
            <a:off x="752400" y="2904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79" name="Freeform: Shape 978"/>
          <p:cNvSpPr/>
          <p:nvPr/>
        </p:nvSpPr>
        <p:spPr>
          <a:xfrm>
            <a:off x="752400" y="2895480"/>
            <a:ext cx="2743560" cy="9720"/>
          </a:xfrm>
          <a:custGeom>
            <a:avLst/>
            <a:gdLst/>
            <a:ahLst/>
            <a:cxnLst/>
            <a:rect l="0" t="0" r="r" b="b"/>
            <a:pathLst>
              <a:path w="7621" h="27">
                <a:moveTo>
                  <a:pt x="0" y="0"/>
                </a:moveTo>
                <a:lnTo>
                  <a:pt x="7621" y="0"/>
                </a:lnTo>
                <a:lnTo>
                  <a:pt x="762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80" name="Freeform: Shape 979"/>
          <p:cNvSpPr/>
          <p:nvPr/>
        </p:nvSpPr>
        <p:spPr>
          <a:xfrm>
            <a:off x="3485880" y="290484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81" name="Freeform: Shape 980"/>
          <p:cNvSpPr/>
          <p:nvPr/>
        </p:nvSpPr>
        <p:spPr>
          <a:xfrm>
            <a:off x="3495600" y="2895480"/>
            <a:ext cx="2543400" cy="9720"/>
          </a:xfrm>
          <a:custGeom>
            <a:avLst/>
            <a:gdLst/>
            <a:ahLst/>
            <a:cxnLst/>
            <a:rect l="0" t="0" r="r" b="b"/>
            <a:pathLst>
              <a:path w="7065" h="27">
                <a:moveTo>
                  <a:pt x="0" y="0"/>
                </a:moveTo>
                <a:lnTo>
                  <a:pt x="7065" y="0"/>
                </a:lnTo>
                <a:lnTo>
                  <a:pt x="706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82" name="Freeform: Shape 981"/>
          <p:cNvSpPr/>
          <p:nvPr/>
        </p:nvSpPr>
        <p:spPr>
          <a:xfrm>
            <a:off x="6029280" y="2904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83" name="Freeform: Shape 982"/>
          <p:cNvSpPr/>
          <p:nvPr/>
        </p:nvSpPr>
        <p:spPr>
          <a:xfrm>
            <a:off x="6038640" y="2895480"/>
            <a:ext cx="2486520" cy="9720"/>
          </a:xfrm>
          <a:custGeom>
            <a:avLst/>
            <a:gdLst/>
            <a:ahLst/>
            <a:cxnLst/>
            <a:rect l="0" t="0" r="r" b="b"/>
            <a:pathLst>
              <a:path w="6907" h="27">
                <a:moveTo>
                  <a:pt x="0" y="0"/>
                </a:moveTo>
                <a:lnTo>
                  <a:pt x="6907" y="0"/>
                </a:lnTo>
                <a:lnTo>
                  <a:pt x="690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84" name="Freeform: Shape 983"/>
          <p:cNvSpPr/>
          <p:nvPr/>
        </p:nvSpPr>
        <p:spPr>
          <a:xfrm>
            <a:off x="8515080" y="290484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85" name="Freeform: Shape 984"/>
          <p:cNvSpPr/>
          <p:nvPr/>
        </p:nvSpPr>
        <p:spPr>
          <a:xfrm>
            <a:off x="8524800" y="2895480"/>
            <a:ext cx="2924280" cy="9720"/>
          </a:xfrm>
          <a:custGeom>
            <a:avLst/>
            <a:gdLst/>
            <a:ahLst/>
            <a:cxnLst/>
            <a:rect l="0" t="0" r="r" b="b"/>
            <a:pathLst>
              <a:path w="8123" h="27">
                <a:moveTo>
                  <a:pt x="0" y="0"/>
                </a:moveTo>
                <a:lnTo>
                  <a:pt x="8123" y="0"/>
                </a:lnTo>
                <a:lnTo>
                  <a:pt x="812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86" name="Freeform: Shape 985"/>
          <p:cNvSpPr/>
          <p:nvPr/>
        </p:nvSpPr>
        <p:spPr>
          <a:xfrm>
            <a:off x="11439360" y="2904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87" name="Freeform: Shape 986"/>
          <p:cNvSpPr/>
          <p:nvPr/>
        </p:nvSpPr>
        <p:spPr>
          <a:xfrm>
            <a:off x="752400" y="3333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88" name="Freeform: Shape 987"/>
          <p:cNvSpPr/>
          <p:nvPr/>
        </p:nvSpPr>
        <p:spPr>
          <a:xfrm>
            <a:off x="752400" y="3323880"/>
            <a:ext cx="2743560" cy="10080"/>
          </a:xfrm>
          <a:custGeom>
            <a:avLst/>
            <a:gdLst/>
            <a:ahLst/>
            <a:cxnLst/>
            <a:rect l="0" t="0" r="r" b="b"/>
            <a:pathLst>
              <a:path w="7621" h="28">
                <a:moveTo>
                  <a:pt x="0" y="0"/>
                </a:moveTo>
                <a:lnTo>
                  <a:pt x="7621" y="0"/>
                </a:lnTo>
                <a:lnTo>
                  <a:pt x="76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89" name="Freeform: Shape 988"/>
          <p:cNvSpPr/>
          <p:nvPr/>
        </p:nvSpPr>
        <p:spPr>
          <a:xfrm>
            <a:off x="3485880" y="333360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90" name="Freeform: Shape 989"/>
          <p:cNvSpPr/>
          <p:nvPr/>
        </p:nvSpPr>
        <p:spPr>
          <a:xfrm>
            <a:off x="3495600" y="3323880"/>
            <a:ext cx="2543400" cy="10080"/>
          </a:xfrm>
          <a:custGeom>
            <a:avLst/>
            <a:gdLst/>
            <a:ahLst/>
            <a:cxnLst/>
            <a:rect l="0" t="0" r="r" b="b"/>
            <a:pathLst>
              <a:path w="7065" h="28">
                <a:moveTo>
                  <a:pt x="0" y="0"/>
                </a:moveTo>
                <a:lnTo>
                  <a:pt x="7065" y="0"/>
                </a:lnTo>
                <a:lnTo>
                  <a:pt x="706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91" name="Freeform: Shape 990"/>
          <p:cNvSpPr/>
          <p:nvPr/>
        </p:nvSpPr>
        <p:spPr>
          <a:xfrm>
            <a:off x="6029280" y="3333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92" name="Freeform: Shape 991"/>
          <p:cNvSpPr/>
          <p:nvPr/>
        </p:nvSpPr>
        <p:spPr>
          <a:xfrm>
            <a:off x="6038640" y="3323880"/>
            <a:ext cx="2486520" cy="10080"/>
          </a:xfrm>
          <a:custGeom>
            <a:avLst/>
            <a:gdLst/>
            <a:ahLst/>
            <a:cxnLst/>
            <a:rect l="0" t="0" r="r" b="b"/>
            <a:pathLst>
              <a:path w="6907" h="28">
                <a:moveTo>
                  <a:pt x="0" y="0"/>
                </a:moveTo>
                <a:lnTo>
                  <a:pt x="6907" y="0"/>
                </a:lnTo>
                <a:lnTo>
                  <a:pt x="690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93" name="Freeform: Shape 992"/>
          <p:cNvSpPr/>
          <p:nvPr/>
        </p:nvSpPr>
        <p:spPr>
          <a:xfrm>
            <a:off x="8515080" y="333360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94" name="Freeform: Shape 993"/>
          <p:cNvSpPr/>
          <p:nvPr/>
        </p:nvSpPr>
        <p:spPr>
          <a:xfrm>
            <a:off x="8524800" y="3323880"/>
            <a:ext cx="2924280" cy="10080"/>
          </a:xfrm>
          <a:custGeom>
            <a:avLst/>
            <a:gdLst/>
            <a:ahLst/>
            <a:cxnLst/>
            <a:rect l="0" t="0" r="r" b="b"/>
            <a:pathLst>
              <a:path w="8123" h="28">
                <a:moveTo>
                  <a:pt x="0" y="0"/>
                </a:moveTo>
                <a:lnTo>
                  <a:pt x="8123" y="0"/>
                </a:lnTo>
                <a:lnTo>
                  <a:pt x="812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95" name="Freeform: Shape 994"/>
          <p:cNvSpPr/>
          <p:nvPr/>
        </p:nvSpPr>
        <p:spPr>
          <a:xfrm>
            <a:off x="11439360" y="3333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96" name="Freeform: Shape 995"/>
          <p:cNvSpPr/>
          <p:nvPr/>
        </p:nvSpPr>
        <p:spPr>
          <a:xfrm>
            <a:off x="752400" y="3771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97" name="Freeform: Shape 996"/>
          <p:cNvSpPr/>
          <p:nvPr/>
        </p:nvSpPr>
        <p:spPr>
          <a:xfrm>
            <a:off x="752400" y="3762360"/>
            <a:ext cx="2743560" cy="9720"/>
          </a:xfrm>
          <a:custGeom>
            <a:avLst/>
            <a:gdLst/>
            <a:ahLst/>
            <a:cxnLst/>
            <a:rect l="0" t="0" r="r" b="b"/>
            <a:pathLst>
              <a:path w="7621" h="27">
                <a:moveTo>
                  <a:pt x="0" y="0"/>
                </a:moveTo>
                <a:lnTo>
                  <a:pt x="7621" y="0"/>
                </a:lnTo>
                <a:lnTo>
                  <a:pt x="762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98" name="Freeform: Shape 997"/>
          <p:cNvSpPr/>
          <p:nvPr/>
        </p:nvSpPr>
        <p:spPr>
          <a:xfrm>
            <a:off x="3485880" y="377172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999" name="Freeform: Shape 998"/>
          <p:cNvSpPr/>
          <p:nvPr/>
        </p:nvSpPr>
        <p:spPr>
          <a:xfrm>
            <a:off x="3495600" y="3762360"/>
            <a:ext cx="2543400" cy="9720"/>
          </a:xfrm>
          <a:custGeom>
            <a:avLst/>
            <a:gdLst/>
            <a:ahLst/>
            <a:cxnLst/>
            <a:rect l="0" t="0" r="r" b="b"/>
            <a:pathLst>
              <a:path w="7065" h="27">
                <a:moveTo>
                  <a:pt x="0" y="0"/>
                </a:moveTo>
                <a:lnTo>
                  <a:pt x="7065" y="0"/>
                </a:lnTo>
                <a:lnTo>
                  <a:pt x="706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00" name="Freeform: Shape 999"/>
          <p:cNvSpPr/>
          <p:nvPr/>
        </p:nvSpPr>
        <p:spPr>
          <a:xfrm>
            <a:off x="6029280" y="3771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01" name="Freeform: Shape 1000"/>
          <p:cNvSpPr/>
          <p:nvPr/>
        </p:nvSpPr>
        <p:spPr>
          <a:xfrm>
            <a:off x="6038640" y="3762360"/>
            <a:ext cx="2486520" cy="9720"/>
          </a:xfrm>
          <a:custGeom>
            <a:avLst/>
            <a:gdLst/>
            <a:ahLst/>
            <a:cxnLst/>
            <a:rect l="0" t="0" r="r" b="b"/>
            <a:pathLst>
              <a:path w="6907" h="27">
                <a:moveTo>
                  <a:pt x="0" y="0"/>
                </a:moveTo>
                <a:lnTo>
                  <a:pt x="6907" y="0"/>
                </a:lnTo>
                <a:lnTo>
                  <a:pt x="690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02" name="Freeform: Shape 1001"/>
          <p:cNvSpPr/>
          <p:nvPr/>
        </p:nvSpPr>
        <p:spPr>
          <a:xfrm>
            <a:off x="8515080" y="377172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03" name="Freeform: Shape 1002"/>
          <p:cNvSpPr/>
          <p:nvPr/>
        </p:nvSpPr>
        <p:spPr>
          <a:xfrm>
            <a:off x="8524800" y="3762360"/>
            <a:ext cx="2924280" cy="9720"/>
          </a:xfrm>
          <a:custGeom>
            <a:avLst/>
            <a:gdLst/>
            <a:ahLst/>
            <a:cxnLst/>
            <a:rect l="0" t="0" r="r" b="b"/>
            <a:pathLst>
              <a:path w="8123" h="27">
                <a:moveTo>
                  <a:pt x="0" y="0"/>
                </a:moveTo>
                <a:lnTo>
                  <a:pt x="8123" y="0"/>
                </a:lnTo>
                <a:lnTo>
                  <a:pt x="812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04" name="Freeform: Shape 1003"/>
          <p:cNvSpPr/>
          <p:nvPr/>
        </p:nvSpPr>
        <p:spPr>
          <a:xfrm>
            <a:off x="11439360" y="3771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05" name="Freeform: Shape 1004"/>
          <p:cNvSpPr/>
          <p:nvPr/>
        </p:nvSpPr>
        <p:spPr>
          <a:xfrm>
            <a:off x="752400" y="42004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06" name="Freeform: Shape 1005"/>
          <p:cNvSpPr/>
          <p:nvPr/>
        </p:nvSpPr>
        <p:spPr>
          <a:xfrm>
            <a:off x="752400" y="4190760"/>
            <a:ext cx="2743560" cy="10080"/>
          </a:xfrm>
          <a:custGeom>
            <a:avLst/>
            <a:gdLst/>
            <a:ahLst/>
            <a:cxnLst/>
            <a:rect l="0" t="0" r="r" b="b"/>
            <a:pathLst>
              <a:path w="7621" h="28">
                <a:moveTo>
                  <a:pt x="0" y="0"/>
                </a:moveTo>
                <a:lnTo>
                  <a:pt x="7621" y="0"/>
                </a:lnTo>
                <a:lnTo>
                  <a:pt x="76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07" name="Freeform: Shape 1006"/>
          <p:cNvSpPr/>
          <p:nvPr/>
        </p:nvSpPr>
        <p:spPr>
          <a:xfrm>
            <a:off x="3485880" y="420048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08" name="Freeform: Shape 1007"/>
          <p:cNvSpPr/>
          <p:nvPr/>
        </p:nvSpPr>
        <p:spPr>
          <a:xfrm>
            <a:off x="3495600" y="4190760"/>
            <a:ext cx="2543400" cy="10080"/>
          </a:xfrm>
          <a:custGeom>
            <a:avLst/>
            <a:gdLst/>
            <a:ahLst/>
            <a:cxnLst/>
            <a:rect l="0" t="0" r="r" b="b"/>
            <a:pathLst>
              <a:path w="7065" h="28">
                <a:moveTo>
                  <a:pt x="0" y="0"/>
                </a:moveTo>
                <a:lnTo>
                  <a:pt x="7065" y="0"/>
                </a:lnTo>
                <a:lnTo>
                  <a:pt x="706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09" name="Freeform: Shape 1008"/>
          <p:cNvSpPr/>
          <p:nvPr/>
        </p:nvSpPr>
        <p:spPr>
          <a:xfrm>
            <a:off x="6029280" y="42004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10" name="Freeform: Shape 1009"/>
          <p:cNvSpPr/>
          <p:nvPr/>
        </p:nvSpPr>
        <p:spPr>
          <a:xfrm>
            <a:off x="6038640" y="4190760"/>
            <a:ext cx="2486520" cy="10080"/>
          </a:xfrm>
          <a:custGeom>
            <a:avLst/>
            <a:gdLst/>
            <a:ahLst/>
            <a:cxnLst/>
            <a:rect l="0" t="0" r="r" b="b"/>
            <a:pathLst>
              <a:path w="6907" h="28">
                <a:moveTo>
                  <a:pt x="0" y="0"/>
                </a:moveTo>
                <a:lnTo>
                  <a:pt x="6907" y="0"/>
                </a:lnTo>
                <a:lnTo>
                  <a:pt x="690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11" name="Freeform: Shape 1010"/>
          <p:cNvSpPr/>
          <p:nvPr/>
        </p:nvSpPr>
        <p:spPr>
          <a:xfrm>
            <a:off x="8515080" y="420048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12" name="Freeform: Shape 1011"/>
          <p:cNvSpPr/>
          <p:nvPr/>
        </p:nvSpPr>
        <p:spPr>
          <a:xfrm>
            <a:off x="8524800" y="4190760"/>
            <a:ext cx="2924280" cy="10080"/>
          </a:xfrm>
          <a:custGeom>
            <a:avLst/>
            <a:gdLst/>
            <a:ahLst/>
            <a:cxnLst/>
            <a:rect l="0" t="0" r="r" b="b"/>
            <a:pathLst>
              <a:path w="8123" h="28">
                <a:moveTo>
                  <a:pt x="0" y="0"/>
                </a:moveTo>
                <a:lnTo>
                  <a:pt x="8123" y="0"/>
                </a:lnTo>
                <a:lnTo>
                  <a:pt x="812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13" name="Freeform: Shape 1012"/>
          <p:cNvSpPr/>
          <p:nvPr/>
        </p:nvSpPr>
        <p:spPr>
          <a:xfrm>
            <a:off x="11439360" y="42004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14" name="Freeform: Shape 1013"/>
          <p:cNvSpPr/>
          <p:nvPr/>
        </p:nvSpPr>
        <p:spPr>
          <a:xfrm>
            <a:off x="752400" y="463860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15" name="Freeform: Shape 1014"/>
          <p:cNvSpPr/>
          <p:nvPr/>
        </p:nvSpPr>
        <p:spPr>
          <a:xfrm>
            <a:off x="752400" y="4628880"/>
            <a:ext cx="2743560" cy="10080"/>
          </a:xfrm>
          <a:custGeom>
            <a:avLst/>
            <a:gdLst/>
            <a:ahLst/>
            <a:cxnLst/>
            <a:rect l="0" t="0" r="r" b="b"/>
            <a:pathLst>
              <a:path w="7621" h="28">
                <a:moveTo>
                  <a:pt x="0" y="0"/>
                </a:moveTo>
                <a:lnTo>
                  <a:pt x="7621" y="0"/>
                </a:lnTo>
                <a:lnTo>
                  <a:pt x="76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16" name="Freeform: Shape 1015"/>
          <p:cNvSpPr/>
          <p:nvPr/>
        </p:nvSpPr>
        <p:spPr>
          <a:xfrm>
            <a:off x="3485880" y="4638600"/>
            <a:ext cx="10080" cy="428760"/>
          </a:xfrm>
          <a:custGeom>
            <a:avLst/>
            <a:gdLst/>
            <a:ahLst/>
            <a:cxnLst/>
            <a:rect l="0" t="0" r="r" b="b"/>
            <a:pathLst>
              <a:path w="28" h="1191">
                <a:moveTo>
                  <a:pt x="0" y="0"/>
                </a:moveTo>
                <a:lnTo>
                  <a:pt x="28" y="0"/>
                </a:lnTo>
                <a:lnTo>
                  <a:pt x="28"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17" name="Freeform: Shape 1016"/>
          <p:cNvSpPr/>
          <p:nvPr/>
        </p:nvSpPr>
        <p:spPr>
          <a:xfrm>
            <a:off x="3495600" y="4628880"/>
            <a:ext cx="2543400" cy="10080"/>
          </a:xfrm>
          <a:custGeom>
            <a:avLst/>
            <a:gdLst/>
            <a:ahLst/>
            <a:cxnLst/>
            <a:rect l="0" t="0" r="r" b="b"/>
            <a:pathLst>
              <a:path w="7065" h="28">
                <a:moveTo>
                  <a:pt x="0" y="0"/>
                </a:moveTo>
                <a:lnTo>
                  <a:pt x="7065" y="0"/>
                </a:lnTo>
                <a:lnTo>
                  <a:pt x="706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18" name="Freeform: Shape 1017"/>
          <p:cNvSpPr/>
          <p:nvPr/>
        </p:nvSpPr>
        <p:spPr>
          <a:xfrm>
            <a:off x="6029280" y="463860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19" name="Freeform: Shape 1018"/>
          <p:cNvSpPr/>
          <p:nvPr/>
        </p:nvSpPr>
        <p:spPr>
          <a:xfrm>
            <a:off x="6038640" y="4628880"/>
            <a:ext cx="2486520" cy="10080"/>
          </a:xfrm>
          <a:custGeom>
            <a:avLst/>
            <a:gdLst/>
            <a:ahLst/>
            <a:cxnLst/>
            <a:rect l="0" t="0" r="r" b="b"/>
            <a:pathLst>
              <a:path w="6907" h="28">
                <a:moveTo>
                  <a:pt x="0" y="0"/>
                </a:moveTo>
                <a:lnTo>
                  <a:pt x="6907" y="0"/>
                </a:lnTo>
                <a:lnTo>
                  <a:pt x="690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20" name="Freeform: Shape 1019"/>
          <p:cNvSpPr/>
          <p:nvPr/>
        </p:nvSpPr>
        <p:spPr>
          <a:xfrm>
            <a:off x="8515080" y="4638600"/>
            <a:ext cx="10080" cy="428760"/>
          </a:xfrm>
          <a:custGeom>
            <a:avLst/>
            <a:gdLst/>
            <a:ahLst/>
            <a:cxnLst/>
            <a:rect l="0" t="0" r="r" b="b"/>
            <a:pathLst>
              <a:path w="28" h="1191">
                <a:moveTo>
                  <a:pt x="0" y="0"/>
                </a:moveTo>
                <a:lnTo>
                  <a:pt x="28" y="0"/>
                </a:lnTo>
                <a:lnTo>
                  <a:pt x="28"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21" name="Freeform: Shape 1020"/>
          <p:cNvSpPr/>
          <p:nvPr/>
        </p:nvSpPr>
        <p:spPr>
          <a:xfrm>
            <a:off x="8524800" y="4628880"/>
            <a:ext cx="2924280" cy="10080"/>
          </a:xfrm>
          <a:custGeom>
            <a:avLst/>
            <a:gdLst/>
            <a:ahLst/>
            <a:cxnLst/>
            <a:rect l="0" t="0" r="r" b="b"/>
            <a:pathLst>
              <a:path w="8123" h="28">
                <a:moveTo>
                  <a:pt x="0" y="0"/>
                </a:moveTo>
                <a:lnTo>
                  <a:pt x="8123" y="0"/>
                </a:lnTo>
                <a:lnTo>
                  <a:pt x="812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22" name="Freeform: Shape 1021"/>
          <p:cNvSpPr/>
          <p:nvPr/>
        </p:nvSpPr>
        <p:spPr>
          <a:xfrm>
            <a:off x="11439360" y="463860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23" name="Freeform: Shape 1022"/>
          <p:cNvSpPr/>
          <p:nvPr/>
        </p:nvSpPr>
        <p:spPr>
          <a:xfrm>
            <a:off x="752400" y="50670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24" name="Freeform: Shape 1023"/>
          <p:cNvSpPr/>
          <p:nvPr/>
        </p:nvSpPr>
        <p:spPr>
          <a:xfrm>
            <a:off x="752400" y="5057640"/>
            <a:ext cx="2743560" cy="9720"/>
          </a:xfrm>
          <a:custGeom>
            <a:avLst/>
            <a:gdLst/>
            <a:ahLst/>
            <a:cxnLst/>
            <a:rect l="0" t="0" r="r" b="b"/>
            <a:pathLst>
              <a:path w="7621" h="27">
                <a:moveTo>
                  <a:pt x="0" y="0"/>
                </a:moveTo>
                <a:lnTo>
                  <a:pt x="7621" y="0"/>
                </a:lnTo>
                <a:lnTo>
                  <a:pt x="762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25" name="Freeform: Shape 1024"/>
          <p:cNvSpPr/>
          <p:nvPr/>
        </p:nvSpPr>
        <p:spPr>
          <a:xfrm>
            <a:off x="3485880" y="506700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26" name="Freeform: Shape 1025"/>
          <p:cNvSpPr/>
          <p:nvPr/>
        </p:nvSpPr>
        <p:spPr>
          <a:xfrm>
            <a:off x="3495600" y="5057640"/>
            <a:ext cx="2543400" cy="9720"/>
          </a:xfrm>
          <a:custGeom>
            <a:avLst/>
            <a:gdLst/>
            <a:ahLst/>
            <a:cxnLst/>
            <a:rect l="0" t="0" r="r" b="b"/>
            <a:pathLst>
              <a:path w="7065" h="27">
                <a:moveTo>
                  <a:pt x="0" y="0"/>
                </a:moveTo>
                <a:lnTo>
                  <a:pt x="7065" y="0"/>
                </a:lnTo>
                <a:lnTo>
                  <a:pt x="706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27" name="Freeform: Shape 1026"/>
          <p:cNvSpPr/>
          <p:nvPr/>
        </p:nvSpPr>
        <p:spPr>
          <a:xfrm>
            <a:off x="6029280" y="50670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28" name="Freeform: Shape 1027"/>
          <p:cNvSpPr/>
          <p:nvPr/>
        </p:nvSpPr>
        <p:spPr>
          <a:xfrm>
            <a:off x="6038640" y="5057640"/>
            <a:ext cx="2486520" cy="9720"/>
          </a:xfrm>
          <a:custGeom>
            <a:avLst/>
            <a:gdLst/>
            <a:ahLst/>
            <a:cxnLst/>
            <a:rect l="0" t="0" r="r" b="b"/>
            <a:pathLst>
              <a:path w="6907" h="27">
                <a:moveTo>
                  <a:pt x="0" y="0"/>
                </a:moveTo>
                <a:lnTo>
                  <a:pt x="6907" y="0"/>
                </a:lnTo>
                <a:lnTo>
                  <a:pt x="690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29" name="Freeform: Shape 1028"/>
          <p:cNvSpPr/>
          <p:nvPr/>
        </p:nvSpPr>
        <p:spPr>
          <a:xfrm>
            <a:off x="8515080" y="506700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30" name="Freeform: Shape 1029"/>
          <p:cNvSpPr/>
          <p:nvPr/>
        </p:nvSpPr>
        <p:spPr>
          <a:xfrm>
            <a:off x="8524800" y="5057640"/>
            <a:ext cx="2924280" cy="9720"/>
          </a:xfrm>
          <a:custGeom>
            <a:avLst/>
            <a:gdLst/>
            <a:ahLst/>
            <a:cxnLst/>
            <a:rect l="0" t="0" r="r" b="b"/>
            <a:pathLst>
              <a:path w="8123" h="27">
                <a:moveTo>
                  <a:pt x="0" y="0"/>
                </a:moveTo>
                <a:lnTo>
                  <a:pt x="8123" y="0"/>
                </a:lnTo>
                <a:lnTo>
                  <a:pt x="812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31" name="Freeform: Shape 1030"/>
          <p:cNvSpPr/>
          <p:nvPr/>
        </p:nvSpPr>
        <p:spPr>
          <a:xfrm>
            <a:off x="11439360" y="50670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32" name="Freeform: Shape 1031"/>
          <p:cNvSpPr/>
          <p:nvPr/>
        </p:nvSpPr>
        <p:spPr>
          <a:xfrm>
            <a:off x="752400" y="54957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33" name="Freeform: Shape 1032"/>
          <p:cNvSpPr/>
          <p:nvPr/>
        </p:nvSpPr>
        <p:spPr>
          <a:xfrm>
            <a:off x="752400" y="5486040"/>
            <a:ext cx="2743560" cy="10080"/>
          </a:xfrm>
          <a:custGeom>
            <a:avLst/>
            <a:gdLst/>
            <a:ahLst/>
            <a:cxnLst/>
            <a:rect l="0" t="0" r="r" b="b"/>
            <a:pathLst>
              <a:path w="7621" h="28">
                <a:moveTo>
                  <a:pt x="0" y="0"/>
                </a:moveTo>
                <a:lnTo>
                  <a:pt x="7621" y="0"/>
                </a:lnTo>
                <a:lnTo>
                  <a:pt x="76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34" name="Freeform: Shape 1033"/>
          <p:cNvSpPr/>
          <p:nvPr/>
        </p:nvSpPr>
        <p:spPr>
          <a:xfrm>
            <a:off x="3485880" y="549576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35" name="Freeform: Shape 1034"/>
          <p:cNvSpPr/>
          <p:nvPr/>
        </p:nvSpPr>
        <p:spPr>
          <a:xfrm>
            <a:off x="3495600" y="5486040"/>
            <a:ext cx="2543400" cy="10080"/>
          </a:xfrm>
          <a:custGeom>
            <a:avLst/>
            <a:gdLst/>
            <a:ahLst/>
            <a:cxnLst/>
            <a:rect l="0" t="0" r="r" b="b"/>
            <a:pathLst>
              <a:path w="7065" h="28">
                <a:moveTo>
                  <a:pt x="0" y="0"/>
                </a:moveTo>
                <a:lnTo>
                  <a:pt x="7065" y="0"/>
                </a:lnTo>
                <a:lnTo>
                  <a:pt x="706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36" name="Freeform: Shape 1035"/>
          <p:cNvSpPr/>
          <p:nvPr/>
        </p:nvSpPr>
        <p:spPr>
          <a:xfrm>
            <a:off x="6029280" y="54957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37" name="Freeform: Shape 1036"/>
          <p:cNvSpPr/>
          <p:nvPr/>
        </p:nvSpPr>
        <p:spPr>
          <a:xfrm>
            <a:off x="6038640" y="5486040"/>
            <a:ext cx="2486520" cy="10080"/>
          </a:xfrm>
          <a:custGeom>
            <a:avLst/>
            <a:gdLst/>
            <a:ahLst/>
            <a:cxnLst/>
            <a:rect l="0" t="0" r="r" b="b"/>
            <a:pathLst>
              <a:path w="6907" h="28">
                <a:moveTo>
                  <a:pt x="0" y="0"/>
                </a:moveTo>
                <a:lnTo>
                  <a:pt x="6907" y="0"/>
                </a:lnTo>
                <a:lnTo>
                  <a:pt x="690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38" name="Freeform: Shape 1037"/>
          <p:cNvSpPr/>
          <p:nvPr/>
        </p:nvSpPr>
        <p:spPr>
          <a:xfrm>
            <a:off x="8515080" y="549576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39" name="Freeform: Shape 1038"/>
          <p:cNvSpPr/>
          <p:nvPr/>
        </p:nvSpPr>
        <p:spPr>
          <a:xfrm>
            <a:off x="8524800" y="5486040"/>
            <a:ext cx="2924280" cy="10080"/>
          </a:xfrm>
          <a:custGeom>
            <a:avLst/>
            <a:gdLst/>
            <a:ahLst/>
            <a:cxnLst/>
            <a:rect l="0" t="0" r="r" b="b"/>
            <a:pathLst>
              <a:path w="8123" h="28">
                <a:moveTo>
                  <a:pt x="0" y="0"/>
                </a:moveTo>
                <a:lnTo>
                  <a:pt x="8123" y="0"/>
                </a:lnTo>
                <a:lnTo>
                  <a:pt x="812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40" name="Freeform: Shape 1039"/>
          <p:cNvSpPr/>
          <p:nvPr/>
        </p:nvSpPr>
        <p:spPr>
          <a:xfrm>
            <a:off x="11439360" y="54957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41" name="Freeform: Shape 1040"/>
          <p:cNvSpPr/>
          <p:nvPr/>
        </p:nvSpPr>
        <p:spPr>
          <a:xfrm>
            <a:off x="752400" y="593388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42" name="Freeform: Shape 1041"/>
          <p:cNvSpPr/>
          <p:nvPr/>
        </p:nvSpPr>
        <p:spPr>
          <a:xfrm>
            <a:off x="752400" y="5924520"/>
            <a:ext cx="2743560" cy="9720"/>
          </a:xfrm>
          <a:custGeom>
            <a:avLst/>
            <a:gdLst/>
            <a:ahLst/>
            <a:cxnLst/>
            <a:rect l="0" t="0" r="r" b="b"/>
            <a:pathLst>
              <a:path w="7621" h="27">
                <a:moveTo>
                  <a:pt x="0" y="0"/>
                </a:moveTo>
                <a:lnTo>
                  <a:pt x="7621" y="0"/>
                </a:lnTo>
                <a:lnTo>
                  <a:pt x="762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43" name="Freeform: Shape 1042"/>
          <p:cNvSpPr/>
          <p:nvPr/>
        </p:nvSpPr>
        <p:spPr>
          <a:xfrm>
            <a:off x="3485880" y="593388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44" name="Freeform: Shape 1043"/>
          <p:cNvSpPr/>
          <p:nvPr/>
        </p:nvSpPr>
        <p:spPr>
          <a:xfrm>
            <a:off x="3495600" y="5924520"/>
            <a:ext cx="2543400" cy="9720"/>
          </a:xfrm>
          <a:custGeom>
            <a:avLst/>
            <a:gdLst/>
            <a:ahLst/>
            <a:cxnLst/>
            <a:rect l="0" t="0" r="r" b="b"/>
            <a:pathLst>
              <a:path w="7065" h="27">
                <a:moveTo>
                  <a:pt x="0" y="0"/>
                </a:moveTo>
                <a:lnTo>
                  <a:pt x="7065" y="0"/>
                </a:lnTo>
                <a:lnTo>
                  <a:pt x="706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45" name="Freeform: Shape 1044"/>
          <p:cNvSpPr/>
          <p:nvPr/>
        </p:nvSpPr>
        <p:spPr>
          <a:xfrm>
            <a:off x="6029280" y="593388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46" name="Freeform: Shape 1045"/>
          <p:cNvSpPr/>
          <p:nvPr/>
        </p:nvSpPr>
        <p:spPr>
          <a:xfrm>
            <a:off x="6038640" y="5924520"/>
            <a:ext cx="2486520" cy="9720"/>
          </a:xfrm>
          <a:custGeom>
            <a:avLst/>
            <a:gdLst/>
            <a:ahLst/>
            <a:cxnLst/>
            <a:rect l="0" t="0" r="r" b="b"/>
            <a:pathLst>
              <a:path w="6907" h="27">
                <a:moveTo>
                  <a:pt x="0" y="0"/>
                </a:moveTo>
                <a:lnTo>
                  <a:pt x="6907" y="0"/>
                </a:lnTo>
                <a:lnTo>
                  <a:pt x="690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47" name="Freeform: Shape 1046"/>
          <p:cNvSpPr/>
          <p:nvPr/>
        </p:nvSpPr>
        <p:spPr>
          <a:xfrm>
            <a:off x="8515080" y="593388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48" name="Freeform: Shape 1047"/>
          <p:cNvSpPr/>
          <p:nvPr/>
        </p:nvSpPr>
        <p:spPr>
          <a:xfrm>
            <a:off x="8524800" y="5924520"/>
            <a:ext cx="2924280" cy="9720"/>
          </a:xfrm>
          <a:custGeom>
            <a:avLst/>
            <a:gdLst/>
            <a:ahLst/>
            <a:cxnLst/>
            <a:rect l="0" t="0" r="r" b="b"/>
            <a:pathLst>
              <a:path w="8123" h="27">
                <a:moveTo>
                  <a:pt x="0" y="0"/>
                </a:moveTo>
                <a:lnTo>
                  <a:pt x="8123" y="0"/>
                </a:lnTo>
                <a:lnTo>
                  <a:pt x="812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49" name="Freeform: Shape 1048"/>
          <p:cNvSpPr/>
          <p:nvPr/>
        </p:nvSpPr>
        <p:spPr>
          <a:xfrm>
            <a:off x="11439360" y="593388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50" name="Freeform: Shape 1049"/>
          <p:cNvSpPr/>
          <p:nvPr/>
        </p:nvSpPr>
        <p:spPr>
          <a:xfrm>
            <a:off x="752400" y="63626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51" name="Freeform: Shape 1050"/>
          <p:cNvSpPr/>
          <p:nvPr/>
        </p:nvSpPr>
        <p:spPr>
          <a:xfrm>
            <a:off x="752400" y="6352920"/>
            <a:ext cx="2743560" cy="10080"/>
          </a:xfrm>
          <a:custGeom>
            <a:avLst/>
            <a:gdLst/>
            <a:ahLst/>
            <a:cxnLst/>
            <a:rect l="0" t="0" r="r" b="b"/>
            <a:pathLst>
              <a:path w="7621" h="28">
                <a:moveTo>
                  <a:pt x="0" y="0"/>
                </a:moveTo>
                <a:lnTo>
                  <a:pt x="7621" y="0"/>
                </a:lnTo>
                <a:lnTo>
                  <a:pt x="76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52" name="Freeform: Shape 1051"/>
          <p:cNvSpPr/>
          <p:nvPr/>
        </p:nvSpPr>
        <p:spPr>
          <a:xfrm>
            <a:off x="3485880" y="6362640"/>
            <a:ext cx="10080" cy="428760"/>
          </a:xfrm>
          <a:custGeom>
            <a:avLst/>
            <a:gdLst/>
            <a:ahLst/>
            <a:cxnLst/>
            <a:rect l="0" t="0" r="r" b="b"/>
            <a:pathLst>
              <a:path w="28" h="1191">
                <a:moveTo>
                  <a:pt x="0" y="0"/>
                </a:moveTo>
                <a:lnTo>
                  <a:pt x="28" y="0"/>
                </a:lnTo>
                <a:lnTo>
                  <a:pt x="28"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53" name="Freeform: Shape 1052"/>
          <p:cNvSpPr/>
          <p:nvPr/>
        </p:nvSpPr>
        <p:spPr>
          <a:xfrm>
            <a:off x="3495600" y="6352920"/>
            <a:ext cx="2543400" cy="10080"/>
          </a:xfrm>
          <a:custGeom>
            <a:avLst/>
            <a:gdLst/>
            <a:ahLst/>
            <a:cxnLst/>
            <a:rect l="0" t="0" r="r" b="b"/>
            <a:pathLst>
              <a:path w="7065" h="28">
                <a:moveTo>
                  <a:pt x="0" y="0"/>
                </a:moveTo>
                <a:lnTo>
                  <a:pt x="7065" y="0"/>
                </a:lnTo>
                <a:lnTo>
                  <a:pt x="706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54" name="Freeform: Shape 1053"/>
          <p:cNvSpPr/>
          <p:nvPr/>
        </p:nvSpPr>
        <p:spPr>
          <a:xfrm>
            <a:off x="6029280" y="63626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55" name="Freeform: Shape 1054"/>
          <p:cNvSpPr/>
          <p:nvPr/>
        </p:nvSpPr>
        <p:spPr>
          <a:xfrm>
            <a:off x="6038640" y="6352920"/>
            <a:ext cx="2486520" cy="10080"/>
          </a:xfrm>
          <a:custGeom>
            <a:avLst/>
            <a:gdLst/>
            <a:ahLst/>
            <a:cxnLst/>
            <a:rect l="0" t="0" r="r" b="b"/>
            <a:pathLst>
              <a:path w="6907" h="28">
                <a:moveTo>
                  <a:pt x="0" y="0"/>
                </a:moveTo>
                <a:lnTo>
                  <a:pt x="6907" y="0"/>
                </a:lnTo>
                <a:lnTo>
                  <a:pt x="690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56" name="Freeform: Shape 1055"/>
          <p:cNvSpPr/>
          <p:nvPr/>
        </p:nvSpPr>
        <p:spPr>
          <a:xfrm>
            <a:off x="8515080" y="6362640"/>
            <a:ext cx="10080" cy="428760"/>
          </a:xfrm>
          <a:custGeom>
            <a:avLst/>
            <a:gdLst/>
            <a:ahLst/>
            <a:cxnLst/>
            <a:rect l="0" t="0" r="r" b="b"/>
            <a:pathLst>
              <a:path w="28" h="1191">
                <a:moveTo>
                  <a:pt x="0" y="0"/>
                </a:moveTo>
                <a:lnTo>
                  <a:pt x="28" y="0"/>
                </a:lnTo>
                <a:lnTo>
                  <a:pt x="28"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57" name="Freeform: Shape 1056"/>
          <p:cNvSpPr/>
          <p:nvPr/>
        </p:nvSpPr>
        <p:spPr>
          <a:xfrm>
            <a:off x="8524800" y="6352920"/>
            <a:ext cx="2924280" cy="10080"/>
          </a:xfrm>
          <a:custGeom>
            <a:avLst/>
            <a:gdLst/>
            <a:ahLst/>
            <a:cxnLst/>
            <a:rect l="0" t="0" r="r" b="b"/>
            <a:pathLst>
              <a:path w="8123" h="28">
                <a:moveTo>
                  <a:pt x="0" y="0"/>
                </a:moveTo>
                <a:lnTo>
                  <a:pt x="8123" y="0"/>
                </a:lnTo>
                <a:lnTo>
                  <a:pt x="812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58" name="Freeform: Shape 1057"/>
          <p:cNvSpPr/>
          <p:nvPr/>
        </p:nvSpPr>
        <p:spPr>
          <a:xfrm>
            <a:off x="11439360" y="63626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59" name="Freeform: Shape 1058"/>
          <p:cNvSpPr/>
          <p:nvPr/>
        </p:nvSpPr>
        <p:spPr>
          <a:xfrm>
            <a:off x="752400" y="6781680"/>
            <a:ext cx="2743560" cy="9720"/>
          </a:xfrm>
          <a:custGeom>
            <a:avLst/>
            <a:gdLst/>
            <a:ahLst/>
            <a:cxnLst/>
            <a:rect l="0" t="0" r="r" b="b"/>
            <a:pathLst>
              <a:path w="7621" h="27">
                <a:moveTo>
                  <a:pt x="0" y="0"/>
                </a:moveTo>
                <a:lnTo>
                  <a:pt x="7621" y="0"/>
                </a:lnTo>
                <a:lnTo>
                  <a:pt x="762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60" name="Freeform: Shape 1059"/>
          <p:cNvSpPr/>
          <p:nvPr/>
        </p:nvSpPr>
        <p:spPr>
          <a:xfrm>
            <a:off x="3495600" y="6781680"/>
            <a:ext cx="2543400" cy="9720"/>
          </a:xfrm>
          <a:custGeom>
            <a:avLst/>
            <a:gdLst/>
            <a:ahLst/>
            <a:cxnLst/>
            <a:rect l="0" t="0" r="r" b="b"/>
            <a:pathLst>
              <a:path w="7065" h="27">
                <a:moveTo>
                  <a:pt x="0" y="0"/>
                </a:moveTo>
                <a:lnTo>
                  <a:pt x="7065" y="0"/>
                </a:lnTo>
                <a:lnTo>
                  <a:pt x="706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61" name="Freeform: Shape 1060"/>
          <p:cNvSpPr/>
          <p:nvPr/>
        </p:nvSpPr>
        <p:spPr>
          <a:xfrm>
            <a:off x="6038640" y="6781680"/>
            <a:ext cx="2486520" cy="9720"/>
          </a:xfrm>
          <a:custGeom>
            <a:avLst/>
            <a:gdLst/>
            <a:ahLst/>
            <a:cxnLst/>
            <a:rect l="0" t="0" r="r" b="b"/>
            <a:pathLst>
              <a:path w="6907" h="27">
                <a:moveTo>
                  <a:pt x="0" y="0"/>
                </a:moveTo>
                <a:lnTo>
                  <a:pt x="6907" y="0"/>
                </a:lnTo>
                <a:lnTo>
                  <a:pt x="690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62" name="Freeform: Shape 1061"/>
          <p:cNvSpPr/>
          <p:nvPr/>
        </p:nvSpPr>
        <p:spPr>
          <a:xfrm>
            <a:off x="8524800" y="6781680"/>
            <a:ext cx="2924280" cy="9720"/>
          </a:xfrm>
          <a:custGeom>
            <a:avLst/>
            <a:gdLst/>
            <a:ahLst/>
            <a:cxnLst/>
            <a:rect l="0" t="0" r="r" b="b"/>
            <a:pathLst>
              <a:path w="8123" h="27">
                <a:moveTo>
                  <a:pt x="0" y="0"/>
                </a:moveTo>
                <a:lnTo>
                  <a:pt x="8123" y="0"/>
                </a:lnTo>
                <a:lnTo>
                  <a:pt x="812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63" name="TextBox 1062"/>
          <p:cNvSpPr txBox="1"/>
          <p:nvPr/>
        </p:nvSpPr>
        <p:spPr>
          <a:xfrm>
            <a:off x="747720" y="758520"/>
            <a:ext cx="5025600" cy="373680"/>
          </a:xfrm>
          <a:prstGeom prst="rect">
            <a:avLst/>
          </a:prstGeom>
          <a:noFill/>
          <a:ln w="0">
            <a:noFill/>
          </a:ln>
        </p:spPr>
        <p:txBody>
          <a:bodyPr wrap="none" lIns="0" tIns="0" rIns="0" bIns="0" anchor="t">
            <a:spAutoFit/>
          </a:bodyPr>
          <a:lstStyle/>
          <a:p>
            <a:r>
              <a:rPr lang="en-GB" sz="2420" b="0" u="none" strike="noStrike">
                <a:solidFill>
                  <a:srgbClr val="2F2F2F"/>
                </a:solidFill>
                <a:effectLst/>
                <a:uFillTx/>
                <a:latin typeface="Inter"/>
                <a:ea typeface="Inter"/>
              </a:rPr>
              <a:t>3.1 User Management (11 features)</a:t>
            </a:r>
            <a:endParaRPr lang="en-GB" sz="2420" b="0" u="none" strike="noStrike">
              <a:solidFill>
                <a:srgbClr val="000000"/>
              </a:solidFill>
              <a:effectLst/>
              <a:uFillTx/>
              <a:latin typeface="Times New Roman"/>
            </a:endParaRPr>
          </a:p>
        </p:txBody>
      </p:sp>
      <p:sp>
        <p:nvSpPr>
          <p:cNvPr id="1064" name="TextBox 1063"/>
          <p:cNvSpPr txBox="1"/>
          <p:nvPr/>
        </p:nvSpPr>
        <p:spPr>
          <a:xfrm>
            <a:off x="1778040" y="1396440"/>
            <a:ext cx="689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Feature</a:t>
            </a:r>
            <a:endParaRPr lang="en-GB" sz="1500" b="0" u="none" strike="noStrike">
              <a:solidFill>
                <a:srgbClr val="000000"/>
              </a:solidFill>
              <a:effectLst/>
              <a:uFillTx/>
              <a:latin typeface="Times New Roman"/>
            </a:endParaRPr>
          </a:p>
        </p:txBody>
      </p:sp>
      <p:sp>
        <p:nvSpPr>
          <p:cNvPr id="1065" name="TextBox 1064"/>
          <p:cNvSpPr txBox="1"/>
          <p:nvPr/>
        </p:nvSpPr>
        <p:spPr>
          <a:xfrm>
            <a:off x="4535280" y="1396440"/>
            <a:ext cx="458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Type</a:t>
            </a:r>
            <a:endParaRPr lang="en-GB" sz="1500" b="0" u="none" strike="noStrike">
              <a:solidFill>
                <a:srgbClr val="000000"/>
              </a:solidFill>
              <a:effectLst/>
              <a:uFillTx/>
              <a:latin typeface="Times New Roman"/>
            </a:endParaRPr>
          </a:p>
        </p:txBody>
      </p:sp>
      <p:sp>
        <p:nvSpPr>
          <p:cNvPr id="1066" name="TextBox 1065"/>
          <p:cNvSpPr txBox="1"/>
          <p:nvPr/>
        </p:nvSpPr>
        <p:spPr>
          <a:xfrm>
            <a:off x="6989760" y="1396440"/>
            <a:ext cx="567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Status</a:t>
            </a:r>
            <a:endParaRPr lang="en-GB" sz="1500" b="0" u="none" strike="noStrike">
              <a:solidFill>
                <a:srgbClr val="000000"/>
              </a:solidFill>
              <a:effectLst/>
              <a:uFillTx/>
              <a:latin typeface="Times New Roman"/>
            </a:endParaRPr>
          </a:p>
        </p:txBody>
      </p:sp>
      <p:sp>
        <p:nvSpPr>
          <p:cNvPr id="1067" name="TextBox 1066"/>
          <p:cNvSpPr txBox="1"/>
          <p:nvPr/>
        </p:nvSpPr>
        <p:spPr>
          <a:xfrm>
            <a:off x="9715320" y="1396440"/>
            <a:ext cx="532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Notes</a:t>
            </a:r>
            <a:endParaRPr lang="en-GB" sz="1500" b="0" u="none" strike="noStrike">
              <a:solidFill>
                <a:srgbClr val="000000"/>
              </a:solidFill>
              <a:effectLst/>
              <a:uFillTx/>
              <a:latin typeface="Times New Roman"/>
            </a:endParaRPr>
          </a:p>
        </p:txBody>
      </p:sp>
      <p:sp>
        <p:nvSpPr>
          <p:cNvPr id="1068" name="Freeform: Shape 1067"/>
          <p:cNvSpPr/>
          <p:nvPr/>
        </p:nvSpPr>
        <p:spPr>
          <a:xfrm>
            <a:off x="4448160" y="1838160"/>
            <a:ext cx="190800" cy="190800"/>
          </a:xfrm>
          <a:custGeom>
            <a:avLst/>
            <a:gdLst/>
            <a:ahLst/>
            <a:cxnLst/>
            <a:rect l="0" t="0" r="r" b="b"/>
            <a:pathLst>
              <a:path w="530" h="530">
                <a:moveTo>
                  <a:pt x="530" y="471"/>
                </a:moveTo>
                <a:cubicBezTo>
                  <a:pt x="530" y="504"/>
                  <a:pt x="503" y="530"/>
                  <a:pt x="471" y="530"/>
                </a:cubicBezTo>
                <a:lnTo>
                  <a:pt x="58" y="530"/>
                </a:lnTo>
                <a:cubicBezTo>
                  <a:pt x="26" y="530"/>
                  <a:pt x="0" y="504"/>
                  <a:pt x="0" y="471"/>
                </a:cubicBezTo>
                <a:lnTo>
                  <a:pt x="0" y="59"/>
                </a:lnTo>
                <a:cubicBezTo>
                  <a:pt x="0" y="26"/>
                  <a:pt x="26" y="0"/>
                  <a:pt x="58" y="0"/>
                </a:cubicBezTo>
                <a:lnTo>
                  <a:pt x="471" y="0"/>
                </a:lnTo>
                <a:cubicBezTo>
                  <a:pt x="503"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069" name="Freeform: Shape 1068"/>
          <p:cNvSpPr/>
          <p:nvPr/>
        </p:nvSpPr>
        <p:spPr>
          <a:xfrm>
            <a:off x="4456080" y="1900440"/>
            <a:ext cx="177480" cy="65520"/>
          </a:xfrm>
          <a:custGeom>
            <a:avLst/>
            <a:gdLst/>
            <a:ahLst/>
            <a:cxnLst/>
            <a:rect l="0" t="0" r="r" b="b"/>
            <a:pathLst>
              <a:path w="493" h="182">
                <a:moveTo>
                  <a:pt x="19" y="0"/>
                </a:moveTo>
                <a:cubicBezTo>
                  <a:pt x="23" y="0"/>
                  <a:pt x="31" y="4"/>
                  <a:pt x="34" y="9"/>
                </a:cubicBezTo>
                <a:lnTo>
                  <a:pt x="114" y="115"/>
                </a:lnTo>
                <a:lnTo>
                  <a:pt x="114" y="20"/>
                </a:lnTo>
                <a:cubicBezTo>
                  <a:pt x="114" y="7"/>
                  <a:pt x="122" y="0"/>
                  <a:pt x="133" y="0"/>
                </a:cubicBezTo>
                <a:cubicBezTo>
                  <a:pt x="145" y="0"/>
                  <a:pt x="153" y="7"/>
                  <a:pt x="153" y="20"/>
                </a:cubicBezTo>
                <a:lnTo>
                  <a:pt x="153" y="163"/>
                </a:lnTo>
                <a:cubicBezTo>
                  <a:pt x="153" y="175"/>
                  <a:pt x="145" y="182"/>
                  <a:pt x="133" y="182"/>
                </a:cubicBezTo>
                <a:cubicBezTo>
                  <a:pt x="128" y="182"/>
                  <a:pt x="121" y="178"/>
                  <a:pt x="117" y="174"/>
                </a:cubicBezTo>
                <a:lnTo>
                  <a:pt x="38" y="70"/>
                </a:lnTo>
                <a:lnTo>
                  <a:pt x="37" y="70"/>
                </a:lnTo>
                <a:lnTo>
                  <a:pt x="37" y="163"/>
                </a:lnTo>
                <a:cubicBezTo>
                  <a:pt x="37" y="175"/>
                  <a:pt x="29" y="182"/>
                  <a:pt x="19" y="182"/>
                </a:cubicBezTo>
                <a:cubicBezTo>
                  <a:pt x="8" y="182"/>
                  <a:pt x="0" y="175"/>
                  <a:pt x="0" y="163"/>
                </a:cubicBezTo>
                <a:lnTo>
                  <a:pt x="0" y="20"/>
                </a:lnTo>
                <a:cubicBezTo>
                  <a:pt x="0" y="7"/>
                  <a:pt x="8" y="0"/>
                  <a:pt x="19" y="0"/>
                </a:cubicBezTo>
                <a:moveTo>
                  <a:pt x="164" y="24"/>
                </a:moveTo>
                <a:cubicBezTo>
                  <a:pt x="164" y="11"/>
                  <a:pt x="170" y="2"/>
                  <a:pt x="183" y="2"/>
                </a:cubicBezTo>
                <a:lnTo>
                  <a:pt x="245" y="2"/>
                </a:lnTo>
                <a:cubicBezTo>
                  <a:pt x="257" y="2"/>
                  <a:pt x="263" y="10"/>
                  <a:pt x="263" y="19"/>
                </a:cubicBezTo>
                <a:cubicBezTo>
                  <a:pt x="263" y="28"/>
                  <a:pt x="257" y="37"/>
                  <a:pt x="245" y="37"/>
                </a:cubicBezTo>
                <a:lnTo>
                  <a:pt x="201" y="37"/>
                </a:lnTo>
                <a:lnTo>
                  <a:pt x="201" y="74"/>
                </a:lnTo>
                <a:lnTo>
                  <a:pt x="242" y="74"/>
                </a:lnTo>
                <a:cubicBezTo>
                  <a:pt x="254" y="74"/>
                  <a:pt x="260" y="82"/>
                  <a:pt x="260" y="91"/>
                </a:cubicBezTo>
                <a:cubicBezTo>
                  <a:pt x="260" y="100"/>
                  <a:pt x="254" y="108"/>
                  <a:pt x="242" y="108"/>
                </a:cubicBezTo>
                <a:lnTo>
                  <a:pt x="201" y="108"/>
                </a:lnTo>
                <a:lnTo>
                  <a:pt x="201" y="146"/>
                </a:lnTo>
                <a:lnTo>
                  <a:pt x="247" y="146"/>
                </a:lnTo>
                <a:cubicBezTo>
                  <a:pt x="259" y="146"/>
                  <a:pt x="265" y="155"/>
                  <a:pt x="265" y="163"/>
                </a:cubicBezTo>
                <a:cubicBezTo>
                  <a:pt x="265" y="172"/>
                  <a:pt x="259" y="181"/>
                  <a:pt x="247" y="181"/>
                </a:cubicBezTo>
                <a:lnTo>
                  <a:pt x="183" y="181"/>
                </a:lnTo>
                <a:cubicBezTo>
                  <a:pt x="172" y="181"/>
                  <a:pt x="164" y="173"/>
                  <a:pt x="164" y="162"/>
                </a:cubicBezTo>
                <a:lnTo>
                  <a:pt x="164" y="24"/>
                </a:lnTo>
                <a:moveTo>
                  <a:pt x="271" y="25"/>
                </a:moveTo>
                <a:cubicBezTo>
                  <a:pt x="270" y="22"/>
                  <a:pt x="270" y="20"/>
                  <a:pt x="270" y="17"/>
                </a:cubicBezTo>
                <a:cubicBezTo>
                  <a:pt x="270" y="9"/>
                  <a:pt x="277" y="0"/>
                  <a:pt x="288" y="0"/>
                </a:cubicBezTo>
                <a:cubicBezTo>
                  <a:pt x="300" y="0"/>
                  <a:pt x="306" y="7"/>
                  <a:pt x="308" y="18"/>
                </a:cubicBezTo>
                <a:lnTo>
                  <a:pt x="329" y="126"/>
                </a:lnTo>
                <a:lnTo>
                  <a:pt x="330" y="126"/>
                </a:lnTo>
                <a:lnTo>
                  <a:pt x="362" y="15"/>
                </a:lnTo>
                <a:cubicBezTo>
                  <a:pt x="365" y="6"/>
                  <a:pt x="372" y="0"/>
                  <a:pt x="382" y="0"/>
                </a:cubicBezTo>
                <a:cubicBezTo>
                  <a:pt x="391" y="0"/>
                  <a:pt x="398" y="6"/>
                  <a:pt x="401" y="15"/>
                </a:cubicBezTo>
                <a:lnTo>
                  <a:pt x="434" y="126"/>
                </a:lnTo>
                <a:lnTo>
                  <a:pt x="455" y="18"/>
                </a:lnTo>
                <a:cubicBezTo>
                  <a:pt x="457" y="7"/>
                  <a:pt x="463" y="0"/>
                  <a:pt x="475" y="0"/>
                </a:cubicBezTo>
                <a:cubicBezTo>
                  <a:pt x="486" y="0"/>
                  <a:pt x="493" y="9"/>
                  <a:pt x="493" y="17"/>
                </a:cubicBezTo>
                <a:cubicBezTo>
                  <a:pt x="493" y="20"/>
                  <a:pt x="493" y="22"/>
                  <a:pt x="492" y="25"/>
                </a:cubicBezTo>
                <a:lnTo>
                  <a:pt x="460" y="163"/>
                </a:lnTo>
                <a:cubicBezTo>
                  <a:pt x="458" y="173"/>
                  <a:pt x="449" y="182"/>
                  <a:pt x="436" y="182"/>
                </a:cubicBezTo>
                <a:cubicBezTo>
                  <a:pt x="423" y="182"/>
                  <a:pt x="414" y="174"/>
                  <a:pt x="411" y="164"/>
                </a:cubicBezTo>
                <a:lnTo>
                  <a:pt x="382" y="68"/>
                </a:lnTo>
                <a:lnTo>
                  <a:pt x="381" y="68"/>
                </a:lnTo>
                <a:lnTo>
                  <a:pt x="352" y="164"/>
                </a:lnTo>
                <a:cubicBezTo>
                  <a:pt x="349" y="174"/>
                  <a:pt x="340" y="182"/>
                  <a:pt x="328" y="182"/>
                </a:cubicBezTo>
                <a:cubicBezTo>
                  <a:pt x="314" y="182"/>
                  <a:pt x="305" y="173"/>
                  <a:pt x="303" y="163"/>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70" name="TextBox 1069"/>
          <p:cNvSpPr txBox="1"/>
          <p:nvPr/>
        </p:nvSpPr>
        <p:spPr>
          <a:xfrm>
            <a:off x="880920" y="1825200"/>
            <a:ext cx="17622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Registration Wizard</a:t>
            </a:r>
            <a:endParaRPr lang="en-GB" sz="1500" b="0" u="none" strike="noStrike">
              <a:solidFill>
                <a:srgbClr val="000000"/>
              </a:solidFill>
              <a:effectLst/>
              <a:uFillTx/>
              <a:latin typeface="Times New Roman"/>
            </a:endParaRPr>
          </a:p>
        </p:txBody>
      </p:sp>
      <p:sp>
        <p:nvSpPr>
          <p:cNvPr id="1071" name="Freeform: Shape 1070"/>
          <p:cNvSpPr/>
          <p:nvPr/>
        </p:nvSpPr>
        <p:spPr>
          <a:xfrm>
            <a:off x="7191360" y="1838160"/>
            <a:ext cx="190800" cy="190800"/>
          </a:xfrm>
          <a:custGeom>
            <a:avLst/>
            <a:gdLst/>
            <a:ahLst/>
            <a:cxnLst/>
            <a:rect l="0" t="0" r="r" b="b"/>
            <a:pathLst>
              <a:path w="530" h="530">
                <a:moveTo>
                  <a:pt x="530" y="471"/>
                </a:moveTo>
                <a:cubicBezTo>
                  <a:pt x="530" y="504"/>
                  <a:pt x="503" y="530"/>
                  <a:pt x="471" y="530"/>
                </a:cubicBezTo>
                <a:lnTo>
                  <a:pt x="58" y="530"/>
                </a:lnTo>
                <a:cubicBezTo>
                  <a:pt x="26" y="530"/>
                  <a:pt x="0" y="504"/>
                  <a:pt x="0" y="471"/>
                </a:cubicBezTo>
                <a:lnTo>
                  <a:pt x="0" y="59"/>
                </a:lnTo>
                <a:cubicBezTo>
                  <a:pt x="0" y="26"/>
                  <a:pt x="26" y="0"/>
                  <a:pt x="58" y="0"/>
                </a:cubicBezTo>
                <a:lnTo>
                  <a:pt x="471" y="0"/>
                </a:lnTo>
                <a:cubicBezTo>
                  <a:pt x="503"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72" name="Freeform: Shape 1071"/>
          <p:cNvSpPr/>
          <p:nvPr/>
        </p:nvSpPr>
        <p:spPr>
          <a:xfrm>
            <a:off x="7221600" y="1869840"/>
            <a:ext cx="131400" cy="128880"/>
          </a:xfrm>
          <a:custGeom>
            <a:avLst/>
            <a:gdLst/>
            <a:ahLst/>
            <a:cxnLst/>
            <a:rect l="0" t="0" r="r" b="b"/>
            <a:pathLst>
              <a:path w="365" h="358">
                <a:moveTo>
                  <a:pt x="348" y="6"/>
                </a:moveTo>
                <a:cubicBezTo>
                  <a:pt x="331" y="-5"/>
                  <a:pt x="308" y="0"/>
                  <a:pt x="297" y="17"/>
                </a:cubicBezTo>
                <a:lnTo>
                  <a:pt x="137" y="264"/>
                </a:lnTo>
                <a:lnTo>
                  <a:pt x="62" y="196"/>
                </a:lnTo>
                <a:cubicBezTo>
                  <a:pt x="47" y="182"/>
                  <a:pt x="24" y="183"/>
                  <a:pt x="10" y="198"/>
                </a:cubicBezTo>
                <a:cubicBezTo>
                  <a:pt x="-4" y="213"/>
                  <a:pt x="-3" y="236"/>
                  <a:pt x="12" y="250"/>
                </a:cubicBezTo>
                <a:lnTo>
                  <a:pt x="119" y="349"/>
                </a:lnTo>
                <a:cubicBezTo>
                  <a:pt x="126" y="355"/>
                  <a:pt x="135" y="358"/>
                  <a:pt x="144" y="358"/>
                </a:cubicBezTo>
                <a:cubicBezTo>
                  <a:pt x="154" y="358"/>
                  <a:pt x="167" y="354"/>
                  <a:pt x="175" y="342"/>
                </a:cubicBezTo>
                <a:cubicBezTo>
                  <a:pt x="180" y="334"/>
                  <a:pt x="359" y="57"/>
                  <a:pt x="359" y="57"/>
                </a:cubicBezTo>
                <a:cubicBezTo>
                  <a:pt x="370" y="40"/>
                  <a:pt x="365" y="18"/>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73" name="TextBox 1072"/>
          <p:cNvSpPr txBox="1"/>
          <p:nvPr/>
        </p:nvSpPr>
        <p:spPr>
          <a:xfrm>
            <a:off x="4644720" y="182520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074" name="TextBox 1073"/>
          <p:cNvSpPr txBox="1"/>
          <p:nvPr/>
        </p:nvSpPr>
        <p:spPr>
          <a:xfrm>
            <a:off x="8652600" y="1825200"/>
            <a:ext cx="1872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Multistep validation</a:t>
            </a:r>
            <a:endParaRPr lang="en-GB" sz="1500" b="0" u="none" strike="noStrike">
              <a:solidFill>
                <a:srgbClr val="000000"/>
              </a:solidFill>
              <a:effectLst/>
              <a:uFillTx/>
              <a:latin typeface="Times New Roman"/>
            </a:endParaRPr>
          </a:p>
        </p:txBody>
      </p:sp>
      <p:sp>
        <p:nvSpPr>
          <p:cNvPr id="1075" name="TextBox 1074"/>
          <p:cNvSpPr txBox="1"/>
          <p:nvPr/>
        </p:nvSpPr>
        <p:spPr>
          <a:xfrm>
            <a:off x="880920" y="2253960"/>
            <a:ext cx="1795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Dynamic Int'l Phone</a:t>
            </a:r>
            <a:endParaRPr lang="en-GB" sz="1500" b="0" u="none" strike="noStrike">
              <a:solidFill>
                <a:srgbClr val="000000"/>
              </a:solidFill>
              <a:effectLst/>
              <a:uFillTx/>
              <a:latin typeface="Times New Roman"/>
            </a:endParaRPr>
          </a:p>
        </p:txBody>
      </p:sp>
      <p:sp>
        <p:nvSpPr>
          <p:cNvPr id="1076" name="Freeform: Shape 1075"/>
          <p:cNvSpPr/>
          <p:nvPr/>
        </p:nvSpPr>
        <p:spPr>
          <a:xfrm>
            <a:off x="4448160" y="2428560"/>
            <a:ext cx="190800" cy="191160"/>
          </a:xfrm>
          <a:custGeom>
            <a:avLst/>
            <a:gdLst/>
            <a:ahLst/>
            <a:cxnLst/>
            <a:rect l="0" t="0" r="r" b="b"/>
            <a:pathLst>
              <a:path w="530" h="531">
                <a:moveTo>
                  <a:pt x="530" y="472"/>
                </a:moveTo>
                <a:cubicBezTo>
                  <a:pt x="530" y="504"/>
                  <a:pt x="503" y="531"/>
                  <a:pt x="471" y="531"/>
                </a:cubicBezTo>
                <a:lnTo>
                  <a:pt x="58" y="531"/>
                </a:lnTo>
                <a:cubicBezTo>
                  <a:pt x="26" y="531"/>
                  <a:pt x="0" y="504"/>
                  <a:pt x="0" y="472"/>
                </a:cubicBezTo>
                <a:lnTo>
                  <a:pt x="0" y="59"/>
                </a:lnTo>
                <a:cubicBezTo>
                  <a:pt x="0" y="27"/>
                  <a:pt x="26" y="0"/>
                  <a:pt x="58" y="0"/>
                </a:cubicBezTo>
                <a:lnTo>
                  <a:pt x="471" y="0"/>
                </a:lnTo>
                <a:cubicBezTo>
                  <a:pt x="503" y="0"/>
                  <a:pt x="530" y="27"/>
                  <a:pt x="530" y="59"/>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077" name="Freeform: Shape 1076"/>
          <p:cNvSpPr/>
          <p:nvPr/>
        </p:nvSpPr>
        <p:spPr>
          <a:xfrm>
            <a:off x="4456080" y="2491200"/>
            <a:ext cx="177480" cy="65520"/>
          </a:xfrm>
          <a:custGeom>
            <a:avLst/>
            <a:gdLst/>
            <a:ahLst/>
            <a:cxnLst/>
            <a:rect l="0" t="0" r="r" b="b"/>
            <a:pathLst>
              <a:path w="493" h="182">
                <a:moveTo>
                  <a:pt x="19" y="0"/>
                </a:moveTo>
                <a:cubicBezTo>
                  <a:pt x="23" y="0"/>
                  <a:pt x="31" y="3"/>
                  <a:pt x="34" y="8"/>
                </a:cubicBezTo>
                <a:lnTo>
                  <a:pt x="114" y="115"/>
                </a:lnTo>
                <a:lnTo>
                  <a:pt x="114" y="20"/>
                </a:lnTo>
                <a:cubicBezTo>
                  <a:pt x="114" y="7"/>
                  <a:pt x="122" y="0"/>
                  <a:pt x="133" y="0"/>
                </a:cubicBezTo>
                <a:cubicBezTo>
                  <a:pt x="145" y="0"/>
                  <a:pt x="153" y="7"/>
                  <a:pt x="153" y="20"/>
                </a:cubicBezTo>
                <a:lnTo>
                  <a:pt x="153" y="162"/>
                </a:lnTo>
                <a:cubicBezTo>
                  <a:pt x="153" y="175"/>
                  <a:pt x="145" y="182"/>
                  <a:pt x="133" y="182"/>
                </a:cubicBezTo>
                <a:cubicBezTo>
                  <a:pt x="128" y="182"/>
                  <a:pt x="121" y="178"/>
                  <a:pt x="117" y="173"/>
                </a:cubicBezTo>
                <a:lnTo>
                  <a:pt x="38" y="69"/>
                </a:lnTo>
                <a:lnTo>
                  <a:pt x="37" y="69"/>
                </a:lnTo>
                <a:lnTo>
                  <a:pt x="37" y="162"/>
                </a:lnTo>
                <a:cubicBezTo>
                  <a:pt x="37" y="175"/>
                  <a:pt x="29" y="182"/>
                  <a:pt x="19" y="182"/>
                </a:cubicBezTo>
                <a:cubicBezTo>
                  <a:pt x="8" y="182"/>
                  <a:pt x="0" y="175"/>
                  <a:pt x="0" y="162"/>
                </a:cubicBezTo>
                <a:lnTo>
                  <a:pt x="0" y="20"/>
                </a:lnTo>
                <a:cubicBezTo>
                  <a:pt x="0" y="7"/>
                  <a:pt x="8" y="0"/>
                  <a:pt x="19" y="0"/>
                </a:cubicBezTo>
                <a:moveTo>
                  <a:pt x="164" y="24"/>
                </a:moveTo>
                <a:cubicBezTo>
                  <a:pt x="164" y="11"/>
                  <a:pt x="170" y="1"/>
                  <a:pt x="183" y="1"/>
                </a:cubicBezTo>
                <a:lnTo>
                  <a:pt x="245" y="1"/>
                </a:lnTo>
                <a:cubicBezTo>
                  <a:pt x="257" y="1"/>
                  <a:pt x="263" y="11"/>
                  <a:pt x="263" y="19"/>
                </a:cubicBezTo>
                <a:cubicBezTo>
                  <a:pt x="263" y="28"/>
                  <a:pt x="257" y="37"/>
                  <a:pt x="245" y="37"/>
                </a:cubicBezTo>
                <a:lnTo>
                  <a:pt x="201" y="37"/>
                </a:lnTo>
                <a:lnTo>
                  <a:pt x="201" y="73"/>
                </a:lnTo>
                <a:lnTo>
                  <a:pt x="242" y="73"/>
                </a:lnTo>
                <a:cubicBezTo>
                  <a:pt x="254" y="73"/>
                  <a:pt x="260" y="82"/>
                  <a:pt x="260" y="90"/>
                </a:cubicBezTo>
                <a:cubicBezTo>
                  <a:pt x="260" y="99"/>
                  <a:pt x="254" y="108"/>
                  <a:pt x="242" y="108"/>
                </a:cubicBezTo>
                <a:lnTo>
                  <a:pt x="201" y="108"/>
                </a:lnTo>
                <a:lnTo>
                  <a:pt x="201" y="146"/>
                </a:lnTo>
                <a:lnTo>
                  <a:pt x="247" y="146"/>
                </a:lnTo>
                <a:cubicBezTo>
                  <a:pt x="259" y="146"/>
                  <a:pt x="265" y="154"/>
                  <a:pt x="265" y="163"/>
                </a:cubicBezTo>
                <a:cubicBezTo>
                  <a:pt x="265" y="171"/>
                  <a:pt x="259" y="180"/>
                  <a:pt x="247" y="180"/>
                </a:cubicBezTo>
                <a:lnTo>
                  <a:pt x="183" y="180"/>
                </a:lnTo>
                <a:cubicBezTo>
                  <a:pt x="172" y="180"/>
                  <a:pt x="164" y="173"/>
                  <a:pt x="164" y="161"/>
                </a:cubicBezTo>
                <a:lnTo>
                  <a:pt x="164" y="24"/>
                </a:lnTo>
                <a:moveTo>
                  <a:pt x="271" y="26"/>
                </a:moveTo>
                <a:cubicBezTo>
                  <a:pt x="270" y="22"/>
                  <a:pt x="270" y="21"/>
                  <a:pt x="270" y="17"/>
                </a:cubicBezTo>
                <a:cubicBezTo>
                  <a:pt x="270" y="8"/>
                  <a:pt x="277" y="0"/>
                  <a:pt x="288" y="0"/>
                </a:cubicBezTo>
                <a:cubicBezTo>
                  <a:pt x="300" y="0"/>
                  <a:pt x="306" y="7"/>
                  <a:pt x="308" y="19"/>
                </a:cubicBezTo>
                <a:lnTo>
                  <a:pt x="329" y="125"/>
                </a:lnTo>
                <a:lnTo>
                  <a:pt x="330" y="125"/>
                </a:lnTo>
                <a:lnTo>
                  <a:pt x="362" y="15"/>
                </a:lnTo>
                <a:cubicBezTo>
                  <a:pt x="365" y="5"/>
                  <a:pt x="372" y="0"/>
                  <a:pt x="382" y="0"/>
                </a:cubicBezTo>
                <a:cubicBezTo>
                  <a:pt x="391" y="0"/>
                  <a:pt x="398" y="5"/>
                  <a:pt x="401" y="15"/>
                </a:cubicBezTo>
                <a:lnTo>
                  <a:pt x="434" y="125"/>
                </a:lnTo>
                <a:lnTo>
                  <a:pt x="455" y="19"/>
                </a:lnTo>
                <a:cubicBezTo>
                  <a:pt x="457" y="7"/>
                  <a:pt x="463" y="0"/>
                  <a:pt x="475" y="0"/>
                </a:cubicBezTo>
                <a:cubicBezTo>
                  <a:pt x="486" y="0"/>
                  <a:pt x="493" y="8"/>
                  <a:pt x="493" y="17"/>
                </a:cubicBezTo>
                <a:cubicBezTo>
                  <a:pt x="493" y="21"/>
                  <a:pt x="493" y="22"/>
                  <a:pt x="492" y="26"/>
                </a:cubicBezTo>
                <a:lnTo>
                  <a:pt x="460" y="162"/>
                </a:lnTo>
                <a:cubicBezTo>
                  <a:pt x="458" y="173"/>
                  <a:pt x="449" y="182"/>
                  <a:pt x="436" y="182"/>
                </a:cubicBezTo>
                <a:cubicBezTo>
                  <a:pt x="423" y="182"/>
                  <a:pt x="414" y="174"/>
                  <a:pt x="411" y="163"/>
                </a:cubicBezTo>
                <a:lnTo>
                  <a:pt x="382" y="67"/>
                </a:lnTo>
                <a:lnTo>
                  <a:pt x="381" y="67"/>
                </a:lnTo>
                <a:lnTo>
                  <a:pt x="352" y="163"/>
                </a:lnTo>
                <a:cubicBezTo>
                  <a:pt x="349" y="174"/>
                  <a:pt x="340" y="182"/>
                  <a:pt x="328" y="182"/>
                </a:cubicBezTo>
                <a:cubicBezTo>
                  <a:pt x="314" y="182"/>
                  <a:pt x="305" y="173"/>
                  <a:pt x="303" y="162"/>
                </a:cubicBezTo>
                <a:lnTo>
                  <a:pt x="271" y="26"/>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78" name="TextBox 1077"/>
          <p:cNvSpPr txBox="1"/>
          <p:nvPr/>
        </p:nvSpPr>
        <p:spPr>
          <a:xfrm>
            <a:off x="880920" y="2568240"/>
            <a:ext cx="890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Validation</a:t>
            </a:r>
            <a:endParaRPr lang="en-GB" sz="1500" b="0" u="none" strike="noStrike">
              <a:solidFill>
                <a:srgbClr val="000000"/>
              </a:solidFill>
              <a:effectLst/>
              <a:uFillTx/>
              <a:latin typeface="Times New Roman"/>
            </a:endParaRPr>
          </a:p>
        </p:txBody>
      </p:sp>
      <p:sp>
        <p:nvSpPr>
          <p:cNvPr id="1079" name="Freeform: Shape 1078"/>
          <p:cNvSpPr/>
          <p:nvPr/>
        </p:nvSpPr>
        <p:spPr>
          <a:xfrm>
            <a:off x="7191360" y="2428560"/>
            <a:ext cx="190800" cy="191160"/>
          </a:xfrm>
          <a:custGeom>
            <a:avLst/>
            <a:gdLst/>
            <a:ahLst/>
            <a:cxnLst/>
            <a:rect l="0" t="0" r="r" b="b"/>
            <a:pathLst>
              <a:path w="530" h="531">
                <a:moveTo>
                  <a:pt x="530" y="472"/>
                </a:moveTo>
                <a:cubicBezTo>
                  <a:pt x="530" y="504"/>
                  <a:pt x="503" y="531"/>
                  <a:pt x="471" y="531"/>
                </a:cubicBezTo>
                <a:lnTo>
                  <a:pt x="58" y="531"/>
                </a:lnTo>
                <a:cubicBezTo>
                  <a:pt x="26" y="531"/>
                  <a:pt x="0" y="504"/>
                  <a:pt x="0" y="472"/>
                </a:cubicBezTo>
                <a:lnTo>
                  <a:pt x="0" y="59"/>
                </a:lnTo>
                <a:cubicBezTo>
                  <a:pt x="0" y="27"/>
                  <a:pt x="26" y="0"/>
                  <a:pt x="58" y="0"/>
                </a:cubicBezTo>
                <a:lnTo>
                  <a:pt x="471" y="0"/>
                </a:lnTo>
                <a:cubicBezTo>
                  <a:pt x="503" y="0"/>
                  <a:pt x="530" y="27"/>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80" name="Freeform: Shape 1079"/>
          <p:cNvSpPr/>
          <p:nvPr/>
        </p:nvSpPr>
        <p:spPr>
          <a:xfrm>
            <a:off x="7221600" y="2460240"/>
            <a:ext cx="131400" cy="128880"/>
          </a:xfrm>
          <a:custGeom>
            <a:avLst/>
            <a:gdLst/>
            <a:ahLst/>
            <a:cxnLst/>
            <a:rect l="0" t="0" r="r" b="b"/>
            <a:pathLst>
              <a:path w="365" h="358">
                <a:moveTo>
                  <a:pt x="348" y="6"/>
                </a:moveTo>
                <a:cubicBezTo>
                  <a:pt x="331" y="-5"/>
                  <a:pt x="308" y="0"/>
                  <a:pt x="297" y="17"/>
                </a:cubicBezTo>
                <a:lnTo>
                  <a:pt x="137" y="264"/>
                </a:lnTo>
                <a:lnTo>
                  <a:pt x="62" y="196"/>
                </a:lnTo>
                <a:cubicBezTo>
                  <a:pt x="47" y="182"/>
                  <a:pt x="24" y="183"/>
                  <a:pt x="10" y="198"/>
                </a:cubicBezTo>
                <a:cubicBezTo>
                  <a:pt x="-4" y="213"/>
                  <a:pt x="-3" y="236"/>
                  <a:pt x="12" y="250"/>
                </a:cubicBezTo>
                <a:lnTo>
                  <a:pt x="119" y="348"/>
                </a:lnTo>
                <a:cubicBezTo>
                  <a:pt x="126" y="354"/>
                  <a:pt x="135" y="358"/>
                  <a:pt x="144" y="358"/>
                </a:cubicBezTo>
                <a:cubicBezTo>
                  <a:pt x="154" y="358"/>
                  <a:pt x="167" y="354"/>
                  <a:pt x="175" y="341"/>
                </a:cubicBezTo>
                <a:cubicBezTo>
                  <a:pt x="180" y="334"/>
                  <a:pt x="359" y="57"/>
                  <a:pt x="359"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81" name="TextBox 1080"/>
          <p:cNvSpPr txBox="1"/>
          <p:nvPr/>
        </p:nvSpPr>
        <p:spPr>
          <a:xfrm>
            <a:off x="4644720" y="241560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082" name="TextBox 1081"/>
          <p:cNvSpPr txBox="1"/>
          <p:nvPr/>
        </p:nvSpPr>
        <p:spPr>
          <a:xfrm>
            <a:off x="8652600" y="2415600"/>
            <a:ext cx="1183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 format</a:t>
            </a:r>
            <a:endParaRPr lang="en-GB" sz="1500" b="0" u="none" strike="noStrike">
              <a:solidFill>
                <a:srgbClr val="000000"/>
              </a:solidFill>
              <a:effectLst/>
              <a:uFillTx/>
              <a:latin typeface="Times New Roman"/>
            </a:endParaRPr>
          </a:p>
        </p:txBody>
      </p:sp>
      <p:sp>
        <p:nvSpPr>
          <p:cNvPr id="1083" name="Freeform: Shape 1082"/>
          <p:cNvSpPr/>
          <p:nvPr/>
        </p:nvSpPr>
        <p:spPr>
          <a:xfrm>
            <a:off x="4448160" y="3009600"/>
            <a:ext cx="190800" cy="190800"/>
          </a:xfrm>
          <a:custGeom>
            <a:avLst/>
            <a:gdLst/>
            <a:ahLst/>
            <a:cxnLst/>
            <a:rect l="0" t="0" r="r" b="b"/>
            <a:pathLst>
              <a:path w="530" h="530">
                <a:moveTo>
                  <a:pt x="530" y="472"/>
                </a:moveTo>
                <a:cubicBezTo>
                  <a:pt x="530" y="504"/>
                  <a:pt x="503" y="530"/>
                  <a:pt x="471" y="530"/>
                </a:cubicBezTo>
                <a:lnTo>
                  <a:pt x="58" y="530"/>
                </a:lnTo>
                <a:cubicBezTo>
                  <a:pt x="26" y="530"/>
                  <a:pt x="0" y="504"/>
                  <a:pt x="0" y="472"/>
                </a:cubicBezTo>
                <a:lnTo>
                  <a:pt x="0" y="59"/>
                </a:lnTo>
                <a:cubicBezTo>
                  <a:pt x="0" y="27"/>
                  <a:pt x="26" y="0"/>
                  <a:pt x="58" y="0"/>
                </a:cubicBezTo>
                <a:lnTo>
                  <a:pt x="471" y="0"/>
                </a:lnTo>
                <a:cubicBezTo>
                  <a:pt x="503" y="0"/>
                  <a:pt x="530" y="27"/>
                  <a:pt x="530" y="59"/>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084" name="Freeform: Shape 1083"/>
          <p:cNvSpPr/>
          <p:nvPr/>
        </p:nvSpPr>
        <p:spPr>
          <a:xfrm>
            <a:off x="4456080" y="3072240"/>
            <a:ext cx="177480" cy="65520"/>
          </a:xfrm>
          <a:custGeom>
            <a:avLst/>
            <a:gdLst/>
            <a:ahLst/>
            <a:cxnLst/>
            <a:rect l="0" t="0" r="r" b="b"/>
            <a:pathLst>
              <a:path w="493" h="182">
                <a:moveTo>
                  <a:pt x="19" y="0"/>
                </a:moveTo>
                <a:cubicBezTo>
                  <a:pt x="23" y="0"/>
                  <a:pt x="31" y="3"/>
                  <a:pt x="34" y="8"/>
                </a:cubicBezTo>
                <a:lnTo>
                  <a:pt x="114" y="115"/>
                </a:lnTo>
                <a:lnTo>
                  <a:pt x="114" y="20"/>
                </a:lnTo>
                <a:cubicBezTo>
                  <a:pt x="114" y="7"/>
                  <a:pt x="122" y="0"/>
                  <a:pt x="133" y="0"/>
                </a:cubicBezTo>
                <a:cubicBezTo>
                  <a:pt x="145" y="0"/>
                  <a:pt x="153" y="7"/>
                  <a:pt x="153" y="20"/>
                </a:cubicBezTo>
                <a:lnTo>
                  <a:pt x="153" y="162"/>
                </a:lnTo>
                <a:cubicBezTo>
                  <a:pt x="153" y="175"/>
                  <a:pt x="145" y="182"/>
                  <a:pt x="133" y="182"/>
                </a:cubicBezTo>
                <a:cubicBezTo>
                  <a:pt x="128" y="182"/>
                  <a:pt x="121" y="178"/>
                  <a:pt x="117" y="173"/>
                </a:cubicBezTo>
                <a:lnTo>
                  <a:pt x="38" y="69"/>
                </a:lnTo>
                <a:lnTo>
                  <a:pt x="37" y="69"/>
                </a:lnTo>
                <a:lnTo>
                  <a:pt x="37" y="162"/>
                </a:lnTo>
                <a:cubicBezTo>
                  <a:pt x="37" y="175"/>
                  <a:pt x="29" y="182"/>
                  <a:pt x="19" y="182"/>
                </a:cubicBezTo>
                <a:cubicBezTo>
                  <a:pt x="8" y="182"/>
                  <a:pt x="0" y="175"/>
                  <a:pt x="0" y="162"/>
                </a:cubicBezTo>
                <a:lnTo>
                  <a:pt x="0" y="20"/>
                </a:lnTo>
                <a:cubicBezTo>
                  <a:pt x="0" y="7"/>
                  <a:pt x="8" y="0"/>
                  <a:pt x="19" y="0"/>
                </a:cubicBezTo>
                <a:moveTo>
                  <a:pt x="164" y="24"/>
                </a:moveTo>
                <a:cubicBezTo>
                  <a:pt x="164" y="10"/>
                  <a:pt x="170" y="1"/>
                  <a:pt x="183" y="1"/>
                </a:cubicBezTo>
                <a:lnTo>
                  <a:pt x="245" y="1"/>
                </a:lnTo>
                <a:cubicBezTo>
                  <a:pt x="257" y="1"/>
                  <a:pt x="263" y="10"/>
                  <a:pt x="263" y="19"/>
                </a:cubicBezTo>
                <a:cubicBezTo>
                  <a:pt x="263" y="28"/>
                  <a:pt x="257" y="37"/>
                  <a:pt x="245" y="37"/>
                </a:cubicBezTo>
                <a:lnTo>
                  <a:pt x="201" y="37"/>
                </a:lnTo>
                <a:lnTo>
                  <a:pt x="201" y="73"/>
                </a:lnTo>
                <a:lnTo>
                  <a:pt x="242" y="73"/>
                </a:lnTo>
                <a:cubicBezTo>
                  <a:pt x="254" y="73"/>
                  <a:pt x="260" y="82"/>
                  <a:pt x="260" y="90"/>
                </a:cubicBezTo>
                <a:cubicBezTo>
                  <a:pt x="260" y="99"/>
                  <a:pt x="254" y="108"/>
                  <a:pt x="242" y="108"/>
                </a:cubicBezTo>
                <a:lnTo>
                  <a:pt x="201" y="108"/>
                </a:lnTo>
                <a:lnTo>
                  <a:pt x="201" y="146"/>
                </a:lnTo>
                <a:lnTo>
                  <a:pt x="247" y="146"/>
                </a:lnTo>
                <a:cubicBezTo>
                  <a:pt x="259" y="146"/>
                  <a:pt x="265" y="154"/>
                  <a:pt x="265" y="163"/>
                </a:cubicBezTo>
                <a:cubicBezTo>
                  <a:pt x="265" y="171"/>
                  <a:pt x="259" y="180"/>
                  <a:pt x="247" y="180"/>
                </a:cubicBezTo>
                <a:lnTo>
                  <a:pt x="183" y="180"/>
                </a:lnTo>
                <a:cubicBezTo>
                  <a:pt x="172" y="180"/>
                  <a:pt x="164" y="173"/>
                  <a:pt x="164" y="161"/>
                </a:cubicBezTo>
                <a:lnTo>
                  <a:pt x="164" y="24"/>
                </a:lnTo>
                <a:moveTo>
                  <a:pt x="271" y="26"/>
                </a:moveTo>
                <a:cubicBezTo>
                  <a:pt x="270" y="22"/>
                  <a:pt x="270" y="21"/>
                  <a:pt x="270" y="17"/>
                </a:cubicBezTo>
                <a:cubicBezTo>
                  <a:pt x="270" y="8"/>
                  <a:pt x="277" y="0"/>
                  <a:pt x="288" y="0"/>
                </a:cubicBezTo>
                <a:cubicBezTo>
                  <a:pt x="300" y="0"/>
                  <a:pt x="306" y="7"/>
                  <a:pt x="308" y="19"/>
                </a:cubicBezTo>
                <a:lnTo>
                  <a:pt x="329" y="125"/>
                </a:lnTo>
                <a:lnTo>
                  <a:pt x="330" y="125"/>
                </a:lnTo>
                <a:lnTo>
                  <a:pt x="362" y="14"/>
                </a:lnTo>
                <a:cubicBezTo>
                  <a:pt x="365" y="5"/>
                  <a:pt x="372" y="0"/>
                  <a:pt x="382" y="0"/>
                </a:cubicBezTo>
                <a:cubicBezTo>
                  <a:pt x="391" y="0"/>
                  <a:pt x="398" y="5"/>
                  <a:pt x="401" y="14"/>
                </a:cubicBezTo>
                <a:lnTo>
                  <a:pt x="434" y="125"/>
                </a:lnTo>
                <a:lnTo>
                  <a:pt x="455" y="19"/>
                </a:lnTo>
                <a:cubicBezTo>
                  <a:pt x="457" y="7"/>
                  <a:pt x="463" y="0"/>
                  <a:pt x="475" y="0"/>
                </a:cubicBezTo>
                <a:cubicBezTo>
                  <a:pt x="486" y="0"/>
                  <a:pt x="493" y="8"/>
                  <a:pt x="493" y="17"/>
                </a:cubicBezTo>
                <a:cubicBezTo>
                  <a:pt x="493" y="21"/>
                  <a:pt x="493" y="22"/>
                  <a:pt x="492" y="26"/>
                </a:cubicBezTo>
                <a:lnTo>
                  <a:pt x="460" y="162"/>
                </a:lnTo>
                <a:cubicBezTo>
                  <a:pt x="458" y="173"/>
                  <a:pt x="449" y="182"/>
                  <a:pt x="436" y="182"/>
                </a:cubicBezTo>
                <a:cubicBezTo>
                  <a:pt x="423" y="182"/>
                  <a:pt x="414" y="174"/>
                  <a:pt x="411" y="163"/>
                </a:cubicBezTo>
                <a:lnTo>
                  <a:pt x="382" y="67"/>
                </a:lnTo>
                <a:lnTo>
                  <a:pt x="381" y="67"/>
                </a:lnTo>
                <a:lnTo>
                  <a:pt x="352" y="163"/>
                </a:lnTo>
                <a:cubicBezTo>
                  <a:pt x="349" y="174"/>
                  <a:pt x="340" y="182"/>
                  <a:pt x="328" y="182"/>
                </a:cubicBezTo>
                <a:cubicBezTo>
                  <a:pt x="314" y="182"/>
                  <a:pt x="305" y="173"/>
                  <a:pt x="303" y="162"/>
                </a:cubicBezTo>
                <a:lnTo>
                  <a:pt x="271" y="26"/>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85" name="TextBox 1084"/>
          <p:cNvSpPr txBox="1"/>
          <p:nvPr/>
        </p:nvSpPr>
        <p:spPr>
          <a:xfrm>
            <a:off x="880920" y="2996640"/>
            <a:ext cx="18558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Int'l Address Lookup</a:t>
            </a:r>
            <a:endParaRPr lang="en-GB" sz="1500" b="0" u="none" strike="noStrike">
              <a:solidFill>
                <a:srgbClr val="000000"/>
              </a:solidFill>
              <a:effectLst/>
              <a:uFillTx/>
              <a:latin typeface="Times New Roman"/>
            </a:endParaRPr>
          </a:p>
        </p:txBody>
      </p:sp>
      <p:sp>
        <p:nvSpPr>
          <p:cNvPr id="1086" name="Freeform: Shape 1085"/>
          <p:cNvSpPr/>
          <p:nvPr/>
        </p:nvSpPr>
        <p:spPr>
          <a:xfrm>
            <a:off x="7191360" y="3009600"/>
            <a:ext cx="190800" cy="190800"/>
          </a:xfrm>
          <a:custGeom>
            <a:avLst/>
            <a:gdLst/>
            <a:ahLst/>
            <a:cxnLst/>
            <a:rect l="0" t="0" r="r" b="b"/>
            <a:pathLst>
              <a:path w="530" h="530">
                <a:moveTo>
                  <a:pt x="530" y="472"/>
                </a:moveTo>
                <a:cubicBezTo>
                  <a:pt x="530" y="504"/>
                  <a:pt x="503" y="530"/>
                  <a:pt x="471" y="530"/>
                </a:cubicBezTo>
                <a:lnTo>
                  <a:pt x="58" y="530"/>
                </a:lnTo>
                <a:cubicBezTo>
                  <a:pt x="26" y="530"/>
                  <a:pt x="0" y="504"/>
                  <a:pt x="0" y="472"/>
                </a:cubicBezTo>
                <a:lnTo>
                  <a:pt x="0" y="59"/>
                </a:lnTo>
                <a:cubicBezTo>
                  <a:pt x="0" y="27"/>
                  <a:pt x="26" y="0"/>
                  <a:pt x="58" y="0"/>
                </a:cubicBezTo>
                <a:lnTo>
                  <a:pt x="471" y="0"/>
                </a:lnTo>
                <a:cubicBezTo>
                  <a:pt x="503" y="0"/>
                  <a:pt x="530" y="27"/>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87" name="Freeform: Shape 1086"/>
          <p:cNvSpPr/>
          <p:nvPr/>
        </p:nvSpPr>
        <p:spPr>
          <a:xfrm>
            <a:off x="7221600" y="3041280"/>
            <a:ext cx="131400" cy="128880"/>
          </a:xfrm>
          <a:custGeom>
            <a:avLst/>
            <a:gdLst/>
            <a:ahLst/>
            <a:cxnLst/>
            <a:rect l="0" t="0" r="r" b="b"/>
            <a:pathLst>
              <a:path w="365" h="358">
                <a:moveTo>
                  <a:pt x="348" y="6"/>
                </a:moveTo>
                <a:cubicBezTo>
                  <a:pt x="331" y="-5"/>
                  <a:pt x="308" y="0"/>
                  <a:pt x="297" y="17"/>
                </a:cubicBezTo>
                <a:lnTo>
                  <a:pt x="137" y="263"/>
                </a:lnTo>
                <a:lnTo>
                  <a:pt x="62" y="195"/>
                </a:lnTo>
                <a:cubicBezTo>
                  <a:pt x="47" y="181"/>
                  <a:pt x="24" y="182"/>
                  <a:pt x="10" y="197"/>
                </a:cubicBezTo>
                <a:cubicBezTo>
                  <a:pt x="-4" y="212"/>
                  <a:pt x="-3" y="235"/>
                  <a:pt x="12" y="249"/>
                </a:cubicBezTo>
                <a:lnTo>
                  <a:pt x="119" y="348"/>
                </a:lnTo>
                <a:cubicBezTo>
                  <a:pt x="126" y="354"/>
                  <a:pt x="135" y="358"/>
                  <a:pt x="144" y="358"/>
                </a:cubicBezTo>
                <a:cubicBezTo>
                  <a:pt x="154" y="358"/>
                  <a:pt x="167" y="354"/>
                  <a:pt x="175" y="341"/>
                </a:cubicBezTo>
                <a:cubicBezTo>
                  <a:pt x="180" y="333"/>
                  <a:pt x="359" y="57"/>
                  <a:pt x="359"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88" name="TextBox 1087"/>
          <p:cNvSpPr txBox="1"/>
          <p:nvPr/>
        </p:nvSpPr>
        <p:spPr>
          <a:xfrm>
            <a:off x="4644720" y="299664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089" name="TextBox 1088"/>
          <p:cNvSpPr txBox="1"/>
          <p:nvPr/>
        </p:nvSpPr>
        <p:spPr>
          <a:xfrm>
            <a:off x="8652600" y="2996640"/>
            <a:ext cx="12798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Postcoder API</a:t>
            </a:r>
            <a:endParaRPr lang="en-GB" sz="1500" b="0" u="none" strike="noStrike">
              <a:solidFill>
                <a:srgbClr val="000000"/>
              </a:solidFill>
              <a:effectLst/>
              <a:uFillTx/>
              <a:latin typeface="Times New Roman"/>
            </a:endParaRPr>
          </a:p>
        </p:txBody>
      </p:sp>
      <p:sp>
        <p:nvSpPr>
          <p:cNvPr id="1090" name="Freeform: Shape 1089"/>
          <p:cNvSpPr/>
          <p:nvPr/>
        </p:nvSpPr>
        <p:spPr>
          <a:xfrm>
            <a:off x="4448160" y="3438360"/>
            <a:ext cx="190800" cy="190800"/>
          </a:xfrm>
          <a:custGeom>
            <a:avLst/>
            <a:gdLst/>
            <a:ahLst/>
            <a:cxnLst/>
            <a:rect l="0" t="0" r="r" b="b"/>
            <a:pathLst>
              <a:path w="530" h="530">
                <a:moveTo>
                  <a:pt x="530" y="471"/>
                </a:moveTo>
                <a:cubicBezTo>
                  <a:pt x="530" y="504"/>
                  <a:pt x="503" y="530"/>
                  <a:pt x="471" y="530"/>
                </a:cubicBezTo>
                <a:lnTo>
                  <a:pt x="58" y="530"/>
                </a:lnTo>
                <a:cubicBezTo>
                  <a:pt x="26" y="530"/>
                  <a:pt x="0" y="504"/>
                  <a:pt x="0" y="471"/>
                </a:cubicBezTo>
                <a:lnTo>
                  <a:pt x="0" y="59"/>
                </a:lnTo>
                <a:cubicBezTo>
                  <a:pt x="0" y="26"/>
                  <a:pt x="26" y="0"/>
                  <a:pt x="58" y="0"/>
                </a:cubicBezTo>
                <a:lnTo>
                  <a:pt x="471" y="0"/>
                </a:lnTo>
                <a:cubicBezTo>
                  <a:pt x="503"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091" name="Freeform: Shape 1090"/>
          <p:cNvSpPr/>
          <p:nvPr/>
        </p:nvSpPr>
        <p:spPr>
          <a:xfrm>
            <a:off x="4456080" y="3500640"/>
            <a:ext cx="177480" cy="65520"/>
          </a:xfrm>
          <a:custGeom>
            <a:avLst/>
            <a:gdLst/>
            <a:ahLst/>
            <a:cxnLst/>
            <a:rect l="0" t="0" r="r" b="b"/>
            <a:pathLst>
              <a:path w="493" h="182">
                <a:moveTo>
                  <a:pt x="19" y="0"/>
                </a:moveTo>
                <a:cubicBezTo>
                  <a:pt x="23" y="0"/>
                  <a:pt x="31" y="4"/>
                  <a:pt x="34" y="9"/>
                </a:cubicBezTo>
                <a:lnTo>
                  <a:pt x="114" y="115"/>
                </a:lnTo>
                <a:lnTo>
                  <a:pt x="114" y="20"/>
                </a:lnTo>
                <a:cubicBezTo>
                  <a:pt x="114" y="7"/>
                  <a:pt x="122" y="0"/>
                  <a:pt x="133" y="0"/>
                </a:cubicBezTo>
                <a:cubicBezTo>
                  <a:pt x="145" y="0"/>
                  <a:pt x="153" y="7"/>
                  <a:pt x="153" y="20"/>
                </a:cubicBezTo>
                <a:lnTo>
                  <a:pt x="153" y="163"/>
                </a:lnTo>
                <a:cubicBezTo>
                  <a:pt x="153" y="175"/>
                  <a:pt x="145" y="182"/>
                  <a:pt x="133" y="182"/>
                </a:cubicBezTo>
                <a:cubicBezTo>
                  <a:pt x="128" y="182"/>
                  <a:pt x="121" y="178"/>
                  <a:pt x="117" y="174"/>
                </a:cubicBezTo>
                <a:lnTo>
                  <a:pt x="38" y="69"/>
                </a:lnTo>
                <a:lnTo>
                  <a:pt x="37" y="69"/>
                </a:lnTo>
                <a:lnTo>
                  <a:pt x="37" y="163"/>
                </a:lnTo>
                <a:cubicBezTo>
                  <a:pt x="37" y="175"/>
                  <a:pt x="29" y="182"/>
                  <a:pt x="19" y="182"/>
                </a:cubicBezTo>
                <a:cubicBezTo>
                  <a:pt x="8" y="182"/>
                  <a:pt x="0" y="175"/>
                  <a:pt x="0" y="163"/>
                </a:cubicBezTo>
                <a:lnTo>
                  <a:pt x="0" y="20"/>
                </a:lnTo>
                <a:cubicBezTo>
                  <a:pt x="0" y="7"/>
                  <a:pt x="8" y="0"/>
                  <a:pt x="19" y="0"/>
                </a:cubicBezTo>
                <a:moveTo>
                  <a:pt x="164" y="24"/>
                </a:moveTo>
                <a:cubicBezTo>
                  <a:pt x="164" y="11"/>
                  <a:pt x="170" y="2"/>
                  <a:pt x="183" y="2"/>
                </a:cubicBezTo>
                <a:lnTo>
                  <a:pt x="245" y="2"/>
                </a:lnTo>
                <a:cubicBezTo>
                  <a:pt x="257" y="2"/>
                  <a:pt x="263" y="10"/>
                  <a:pt x="263" y="19"/>
                </a:cubicBezTo>
                <a:cubicBezTo>
                  <a:pt x="263" y="28"/>
                  <a:pt x="257" y="36"/>
                  <a:pt x="245" y="36"/>
                </a:cubicBezTo>
                <a:lnTo>
                  <a:pt x="201" y="36"/>
                </a:lnTo>
                <a:lnTo>
                  <a:pt x="201" y="73"/>
                </a:lnTo>
                <a:lnTo>
                  <a:pt x="242" y="73"/>
                </a:lnTo>
                <a:cubicBezTo>
                  <a:pt x="254" y="73"/>
                  <a:pt x="260" y="81"/>
                  <a:pt x="260" y="91"/>
                </a:cubicBezTo>
                <a:cubicBezTo>
                  <a:pt x="260" y="100"/>
                  <a:pt x="254" y="108"/>
                  <a:pt x="242" y="108"/>
                </a:cubicBezTo>
                <a:lnTo>
                  <a:pt x="201" y="108"/>
                </a:lnTo>
                <a:lnTo>
                  <a:pt x="201" y="146"/>
                </a:lnTo>
                <a:lnTo>
                  <a:pt x="247" y="146"/>
                </a:lnTo>
                <a:cubicBezTo>
                  <a:pt x="259" y="146"/>
                  <a:pt x="265" y="155"/>
                  <a:pt x="265" y="163"/>
                </a:cubicBezTo>
                <a:cubicBezTo>
                  <a:pt x="265" y="172"/>
                  <a:pt x="259" y="181"/>
                  <a:pt x="247" y="181"/>
                </a:cubicBezTo>
                <a:lnTo>
                  <a:pt x="183" y="181"/>
                </a:lnTo>
                <a:cubicBezTo>
                  <a:pt x="172" y="181"/>
                  <a:pt x="164" y="173"/>
                  <a:pt x="164" y="162"/>
                </a:cubicBezTo>
                <a:lnTo>
                  <a:pt x="164" y="24"/>
                </a:lnTo>
                <a:moveTo>
                  <a:pt x="271" y="25"/>
                </a:moveTo>
                <a:cubicBezTo>
                  <a:pt x="270" y="22"/>
                  <a:pt x="270" y="20"/>
                  <a:pt x="270" y="17"/>
                </a:cubicBezTo>
                <a:cubicBezTo>
                  <a:pt x="270" y="9"/>
                  <a:pt x="277" y="0"/>
                  <a:pt x="288" y="0"/>
                </a:cubicBezTo>
                <a:cubicBezTo>
                  <a:pt x="300" y="0"/>
                  <a:pt x="306" y="7"/>
                  <a:pt x="308" y="18"/>
                </a:cubicBezTo>
                <a:lnTo>
                  <a:pt x="329" y="126"/>
                </a:lnTo>
                <a:lnTo>
                  <a:pt x="330" y="126"/>
                </a:lnTo>
                <a:lnTo>
                  <a:pt x="362" y="15"/>
                </a:lnTo>
                <a:cubicBezTo>
                  <a:pt x="365" y="6"/>
                  <a:pt x="372" y="0"/>
                  <a:pt x="382" y="0"/>
                </a:cubicBezTo>
                <a:cubicBezTo>
                  <a:pt x="391" y="0"/>
                  <a:pt x="398" y="6"/>
                  <a:pt x="401" y="15"/>
                </a:cubicBezTo>
                <a:lnTo>
                  <a:pt x="434" y="126"/>
                </a:lnTo>
                <a:lnTo>
                  <a:pt x="455" y="18"/>
                </a:lnTo>
                <a:cubicBezTo>
                  <a:pt x="457" y="7"/>
                  <a:pt x="463" y="0"/>
                  <a:pt x="475" y="0"/>
                </a:cubicBezTo>
                <a:cubicBezTo>
                  <a:pt x="486" y="0"/>
                  <a:pt x="493" y="9"/>
                  <a:pt x="493" y="17"/>
                </a:cubicBezTo>
                <a:cubicBezTo>
                  <a:pt x="493" y="20"/>
                  <a:pt x="493" y="22"/>
                  <a:pt x="492" y="25"/>
                </a:cubicBezTo>
                <a:lnTo>
                  <a:pt x="460" y="163"/>
                </a:lnTo>
                <a:cubicBezTo>
                  <a:pt x="458" y="173"/>
                  <a:pt x="449" y="182"/>
                  <a:pt x="436" y="182"/>
                </a:cubicBezTo>
                <a:cubicBezTo>
                  <a:pt x="423" y="182"/>
                  <a:pt x="414" y="174"/>
                  <a:pt x="411" y="164"/>
                </a:cubicBezTo>
                <a:lnTo>
                  <a:pt x="382" y="67"/>
                </a:lnTo>
                <a:lnTo>
                  <a:pt x="381" y="67"/>
                </a:lnTo>
                <a:lnTo>
                  <a:pt x="352" y="164"/>
                </a:lnTo>
                <a:cubicBezTo>
                  <a:pt x="349" y="174"/>
                  <a:pt x="340" y="182"/>
                  <a:pt x="328" y="182"/>
                </a:cubicBezTo>
                <a:cubicBezTo>
                  <a:pt x="314" y="182"/>
                  <a:pt x="305" y="173"/>
                  <a:pt x="303" y="163"/>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92" name="TextBox 1091"/>
          <p:cNvSpPr txBox="1"/>
          <p:nvPr/>
        </p:nvSpPr>
        <p:spPr>
          <a:xfrm>
            <a:off x="880920" y="3425400"/>
            <a:ext cx="2558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Int'l Dynamic Address Fields</a:t>
            </a:r>
            <a:endParaRPr lang="en-GB" sz="1500" b="0" u="none" strike="noStrike">
              <a:solidFill>
                <a:srgbClr val="000000"/>
              </a:solidFill>
              <a:effectLst/>
              <a:uFillTx/>
              <a:latin typeface="Times New Roman"/>
            </a:endParaRPr>
          </a:p>
        </p:txBody>
      </p:sp>
      <p:sp>
        <p:nvSpPr>
          <p:cNvPr id="1093" name="Freeform: Shape 1092"/>
          <p:cNvSpPr/>
          <p:nvPr/>
        </p:nvSpPr>
        <p:spPr>
          <a:xfrm>
            <a:off x="7191360" y="3438360"/>
            <a:ext cx="190800" cy="190800"/>
          </a:xfrm>
          <a:custGeom>
            <a:avLst/>
            <a:gdLst/>
            <a:ahLst/>
            <a:cxnLst/>
            <a:rect l="0" t="0" r="r" b="b"/>
            <a:pathLst>
              <a:path w="530" h="530">
                <a:moveTo>
                  <a:pt x="530" y="471"/>
                </a:moveTo>
                <a:cubicBezTo>
                  <a:pt x="530" y="504"/>
                  <a:pt x="503" y="530"/>
                  <a:pt x="471" y="530"/>
                </a:cubicBezTo>
                <a:lnTo>
                  <a:pt x="58" y="530"/>
                </a:lnTo>
                <a:cubicBezTo>
                  <a:pt x="26" y="530"/>
                  <a:pt x="0" y="504"/>
                  <a:pt x="0" y="471"/>
                </a:cubicBezTo>
                <a:lnTo>
                  <a:pt x="0" y="59"/>
                </a:lnTo>
                <a:cubicBezTo>
                  <a:pt x="0" y="26"/>
                  <a:pt x="26" y="0"/>
                  <a:pt x="58" y="0"/>
                </a:cubicBezTo>
                <a:lnTo>
                  <a:pt x="471" y="0"/>
                </a:lnTo>
                <a:cubicBezTo>
                  <a:pt x="503"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94" name="Freeform: Shape 1093"/>
          <p:cNvSpPr/>
          <p:nvPr/>
        </p:nvSpPr>
        <p:spPr>
          <a:xfrm>
            <a:off x="7221600" y="3470040"/>
            <a:ext cx="131400" cy="128880"/>
          </a:xfrm>
          <a:custGeom>
            <a:avLst/>
            <a:gdLst/>
            <a:ahLst/>
            <a:cxnLst/>
            <a:rect l="0" t="0" r="r" b="b"/>
            <a:pathLst>
              <a:path w="365" h="358">
                <a:moveTo>
                  <a:pt x="348" y="6"/>
                </a:moveTo>
                <a:cubicBezTo>
                  <a:pt x="331" y="-5"/>
                  <a:pt x="308" y="0"/>
                  <a:pt x="297" y="17"/>
                </a:cubicBezTo>
                <a:lnTo>
                  <a:pt x="137" y="265"/>
                </a:lnTo>
                <a:lnTo>
                  <a:pt x="62" y="197"/>
                </a:lnTo>
                <a:cubicBezTo>
                  <a:pt x="47" y="183"/>
                  <a:pt x="24" y="184"/>
                  <a:pt x="10" y="199"/>
                </a:cubicBezTo>
                <a:cubicBezTo>
                  <a:pt x="-4" y="214"/>
                  <a:pt x="-3" y="237"/>
                  <a:pt x="12" y="251"/>
                </a:cubicBezTo>
                <a:lnTo>
                  <a:pt x="119" y="349"/>
                </a:lnTo>
                <a:cubicBezTo>
                  <a:pt x="126" y="355"/>
                  <a:pt x="135" y="358"/>
                  <a:pt x="144" y="358"/>
                </a:cubicBezTo>
                <a:cubicBezTo>
                  <a:pt x="154" y="358"/>
                  <a:pt x="167" y="354"/>
                  <a:pt x="175" y="342"/>
                </a:cubicBezTo>
                <a:cubicBezTo>
                  <a:pt x="180" y="334"/>
                  <a:pt x="359" y="57"/>
                  <a:pt x="359" y="57"/>
                </a:cubicBezTo>
                <a:cubicBezTo>
                  <a:pt x="370" y="40"/>
                  <a:pt x="365" y="18"/>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95" name="TextBox 1094"/>
          <p:cNvSpPr txBox="1"/>
          <p:nvPr/>
        </p:nvSpPr>
        <p:spPr>
          <a:xfrm>
            <a:off x="4644720" y="342540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096" name="TextBox 1095"/>
          <p:cNvSpPr txBox="1"/>
          <p:nvPr/>
        </p:nvSpPr>
        <p:spPr>
          <a:xfrm>
            <a:off x="8652600" y="3425400"/>
            <a:ext cx="24714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Countryspecific validation</a:t>
            </a:r>
            <a:endParaRPr lang="en-GB" sz="1500" b="0" u="none" strike="noStrike">
              <a:solidFill>
                <a:srgbClr val="000000"/>
              </a:solidFill>
              <a:effectLst/>
              <a:uFillTx/>
              <a:latin typeface="Times New Roman"/>
            </a:endParaRPr>
          </a:p>
        </p:txBody>
      </p:sp>
      <p:sp>
        <p:nvSpPr>
          <p:cNvPr id="1097" name="Freeform: Shape 1096"/>
          <p:cNvSpPr/>
          <p:nvPr/>
        </p:nvSpPr>
        <p:spPr>
          <a:xfrm>
            <a:off x="4344120" y="3886920"/>
            <a:ext cx="146520" cy="169920"/>
          </a:xfrm>
          <a:custGeom>
            <a:avLst/>
            <a:gdLst/>
            <a:ahLst/>
            <a:cxnLst/>
            <a:rect l="0" t="0" r="r" b="b"/>
            <a:pathLst>
              <a:path w="407" h="472">
                <a:moveTo>
                  <a:pt x="398" y="219"/>
                </a:moveTo>
                <a:lnTo>
                  <a:pt x="266" y="171"/>
                </a:lnTo>
                <a:lnTo>
                  <a:pt x="217" y="11"/>
                </a:lnTo>
                <a:cubicBezTo>
                  <a:pt x="215" y="5"/>
                  <a:pt x="209" y="0"/>
                  <a:pt x="203" y="0"/>
                </a:cubicBezTo>
                <a:cubicBezTo>
                  <a:pt x="196" y="0"/>
                  <a:pt x="191" y="5"/>
                  <a:pt x="189" y="11"/>
                </a:cubicBezTo>
                <a:lnTo>
                  <a:pt x="140" y="171"/>
                </a:lnTo>
                <a:lnTo>
                  <a:pt x="9" y="219"/>
                </a:lnTo>
                <a:cubicBezTo>
                  <a:pt x="3" y="221"/>
                  <a:pt x="0" y="227"/>
                  <a:pt x="0" y="233"/>
                </a:cubicBezTo>
                <a:cubicBezTo>
                  <a:pt x="0" y="239"/>
                  <a:pt x="3" y="245"/>
                  <a:pt x="9" y="247"/>
                </a:cubicBezTo>
                <a:lnTo>
                  <a:pt x="140" y="296"/>
                </a:lnTo>
                <a:lnTo>
                  <a:pt x="189" y="461"/>
                </a:lnTo>
                <a:cubicBezTo>
                  <a:pt x="191" y="468"/>
                  <a:pt x="196" y="472"/>
                  <a:pt x="203" y="472"/>
                </a:cubicBezTo>
                <a:cubicBezTo>
                  <a:pt x="209" y="472"/>
                  <a:pt x="215" y="468"/>
                  <a:pt x="217" y="461"/>
                </a:cubicBezTo>
                <a:lnTo>
                  <a:pt x="266" y="296"/>
                </a:lnTo>
                <a:lnTo>
                  <a:pt x="398" y="247"/>
                </a:lnTo>
                <a:cubicBezTo>
                  <a:pt x="403" y="245"/>
                  <a:pt x="407" y="239"/>
                  <a:pt x="407" y="233"/>
                </a:cubicBezTo>
                <a:cubicBezTo>
                  <a:pt x="407" y="227"/>
                  <a:pt x="403"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98" name="Freeform: Shape 1097"/>
          <p:cNvSpPr/>
          <p:nvPr/>
        </p:nvSpPr>
        <p:spPr>
          <a:xfrm>
            <a:off x="4310280" y="3888720"/>
            <a:ext cx="74520" cy="173520"/>
          </a:xfrm>
          <a:custGeom>
            <a:avLst/>
            <a:gdLst/>
            <a:ahLst/>
            <a:cxnLst/>
            <a:rect l="0" t="0" r="r" b="b"/>
            <a:pathLst>
              <a:path w="207" h="482">
                <a:moveTo>
                  <a:pt x="198" y="376"/>
                </a:moveTo>
                <a:lnTo>
                  <a:pt x="164" y="363"/>
                </a:lnTo>
                <a:lnTo>
                  <a:pt x="150" y="315"/>
                </a:lnTo>
                <a:cubicBezTo>
                  <a:pt x="149" y="309"/>
                  <a:pt x="143" y="304"/>
                  <a:pt x="136" y="304"/>
                </a:cubicBezTo>
                <a:cubicBezTo>
                  <a:pt x="130" y="304"/>
                  <a:pt x="124" y="309"/>
                  <a:pt x="122" y="315"/>
                </a:cubicBezTo>
                <a:lnTo>
                  <a:pt x="109" y="363"/>
                </a:lnTo>
                <a:lnTo>
                  <a:pt x="75" y="376"/>
                </a:lnTo>
                <a:cubicBezTo>
                  <a:pt x="69" y="378"/>
                  <a:pt x="65" y="384"/>
                  <a:pt x="65" y="390"/>
                </a:cubicBezTo>
                <a:cubicBezTo>
                  <a:pt x="65" y="396"/>
                  <a:pt x="69" y="401"/>
                  <a:pt x="75" y="404"/>
                </a:cubicBezTo>
                <a:lnTo>
                  <a:pt x="109" y="416"/>
                </a:lnTo>
                <a:lnTo>
                  <a:pt x="122" y="469"/>
                </a:lnTo>
                <a:cubicBezTo>
                  <a:pt x="124" y="476"/>
                  <a:pt x="129" y="482"/>
                  <a:pt x="136" y="482"/>
                </a:cubicBezTo>
                <a:cubicBezTo>
                  <a:pt x="143" y="482"/>
                  <a:pt x="149" y="476"/>
                  <a:pt x="150" y="469"/>
                </a:cubicBezTo>
                <a:lnTo>
                  <a:pt x="164" y="416"/>
                </a:lnTo>
                <a:lnTo>
                  <a:pt x="198" y="404"/>
                </a:lnTo>
                <a:cubicBezTo>
                  <a:pt x="203" y="401"/>
                  <a:pt x="207" y="396"/>
                  <a:pt x="207" y="390"/>
                </a:cubicBezTo>
                <a:cubicBezTo>
                  <a:pt x="207" y="384"/>
                  <a:pt x="203" y="378"/>
                  <a:pt x="198" y="376"/>
                </a:cubicBezTo>
                <a:moveTo>
                  <a:pt x="134" y="58"/>
                </a:moveTo>
                <a:lnTo>
                  <a:pt x="99" y="45"/>
                </a:lnTo>
                <a:lnTo>
                  <a:pt x="86" y="10"/>
                </a:lnTo>
                <a:cubicBezTo>
                  <a:pt x="84" y="4"/>
                  <a:pt x="79" y="0"/>
                  <a:pt x="72" y="0"/>
                </a:cubicBezTo>
                <a:cubicBezTo>
                  <a:pt x="66" y="0"/>
                  <a:pt x="61" y="4"/>
                  <a:pt x="59" y="10"/>
                </a:cubicBezTo>
                <a:lnTo>
                  <a:pt x="46" y="45"/>
                </a:lnTo>
                <a:lnTo>
                  <a:pt x="10" y="58"/>
                </a:lnTo>
                <a:cubicBezTo>
                  <a:pt x="4" y="60"/>
                  <a:pt x="0" y="65"/>
                  <a:pt x="0" y="71"/>
                </a:cubicBezTo>
                <a:cubicBezTo>
                  <a:pt x="0" y="78"/>
                  <a:pt x="4" y="83"/>
                  <a:pt x="10" y="85"/>
                </a:cubicBezTo>
                <a:lnTo>
                  <a:pt x="46" y="98"/>
                </a:lnTo>
                <a:lnTo>
                  <a:pt x="59" y="133"/>
                </a:lnTo>
                <a:cubicBezTo>
                  <a:pt x="61" y="139"/>
                  <a:pt x="66" y="142"/>
                  <a:pt x="72" y="142"/>
                </a:cubicBezTo>
                <a:cubicBezTo>
                  <a:pt x="79" y="142"/>
                  <a:pt x="84" y="139"/>
                  <a:pt x="86" y="133"/>
                </a:cubicBezTo>
                <a:lnTo>
                  <a:pt x="99" y="98"/>
                </a:lnTo>
                <a:lnTo>
                  <a:pt x="134" y="85"/>
                </a:lnTo>
                <a:cubicBezTo>
                  <a:pt x="140" y="83"/>
                  <a:pt x="143" y="78"/>
                  <a:pt x="143" y="71"/>
                </a:cubicBezTo>
                <a:cubicBezTo>
                  <a:pt x="143" y="65"/>
                  <a:pt x="140" y="60"/>
                  <a:pt x="134"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099" name="TextBox 1098"/>
          <p:cNvSpPr txBox="1"/>
          <p:nvPr/>
        </p:nvSpPr>
        <p:spPr>
          <a:xfrm>
            <a:off x="880920" y="3863520"/>
            <a:ext cx="9766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User Login</a:t>
            </a:r>
            <a:endParaRPr lang="en-GB" sz="1500" b="0" u="none" strike="noStrike">
              <a:solidFill>
                <a:srgbClr val="000000"/>
              </a:solidFill>
              <a:effectLst/>
              <a:uFillTx/>
              <a:latin typeface="Times New Roman"/>
            </a:endParaRPr>
          </a:p>
        </p:txBody>
      </p:sp>
      <p:sp>
        <p:nvSpPr>
          <p:cNvPr id="1100" name="Freeform: Shape 1099"/>
          <p:cNvSpPr/>
          <p:nvPr/>
        </p:nvSpPr>
        <p:spPr>
          <a:xfrm>
            <a:off x="7191360" y="3876480"/>
            <a:ext cx="190800" cy="190800"/>
          </a:xfrm>
          <a:custGeom>
            <a:avLst/>
            <a:gdLst/>
            <a:ahLst/>
            <a:cxnLst/>
            <a:rect l="0" t="0" r="r" b="b"/>
            <a:pathLst>
              <a:path w="530" h="530">
                <a:moveTo>
                  <a:pt x="530" y="471"/>
                </a:moveTo>
                <a:cubicBezTo>
                  <a:pt x="530" y="504"/>
                  <a:pt x="503" y="530"/>
                  <a:pt x="471" y="530"/>
                </a:cubicBezTo>
                <a:lnTo>
                  <a:pt x="58" y="530"/>
                </a:lnTo>
                <a:cubicBezTo>
                  <a:pt x="26" y="530"/>
                  <a:pt x="0" y="504"/>
                  <a:pt x="0" y="471"/>
                </a:cubicBezTo>
                <a:lnTo>
                  <a:pt x="0" y="59"/>
                </a:lnTo>
                <a:cubicBezTo>
                  <a:pt x="0" y="26"/>
                  <a:pt x="26" y="0"/>
                  <a:pt x="58" y="0"/>
                </a:cubicBezTo>
                <a:lnTo>
                  <a:pt x="471" y="0"/>
                </a:lnTo>
                <a:cubicBezTo>
                  <a:pt x="503"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01" name="Freeform: Shape 1100"/>
          <p:cNvSpPr/>
          <p:nvPr/>
        </p:nvSpPr>
        <p:spPr>
          <a:xfrm>
            <a:off x="7221600" y="3908160"/>
            <a:ext cx="131400" cy="128520"/>
          </a:xfrm>
          <a:custGeom>
            <a:avLst/>
            <a:gdLst/>
            <a:ahLst/>
            <a:cxnLst/>
            <a:rect l="0" t="0" r="r" b="b"/>
            <a:pathLst>
              <a:path w="365" h="357">
                <a:moveTo>
                  <a:pt x="348" y="7"/>
                </a:moveTo>
                <a:cubicBezTo>
                  <a:pt x="331" y="-5"/>
                  <a:pt x="308" y="-1"/>
                  <a:pt x="297" y="17"/>
                </a:cubicBezTo>
                <a:lnTo>
                  <a:pt x="137" y="264"/>
                </a:lnTo>
                <a:lnTo>
                  <a:pt x="62" y="196"/>
                </a:lnTo>
                <a:cubicBezTo>
                  <a:pt x="47" y="182"/>
                  <a:pt x="24" y="183"/>
                  <a:pt x="10" y="198"/>
                </a:cubicBezTo>
                <a:cubicBezTo>
                  <a:pt x="-4" y="213"/>
                  <a:pt x="-3" y="236"/>
                  <a:pt x="12" y="250"/>
                </a:cubicBezTo>
                <a:lnTo>
                  <a:pt x="119" y="348"/>
                </a:lnTo>
                <a:cubicBezTo>
                  <a:pt x="126" y="354"/>
                  <a:pt x="135" y="357"/>
                  <a:pt x="144" y="357"/>
                </a:cubicBezTo>
                <a:cubicBezTo>
                  <a:pt x="154" y="357"/>
                  <a:pt x="167" y="353"/>
                  <a:pt x="175" y="341"/>
                </a:cubicBezTo>
                <a:cubicBezTo>
                  <a:pt x="180" y="333"/>
                  <a:pt x="359" y="57"/>
                  <a:pt x="359" y="57"/>
                </a:cubicBezTo>
                <a:cubicBezTo>
                  <a:pt x="370" y="40"/>
                  <a:pt x="365" y="18"/>
                  <a:pt x="348" y="7"/>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02" name="TextBox 1101"/>
          <p:cNvSpPr txBox="1"/>
          <p:nvPr/>
        </p:nvSpPr>
        <p:spPr>
          <a:xfrm>
            <a:off x="4502880" y="386352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1103" name="TextBox 1102"/>
          <p:cNvSpPr txBox="1"/>
          <p:nvPr/>
        </p:nvSpPr>
        <p:spPr>
          <a:xfrm>
            <a:off x="8652600" y="3863520"/>
            <a:ext cx="12848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Django  JWT</a:t>
            </a:r>
            <a:endParaRPr lang="en-GB" sz="1500" b="0" u="none" strike="noStrike">
              <a:solidFill>
                <a:srgbClr val="000000"/>
              </a:solidFill>
              <a:effectLst/>
              <a:uFillTx/>
              <a:latin typeface="Times New Roman"/>
            </a:endParaRPr>
          </a:p>
        </p:txBody>
      </p:sp>
      <p:sp>
        <p:nvSpPr>
          <p:cNvPr id="1104" name="Freeform: Shape 1103"/>
          <p:cNvSpPr/>
          <p:nvPr/>
        </p:nvSpPr>
        <p:spPr>
          <a:xfrm>
            <a:off x="4344120" y="4315680"/>
            <a:ext cx="146520" cy="169560"/>
          </a:xfrm>
          <a:custGeom>
            <a:avLst/>
            <a:gdLst/>
            <a:ahLst/>
            <a:cxnLst/>
            <a:rect l="0" t="0" r="r" b="b"/>
            <a:pathLst>
              <a:path w="407" h="471">
                <a:moveTo>
                  <a:pt x="398" y="219"/>
                </a:moveTo>
                <a:lnTo>
                  <a:pt x="266" y="171"/>
                </a:lnTo>
                <a:lnTo>
                  <a:pt x="217" y="10"/>
                </a:lnTo>
                <a:cubicBezTo>
                  <a:pt x="215" y="4"/>
                  <a:pt x="209" y="0"/>
                  <a:pt x="203" y="0"/>
                </a:cubicBezTo>
                <a:cubicBezTo>
                  <a:pt x="196" y="0"/>
                  <a:pt x="191" y="4"/>
                  <a:pt x="189" y="10"/>
                </a:cubicBezTo>
                <a:lnTo>
                  <a:pt x="140" y="171"/>
                </a:lnTo>
                <a:lnTo>
                  <a:pt x="9" y="219"/>
                </a:lnTo>
                <a:cubicBezTo>
                  <a:pt x="3" y="221"/>
                  <a:pt x="0" y="227"/>
                  <a:pt x="0" y="233"/>
                </a:cubicBezTo>
                <a:cubicBezTo>
                  <a:pt x="0" y="239"/>
                  <a:pt x="3" y="244"/>
                  <a:pt x="9" y="247"/>
                </a:cubicBezTo>
                <a:lnTo>
                  <a:pt x="140" y="295"/>
                </a:lnTo>
                <a:lnTo>
                  <a:pt x="189" y="460"/>
                </a:lnTo>
                <a:cubicBezTo>
                  <a:pt x="191" y="466"/>
                  <a:pt x="196" y="471"/>
                  <a:pt x="203" y="471"/>
                </a:cubicBezTo>
                <a:cubicBezTo>
                  <a:pt x="209" y="471"/>
                  <a:pt x="215" y="466"/>
                  <a:pt x="217" y="460"/>
                </a:cubicBezTo>
                <a:lnTo>
                  <a:pt x="266" y="295"/>
                </a:lnTo>
                <a:lnTo>
                  <a:pt x="398" y="247"/>
                </a:lnTo>
                <a:cubicBezTo>
                  <a:pt x="403" y="244"/>
                  <a:pt x="407" y="239"/>
                  <a:pt x="407" y="233"/>
                </a:cubicBezTo>
                <a:cubicBezTo>
                  <a:pt x="407" y="227"/>
                  <a:pt x="403"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05" name="Freeform: Shape 1104"/>
          <p:cNvSpPr/>
          <p:nvPr/>
        </p:nvSpPr>
        <p:spPr>
          <a:xfrm>
            <a:off x="4310280" y="4317480"/>
            <a:ext cx="74520" cy="173160"/>
          </a:xfrm>
          <a:custGeom>
            <a:avLst/>
            <a:gdLst/>
            <a:ahLst/>
            <a:cxnLst/>
            <a:rect l="0" t="0" r="r" b="b"/>
            <a:pathLst>
              <a:path w="207" h="481">
                <a:moveTo>
                  <a:pt x="198" y="377"/>
                </a:moveTo>
                <a:lnTo>
                  <a:pt x="164" y="364"/>
                </a:lnTo>
                <a:lnTo>
                  <a:pt x="150" y="316"/>
                </a:lnTo>
                <a:cubicBezTo>
                  <a:pt x="149" y="309"/>
                  <a:pt x="143" y="305"/>
                  <a:pt x="136" y="305"/>
                </a:cubicBezTo>
                <a:cubicBezTo>
                  <a:pt x="130" y="305"/>
                  <a:pt x="124" y="309"/>
                  <a:pt x="122" y="316"/>
                </a:cubicBezTo>
                <a:lnTo>
                  <a:pt x="109" y="364"/>
                </a:lnTo>
                <a:lnTo>
                  <a:pt x="75" y="377"/>
                </a:lnTo>
                <a:cubicBezTo>
                  <a:pt x="69" y="379"/>
                  <a:pt x="65" y="384"/>
                  <a:pt x="65" y="390"/>
                </a:cubicBezTo>
                <a:cubicBezTo>
                  <a:pt x="65" y="397"/>
                  <a:pt x="69" y="402"/>
                  <a:pt x="75" y="404"/>
                </a:cubicBezTo>
                <a:lnTo>
                  <a:pt x="109" y="417"/>
                </a:lnTo>
                <a:lnTo>
                  <a:pt x="122" y="470"/>
                </a:lnTo>
                <a:cubicBezTo>
                  <a:pt x="124" y="477"/>
                  <a:pt x="129" y="481"/>
                  <a:pt x="136" y="481"/>
                </a:cubicBezTo>
                <a:cubicBezTo>
                  <a:pt x="143" y="481"/>
                  <a:pt x="149" y="477"/>
                  <a:pt x="150" y="470"/>
                </a:cubicBezTo>
                <a:lnTo>
                  <a:pt x="164" y="417"/>
                </a:lnTo>
                <a:lnTo>
                  <a:pt x="198" y="404"/>
                </a:lnTo>
                <a:cubicBezTo>
                  <a:pt x="203" y="402"/>
                  <a:pt x="207" y="397"/>
                  <a:pt x="207" y="390"/>
                </a:cubicBezTo>
                <a:cubicBezTo>
                  <a:pt x="207" y="384"/>
                  <a:pt x="203" y="379"/>
                  <a:pt x="198" y="377"/>
                </a:cubicBezTo>
                <a:moveTo>
                  <a:pt x="134" y="57"/>
                </a:moveTo>
                <a:lnTo>
                  <a:pt x="99" y="44"/>
                </a:lnTo>
                <a:lnTo>
                  <a:pt x="86" y="10"/>
                </a:lnTo>
                <a:cubicBezTo>
                  <a:pt x="84" y="4"/>
                  <a:pt x="79" y="0"/>
                  <a:pt x="72" y="0"/>
                </a:cubicBezTo>
                <a:cubicBezTo>
                  <a:pt x="66" y="0"/>
                  <a:pt x="61" y="4"/>
                  <a:pt x="59" y="10"/>
                </a:cubicBezTo>
                <a:lnTo>
                  <a:pt x="46" y="44"/>
                </a:lnTo>
                <a:lnTo>
                  <a:pt x="10" y="57"/>
                </a:lnTo>
                <a:cubicBezTo>
                  <a:pt x="4" y="59"/>
                  <a:pt x="0" y="65"/>
                  <a:pt x="0" y="71"/>
                </a:cubicBezTo>
                <a:cubicBezTo>
                  <a:pt x="0" y="77"/>
                  <a:pt x="4" y="83"/>
                  <a:pt x="10" y="85"/>
                </a:cubicBezTo>
                <a:lnTo>
                  <a:pt x="46" y="98"/>
                </a:lnTo>
                <a:lnTo>
                  <a:pt x="59" y="132"/>
                </a:lnTo>
                <a:cubicBezTo>
                  <a:pt x="61" y="138"/>
                  <a:pt x="66" y="142"/>
                  <a:pt x="72" y="142"/>
                </a:cubicBezTo>
                <a:cubicBezTo>
                  <a:pt x="79" y="142"/>
                  <a:pt x="84" y="138"/>
                  <a:pt x="86" y="132"/>
                </a:cubicBezTo>
                <a:lnTo>
                  <a:pt x="99" y="98"/>
                </a:lnTo>
                <a:lnTo>
                  <a:pt x="134" y="85"/>
                </a:lnTo>
                <a:cubicBezTo>
                  <a:pt x="140" y="83"/>
                  <a:pt x="143" y="77"/>
                  <a:pt x="143" y="71"/>
                </a:cubicBezTo>
                <a:cubicBezTo>
                  <a:pt x="143" y="65"/>
                  <a:pt x="140" y="59"/>
                  <a:pt x="134"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06" name="TextBox 1105"/>
          <p:cNvSpPr txBox="1"/>
          <p:nvPr/>
        </p:nvSpPr>
        <p:spPr>
          <a:xfrm>
            <a:off x="880920" y="4292280"/>
            <a:ext cx="145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Password Reset</a:t>
            </a:r>
            <a:endParaRPr lang="en-GB" sz="1500" b="0" u="none" strike="noStrike">
              <a:solidFill>
                <a:srgbClr val="000000"/>
              </a:solidFill>
              <a:effectLst/>
              <a:uFillTx/>
              <a:latin typeface="Times New Roman"/>
            </a:endParaRPr>
          </a:p>
        </p:txBody>
      </p:sp>
      <p:sp>
        <p:nvSpPr>
          <p:cNvPr id="1107" name="Freeform: Shape 1106"/>
          <p:cNvSpPr/>
          <p:nvPr/>
        </p:nvSpPr>
        <p:spPr>
          <a:xfrm>
            <a:off x="7191360" y="4305240"/>
            <a:ext cx="190800" cy="190800"/>
          </a:xfrm>
          <a:custGeom>
            <a:avLst/>
            <a:gdLst/>
            <a:ahLst/>
            <a:cxnLst/>
            <a:rect l="0" t="0" r="r" b="b"/>
            <a:pathLst>
              <a:path w="530" h="530">
                <a:moveTo>
                  <a:pt x="530" y="470"/>
                </a:moveTo>
                <a:cubicBezTo>
                  <a:pt x="530" y="504"/>
                  <a:pt x="503" y="530"/>
                  <a:pt x="471" y="530"/>
                </a:cubicBezTo>
                <a:lnTo>
                  <a:pt x="58" y="530"/>
                </a:lnTo>
                <a:cubicBezTo>
                  <a:pt x="26" y="530"/>
                  <a:pt x="0" y="504"/>
                  <a:pt x="0" y="470"/>
                </a:cubicBezTo>
                <a:lnTo>
                  <a:pt x="0" y="58"/>
                </a:lnTo>
                <a:cubicBezTo>
                  <a:pt x="0" y="26"/>
                  <a:pt x="26" y="0"/>
                  <a:pt x="58" y="0"/>
                </a:cubicBezTo>
                <a:lnTo>
                  <a:pt x="471" y="0"/>
                </a:lnTo>
                <a:cubicBezTo>
                  <a:pt x="503" y="0"/>
                  <a:pt x="530" y="26"/>
                  <a:pt x="530" y="58"/>
                </a:cubicBezTo>
                <a:lnTo>
                  <a:pt x="530" y="470"/>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08" name="Freeform: Shape 1107"/>
          <p:cNvSpPr/>
          <p:nvPr/>
        </p:nvSpPr>
        <p:spPr>
          <a:xfrm>
            <a:off x="7221600" y="4336560"/>
            <a:ext cx="131400" cy="128880"/>
          </a:xfrm>
          <a:custGeom>
            <a:avLst/>
            <a:gdLst/>
            <a:ahLst/>
            <a:cxnLst/>
            <a:rect l="0" t="0" r="r" b="b"/>
            <a:pathLst>
              <a:path w="365" h="358">
                <a:moveTo>
                  <a:pt x="348" y="6"/>
                </a:moveTo>
                <a:cubicBezTo>
                  <a:pt x="331" y="-5"/>
                  <a:pt x="308" y="0"/>
                  <a:pt x="297" y="17"/>
                </a:cubicBezTo>
                <a:lnTo>
                  <a:pt x="137" y="265"/>
                </a:lnTo>
                <a:lnTo>
                  <a:pt x="62" y="195"/>
                </a:lnTo>
                <a:cubicBezTo>
                  <a:pt x="47" y="181"/>
                  <a:pt x="24" y="182"/>
                  <a:pt x="10" y="197"/>
                </a:cubicBezTo>
                <a:cubicBezTo>
                  <a:pt x="-4" y="212"/>
                  <a:pt x="-3" y="235"/>
                  <a:pt x="12" y="250"/>
                </a:cubicBezTo>
                <a:lnTo>
                  <a:pt x="119" y="348"/>
                </a:lnTo>
                <a:cubicBezTo>
                  <a:pt x="126" y="355"/>
                  <a:pt x="135" y="358"/>
                  <a:pt x="144" y="358"/>
                </a:cubicBezTo>
                <a:cubicBezTo>
                  <a:pt x="154" y="358"/>
                  <a:pt x="167" y="354"/>
                  <a:pt x="175" y="341"/>
                </a:cubicBezTo>
                <a:cubicBezTo>
                  <a:pt x="180" y="334"/>
                  <a:pt x="359" y="57"/>
                  <a:pt x="359"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09" name="TextBox 1108"/>
          <p:cNvSpPr txBox="1"/>
          <p:nvPr/>
        </p:nvSpPr>
        <p:spPr>
          <a:xfrm>
            <a:off x="4502880" y="429228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1110" name="TextBox 1109"/>
          <p:cNvSpPr txBox="1"/>
          <p:nvPr/>
        </p:nvSpPr>
        <p:spPr>
          <a:xfrm>
            <a:off x="8652600" y="4292280"/>
            <a:ext cx="15969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Emailbased flow</a:t>
            </a:r>
            <a:endParaRPr lang="en-GB" sz="1500" b="0" u="none" strike="noStrike">
              <a:solidFill>
                <a:srgbClr val="000000"/>
              </a:solidFill>
              <a:effectLst/>
              <a:uFillTx/>
              <a:latin typeface="Times New Roman"/>
            </a:endParaRPr>
          </a:p>
        </p:txBody>
      </p:sp>
      <p:sp>
        <p:nvSpPr>
          <p:cNvPr id="1111" name="Freeform: Shape 1110"/>
          <p:cNvSpPr/>
          <p:nvPr/>
        </p:nvSpPr>
        <p:spPr>
          <a:xfrm>
            <a:off x="4344120" y="4753800"/>
            <a:ext cx="146520" cy="169920"/>
          </a:xfrm>
          <a:custGeom>
            <a:avLst/>
            <a:gdLst/>
            <a:ahLst/>
            <a:cxnLst/>
            <a:rect l="0" t="0" r="r" b="b"/>
            <a:pathLst>
              <a:path w="407" h="472">
                <a:moveTo>
                  <a:pt x="398" y="220"/>
                </a:moveTo>
                <a:lnTo>
                  <a:pt x="266" y="171"/>
                </a:lnTo>
                <a:lnTo>
                  <a:pt x="217" y="11"/>
                </a:lnTo>
                <a:cubicBezTo>
                  <a:pt x="215" y="4"/>
                  <a:pt x="209" y="0"/>
                  <a:pt x="203" y="0"/>
                </a:cubicBezTo>
                <a:cubicBezTo>
                  <a:pt x="196" y="0"/>
                  <a:pt x="191" y="4"/>
                  <a:pt x="189" y="11"/>
                </a:cubicBezTo>
                <a:lnTo>
                  <a:pt x="140" y="171"/>
                </a:lnTo>
                <a:lnTo>
                  <a:pt x="9" y="220"/>
                </a:lnTo>
                <a:cubicBezTo>
                  <a:pt x="3" y="222"/>
                  <a:pt x="0" y="228"/>
                  <a:pt x="0" y="234"/>
                </a:cubicBezTo>
                <a:cubicBezTo>
                  <a:pt x="0" y="240"/>
                  <a:pt x="3" y="246"/>
                  <a:pt x="9" y="248"/>
                </a:cubicBezTo>
                <a:lnTo>
                  <a:pt x="140" y="296"/>
                </a:lnTo>
                <a:lnTo>
                  <a:pt x="189" y="461"/>
                </a:lnTo>
                <a:cubicBezTo>
                  <a:pt x="191" y="467"/>
                  <a:pt x="196" y="472"/>
                  <a:pt x="203" y="472"/>
                </a:cubicBezTo>
                <a:cubicBezTo>
                  <a:pt x="209" y="472"/>
                  <a:pt x="215" y="467"/>
                  <a:pt x="217" y="461"/>
                </a:cubicBezTo>
                <a:lnTo>
                  <a:pt x="266" y="296"/>
                </a:lnTo>
                <a:lnTo>
                  <a:pt x="398" y="248"/>
                </a:lnTo>
                <a:cubicBezTo>
                  <a:pt x="403" y="246"/>
                  <a:pt x="407" y="240"/>
                  <a:pt x="407" y="234"/>
                </a:cubicBezTo>
                <a:cubicBezTo>
                  <a:pt x="407" y="228"/>
                  <a:pt x="403" y="222"/>
                  <a:pt x="398" y="220"/>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12" name="Freeform: Shape 1111"/>
          <p:cNvSpPr/>
          <p:nvPr/>
        </p:nvSpPr>
        <p:spPr>
          <a:xfrm>
            <a:off x="4310280" y="4755600"/>
            <a:ext cx="74520" cy="173160"/>
          </a:xfrm>
          <a:custGeom>
            <a:avLst/>
            <a:gdLst/>
            <a:ahLst/>
            <a:cxnLst/>
            <a:rect l="0" t="0" r="r" b="b"/>
            <a:pathLst>
              <a:path w="207" h="481">
                <a:moveTo>
                  <a:pt x="198" y="376"/>
                </a:moveTo>
                <a:lnTo>
                  <a:pt x="164" y="363"/>
                </a:lnTo>
                <a:lnTo>
                  <a:pt x="150" y="315"/>
                </a:lnTo>
                <a:cubicBezTo>
                  <a:pt x="149" y="308"/>
                  <a:pt x="143" y="304"/>
                  <a:pt x="136" y="304"/>
                </a:cubicBezTo>
                <a:cubicBezTo>
                  <a:pt x="130" y="304"/>
                  <a:pt x="124" y="308"/>
                  <a:pt x="122" y="315"/>
                </a:cubicBezTo>
                <a:lnTo>
                  <a:pt x="109" y="363"/>
                </a:lnTo>
                <a:lnTo>
                  <a:pt x="75" y="376"/>
                </a:lnTo>
                <a:cubicBezTo>
                  <a:pt x="69" y="378"/>
                  <a:pt x="65" y="383"/>
                  <a:pt x="65" y="390"/>
                </a:cubicBezTo>
                <a:cubicBezTo>
                  <a:pt x="65" y="396"/>
                  <a:pt x="69" y="401"/>
                  <a:pt x="75" y="403"/>
                </a:cubicBezTo>
                <a:lnTo>
                  <a:pt x="109" y="416"/>
                </a:lnTo>
                <a:lnTo>
                  <a:pt x="122" y="469"/>
                </a:lnTo>
                <a:cubicBezTo>
                  <a:pt x="124" y="477"/>
                  <a:pt x="129" y="481"/>
                  <a:pt x="136" y="481"/>
                </a:cubicBezTo>
                <a:cubicBezTo>
                  <a:pt x="143" y="481"/>
                  <a:pt x="149" y="477"/>
                  <a:pt x="150" y="469"/>
                </a:cubicBezTo>
                <a:lnTo>
                  <a:pt x="164" y="416"/>
                </a:lnTo>
                <a:lnTo>
                  <a:pt x="198" y="403"/>
                </a:lnTo>
                <a:cubicBezTo>
                  <a:pt x="203" y="401"/>
                  <a:pt x="207" y="396"/>
                  <a:pt x="207" y="390"/>
                </a:cubicBezTo>
                <a:cubicBezTo>
                  <a:pt x="207" y="383"/>
                  <a:pt x="203" y="378"/>
                  <a:pt x="198" y="376"/>
                </a:cubicBezTo>
                <a:moveTo>
                  <a:pt x="134" y="57"/>
                </a:moveTo>
                <a:lnTo>
                  <a:pt x="99" y="44"/>
                </a:lnTo>
                <a:lnTo>
                  <a:pt x="86" y="10"/>
                </a:lnTo>
                <a:cubicBezTo>
                  <a:pt x="84" y="4"/>
                  <a:pt x="79" y="0"/>
                  <a:pt x="72" y="0"/>
                </a:cubicBezTo>
                <a:cubicBezTo>
                  <a:pt x="66" y="0"/>
                  <a:pt x="61" y="4"/>
                  <a:pt x="59" y="10"/>
                </a:cubicBezTo>
                <a:lnTo>
                  <a:pt x="46" y="44"/>
                </a:lnTo>
                <a:lnTo>
                  <a:pt x="10" y="57"/>
                </a:lnTo>
                <a:cubicBezTo>
                  <a:pt x="4" y="59"/>
                  <a:pt x="0" y="65"/>
                  <a:pt x="0" y="71"/>
                </a:cubicBezTo>
                <a:cubicBezTo>
                  <a:pt x="0" y="77"/>
                  <a:pt x="4" y="83"/>
                  <a:pt x="10" y="85"/>
                </a:cubicBezTo>
                <a:lnTo>
                  <a:pt x="46" y="98"/>
                </a:lnTo>
                <a:lnTo>
                  <a:pt x="59" y="133"/>
                </a:lnTo>
                <a:cubicBezTo>
                  <a:pt x="61" y="138"/>
                  <a:pt x="66" y="142"/>
                  <a:pt x="72" y="142"/>
                </a:cubicBezTo>
                <a:cubicBezTo>
                  <a:pt x="79" y="142"/>
                  <a:pt x="84" y="138"/>
                  <a:pt x="86" y="133"/>
                </a:cubicBezTo>
                <a:lnTo>
                  <a:pt x="99" y="98"/>
                </a:lnTo>
                <a:lnTo>
                  <a:pt x="134" y="85"/>
                </a:lnTo>
                <a:cubicBezTo>
                  <a:pt x="140" y="83"/>
                  <a:pt x="143" y="77"/>
                  <a:pt x="143" y="71"/>
                </a:cubicBezTo>
                <a:cubicBezTo>
                  <a:pt x="143" y="65"/>
                  <a:pt x="140" y="59"/>
                  <a:pt x="134"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13" name="TextBox 1112"/>
          <p:cNvSpPr txBox="1"/>
          <p:nvPr/>
        </p:nvSpPr>
        <p:spPr>
          <a:xfrm>
            <a:off x="880920" y="4730400"/>
            <a:ext cx="1234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Change Email</a:t>
            </a:r>
            <a:endParaRPr lang="en-GB" sz="1500" b="0" u="none" strike="noStrike">
              <a:solidFill>
                <a:srgbClr val="000000"/>
              </a:solidFill>
              <a:effectLst/>
              <a:uFillTx/>
              <a:latin typeface="Times New Roman"/>
            </a:endParaRPr>
          </a:p>
        </p:txBody>
      </p:sp>
      <p:sp>
        <p:nvSpPr>
          <p:cNvPr id="1114" name="Freeform: Shape 1113"/>
          <p:cNvSpPr/>
          <p:nvPr/>
        </p:nvSpPr>
        <p:spPr>
          <a:xfrm>
            <a:off x="7191360" y="4743360"/>
            <a:ext cx="190800" cy="190800"/>
          </a:xfrm>
          <a:custGeom>
            <a:avLst/>
            <a:gdLst/>
            <a:ahLst/>
            <a:cxnLst/>
            <a:rect l="0" t="0" r="r" b="b"/>
            <a:pathLst>
              <a:path w="530" h="530">
                <a:moveTo>
                  <a:pt x="530" y="471"/>
                </a:moveTo>
                <a:cubicBezTo>
                  <a:pt x="530" y="504"/>
                  <a:pt x="503" y="530"/>
                  <a:pt x="471" y="530"/>
                </a:cubicBezTo>
                <a:lnTo>
                  <a:pt x="58" y="530"/>
                </a:lnTo>
                <a:cubicBezTo>
                  <a:pt x="26" y="530"/>
                  <a:pt x="0" y="504"/>
                  <a:pt x="0" y="471"/>
                </a:cubicBezTo>
                <a:lnTo>
                  <a:pt x="0" y="59"/>
                </a:lnTo>
                <a:cubicBezTo>
                  <a:pt x="0" y="26"/>
                  <a:pt x="26" y="0"/>
                  <a:pt x="58" y="0"/>
                </a:cubicBezTo>
                <a:lnTo>
                  <a:pt x="471" y="0"/>
                </a:lnTo>
                <a:cubicBezTo>
                  <a:pt x="503"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15" name="Freeform: Shape 1114"/>
          <p:cNvSpPr/>
          <p:nvPr/>
        </p:nvSpPr>
        <p:spPr>
          <a:xfrm>
            <a:off x="7221600" y="4774680"/>
            <a:ext cx="131400" cy="128880"/>
          </a:xfrm>
          <a:custGeom>
            <a:avLst/>
            <a:gdLst/>
            <a:ahLst/>
            <a:cxnLst/>
            <a:rect l="0" t="0" r="r" b="b"/>
            <a:pathLst>
              <a:path w="365" h="358">
                <a:moveTo>
                  <a:pt x="348" y="6"/>
                </a:moveTo>
                <a:cubicBezTo>
                  <a:pt x="331" y="-5"/>
                  <a:pt x="308" y="0"/>
                  <a:pt x="297" y="17"/>
                </a:cubicBezTo>
                <a:lnTo>
                  <a:pt x="137" y="265"/>
                </a:lnTo>
                <a:lnTo>
                  <a:pt x="62" y="196"/>
                </a:lnTo>
                <a:cubicBezTo>
                  <a:pt x="47" y="183"/>
                  <a:pt x="24" y="184"/>
                  <a:pt x="10" y="198"/>
                </a:cubicBezTo>
                <a:cubicBezTo>
                  <a:pt x="-4" y="213"/>
                  <a:pt x="-3" y="237"/>
                  <a:pt x="12" y="250"/>
                </a:cubicBezTo>
                <a:lnTo>
                  <a:pt x="119" y="348"/>
                </a:lnTo>
                <a:cubicBezTo>
                  <a:pt x="126" y="355"/>
                  <a:pt x="135" y="358"/>
                  <a:pt x="144" y="358"/>
                </a:cubicBezTo>
                <a:cubicBezTo>
                  <a:pt x="154" y="358"/>
                  <a:pt x="167" y="354"/>
                  <a:pt x="175" y="341"/>
                </a:cubicBezTo>
                <a:cubicBezTo>
                  <a:pt x="180" y="334"/>
                  <a:pt x="359" y="57"/>
                  <a:pt x="359"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16" name="TextBox 1115"/>
          <p:cNvSpPr txBox="1"/>
          <p:nvPr/>
        </p:nvSpPr>
        <p:spPr>
          <a:xfrm>
            <a:off x="4502880" y="473040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1117" name="TextBox 1116"/>
          <p:cNvSpPr txBox="1"/>
          <p:nvPr/>
        </p:nvSpPr>
        <p:spPr>
          <a:xfrm>
            <a:off x="8652600" y="4730400"/>
            <a:ext cx="18399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Verification required</a:t>
            </a:r>
            <a:endParaRPr lang="en-GB" sz="1500" b="0" u="none" strike="noStrike">
              <a:solidFill>
                <a:srgbClr val="000000"/>
              </a:solidFill>
              <a:effectLst/>
              <a:uFillTx/>
              <a:latin typeface="Times New Roman"/>
            </a:endParaRPr>
          </a:p>
        </p:txBody>
      </p:sp>
      <p:sp>
        <p:nvSpPr>
          <p:cNvPr id="1118" name="Freeform: Shape 1117"/>
          <p:cNvSpPr/>
          <p:nvPr/>
        </p:nvSpPr>
        <p:spPr>
          <a:xfrm>
            <a:off x="4344120" y="5182560"/>
            <a:ext cx="146520" cy="169560"/>
          </a:xfrm>
          <a:custGeom>
            <a:avLst/>
            <a:gdLst/>
            <a:ahLst/>
            <a:cxnLst/>
            <a:rect l="0" t="0" r="r" b="b"/>
            <a:pathLst>
              <a:path w="407" h="471">
                <a:moveTo>
                  <a:pt x="398" y="219"/>
                </a:moveTo>
                <a:lnTo>
                  <a:pt x="266" y="170"/>
                </a:lnTo>
                <a:lnTo>
                  <a:pt x="217" y="10"/>
                </a:lnTo>
                <a:cubicBezTo>
                  <a:pt x="215" y="4"/>
                  <a:pt x="209" y="0"/>
                  <a:pt x="203" y="0"/>
                </a:cubicBezTo>
                <a:cubicBezTo>
                  <a:pt x="196" y="0"/>
                  <a:pt x="191" y="4"/>
                  <a:pt x="189" y="10"/>
                </a:cubicBezTo>
                <a:lnTo>
                  <a:pt x="140" y="170"/>
                </a:lnTo>
                <a:lnTo>
                  <a:pt x="9" y="219"/>
                </a:lnTo>
                <a:cubicBezTo>
                  <a:pt x="3" y="221"/>
                  <a:pt x="0" y="226"/>
                  <a:pt x="0" y="232"/>
                </a:cubicBezTo>
                <a:cubicBezTo>
                  <a:pt x="0" y="239"/>
                  <a:pt x="3" y="244"/>
                  <a:pt x="9" y="246"/>
                </a:cubicBezTo>
                <a:lnTo>
                  <a:pt x="140" y="295"/>
                </a:lnTo>
                <a:lnTo>
                  <a:pt x="189" y="461"/>
                </a:lnTo>
                <a:cubicBezTo>
                  <a:pt x="191" y="467"/>
                  <a:pt x="196" y="471"/>
                  <a:pt x="203" y="471"/>
                </a:cubicBezTo>
                <a:cubicBezTo>
                  <a:pt x="209" y="471"/>
                  <a:pt x="215" y="467"/>
                  <a:pt x="217" y="461"/>
                </a:cubicBezTo>
                <a:lnTo>
                  <a:pt x="266" y="295"/>
                </a:lnTo>
                <a:lnTo>
                  <a:pt x="398" y="246"/>
                </a:lnTo>
                <a:cubicBezTo>
                  <a:pt x="403" y="244"/>
                  <a:pt x="407" y="239"/>
                  <a:pt x="407" y="232"/>
                </a:cubicBezTo>
                <a:cubicBezTo>
                  <a:pt x="407" y="226"/>
                  <a:pt x="403"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19" name="Freeform: Shape 1118"/>
          <p:cNvSpPr/>
          <p:nvPr/>
        </p:nvSpPr>
        <p:spPr>
          <a:xfrm>
            <a:off x="4310280" y="5184360"/>
            <a:ext cx="74520" cy="173160"/>
          </a:xfrm>
          <a:custGeom>
            <a:avLst/>
            <a:gdLst/>
            <a:ahLst/>
            <a:cxnLst/>
            <a:rect l="0" t="0" r="r" b="b"/>
            <a:pathLst>
              <a:path w="207" h="481">
                <a:moveTo>
                  <a:pt x="198" y="376"/>
                </a:moveTo>
                <a:lnTo>
                  <a:pt x="164" y="364"/>
                </a:lnTo>
                <a:lnTo>
                  <a:pt x="150" y="315"/>
                </a:lnTo>
                <a:cubicBezTo>
                  <a:pt x="149" y="309"/>
                  <a:pt x="143" y="304"/>
                  <a:pt x="136" y="304"/>
                </a:cubicBezTo>
                <a:cubicBezTo>
                  <a:pt x="130" y="304"/>
                  <a:pt x="124" y="309"/>
                  <a:pt x="122" y="315"/>
                </a:cubicBezTo>
                <a:lnTo>
                  <a:pt x="109" y="364"/>
                </a:lnTo>
                <a:lnTo>
                  <a:pt x="75" y="376"/>
                </a:lnTo>
                <a:cubicBezTo>
                  <a:pt x="69" y="379"/>
                  <a:pt x="65" y="384"/>
                  <a:pt x="65" y="390"/>
                </a:cubicBezTo>
                <a:cubicBezTo>
                  <a:pt x="65" y="396"/>
                  <a:pt x="69" y="402"/>
                  <a:pt x="75" y="404"/>
                </a:cubicBezTo>
                <a:lnTo>
                  <a:pt x="109" y="416"/>
                </a:lnTo>
                <a:lnTo>
                  <a:pt x="122" y="470"/>
                </a:lnTo>
                <a:cubicBezTo>
                  <a:pt x="124" y="476"/>
                  <a:pt x="129" y="481"/>
                  <a:pt x="136" y="481"/>
                </a:cubicBezTo>
                <a:cubicBezTo>
                  <a:pt x="143" y="481"/>
                  <a:pt x="149" y="476"/>
                  <a:pt x="150" y="470"/>
                </a:cubicBezTo>
                <a:lnTo>
                  <a:pt x="164" y="416"/>
                </a:lnTo>
                <a:lnTo>
                  <a:pt x="198" y="404"/>
                </a:lnTo>
                <a:cubicBezTo>
                  <a:pt x="203" y="402"/>
                  <a:pt x="207" y="396"/>
                  <a:pt x="207" y="390"/>
                </a:cubicBezTo>
                <a:cubicBezTo>
                  <a:pt x="207" y="384"/>
                  <a:pt x="203" y="379"/>
                  <a:pt x="198" y="376"/>
                </a:cubicBezTo>
                <a:moveTo>
                  <a:pt x="134" y="57"/>
                </a:moveTo>
                <a:lnTo>
                  <a:pt x="99" y="44"/>
                </a:lnTo>
                <a:lnTo>
                  <a:pt x="86" y="9"/>
                </a:lnTo>
                <a:cubicBezTo>
                  <a:pt x="84" y="4"/>
                  <a:pt x="79" y="0"/>
                  <a:pt x="72" y="0"/>
                </a:cubicBezTo>
                <a:cubicBezTo>
                  <a:pt x="66" y="0"/>
                  <a:pt x="61" y="4"/>
                  <a:pt x="59" y="9"/>
                </a:cubicBezTo>
                <a:lnTo>
                  <a:pt x="46" y="44"/>
                </a:lnTo>
                <a:lnTo>
                  <a:pt x="10" y="57"/>
                </a:lnTo>
                <a:cubicBezTo>
                  <a:pt x="4" y="59"/>
                  <a:pt x="0" y="65"/>
                  <a:pt x="0" y="71"/>
                </a:cubicBezTo>
                <a:cubicBezTo>
                  <a:pt x="0" y="77"/>
                  <a:pt x="4" y="82"/>
                  <a:pt x="10" y="85"/>
                </a:cubicBezTo>
                <a:lnTo>
                  <a:pt x="46" y="97"/>
                </a:lnTo>
                <a:lnTo>
                  <a:pt x="59" y="132"/>
                </a:lnTo>
                <a:cubicBezTo>
                  <a:pt x="61" y="138"/>
                  <a:pt x="66" y="142"/>
                  <a:pt x="72" y="142"/>
                </a:cubicBezTo>
                <a:cubicBezTo>
                  <a:pt x="79" y="142"/>
                  <a:pt x="84" y="138"/>
                  <a:pt x="86" y="132"/>
                </a:cubicBezTo>
                <a:lnTo>
                  <a:pt x="99" y="97"/>
                </a:lnTo>
                <a:lnTo>
                  <a:pt x="134" y="85"/>
                </a:lnTo>
                <a:cubicBezTo>
                  <a:pt x="140" y="82"/>
                  <a:pt x="143" y="77"/>
                  <a:pt x="143" y="71"/>
                </a:cubicBezTo>
                <a:cubicBezTo>
                  <a:pt x="143" y="65"/>
                  <a:pt x="140" y="59"/>
                  <a:pt x="134"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20" name="TextBox 1119"/>
          <p:cNvSpPr txBox="1"/>
          <p:nvPr/>
        </p:nvSpPr>
        <p:spPr>
          <a:xfrm>
            <a:off x="880920" y="5158800"/>
            <a:ext cx="1291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Update Profile</a:t>
            </a:r>
            <a:endParaRPr lang="en-GB" sz="1500" b="0" u="none" strike="noStrike">
              <a:solidFill>
                <a:srgbClr val="000000"/>
              </a:solidFill>
              <a:effectLst/>
              <a:uFillTx/>
              <a:latin typeface="Times New Roman"/>
            </a:endParaRPr>
          </a:p>
        </p:txBody>
      </p:sp>
      <p:sp>
        <p:nvSpPr>
          <p:cNvPr id="1121" name="Freeform: Shape 1120"/>
          <p:cNvSpPr/>
          <p:nvPr/>
        </p:nvSpPr>
        <p:spPr>
          <a:xfrm>
            <a:off x="7191360" y="5171760"/>
            <a:ext cx="190800" cy="191160"/>
          </a:xfrm>
          <a:custGeom>
            <a:avLst/>
            <a:gdLst/>
            <a:ahLst/>
            <a:cxnLst/>
            <a:rect l="0" t="0" r="r" b="b"/>
            <a:pathLst>
              <a:path w="530" h="531">
                <a:moveTo>
                  <a:pt x="530" y="472"/>
                </a:moveTo>
                <a:cubicBezTo>
                  <a:pt x="530" y="504"/>
                  <a:pt x="503" y="531"/>
                  <a:pt x="471" y="531"/>
                </a:cubicBezTo>
                <a:lnTo>
                  <a:pt x="58" y="531"/>
                </a:lnTo>
                <a:cubicBezTo>
                  <a:pt x="26" y="531"/>
                  <a:pt x="0" y="504"/>
                  <a:pt x="0" y="472"/>
                </a:cubicBezTo>
                <a:lnTo>
                  <a:pt x="0" y="59"/>
                </a:lnTo>
                <a:cubicBezTo>
                  <a:pt x="0" y="27"/>
                  <a:pt x="26" y="0"/>
                  <a:pt x="58" y="0"/>
                </a:cubicBezTo>
                <a:lnTo>
                  <a:pt x="471" y="0"/>
                </a:lnTo>
                <a:cubicBezTo>
                  <a:pt x="503" y="0"/>
                  <a:pt x="530" y="27"/>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22" name="Freeform: Shape 1121"/>
          <p:cNvSpPr/>
          <p:nvPr/>
        </p:nvSpPr>
        <p:spPr>
          <a:xfrm>
            <a:off x="7221600" y="5203440"/>
            <a:ext cx="131400" cy="128880"/>
          </a:xfrm>
          <a:custGeom>
            <a:avLst/>
            <a:gdLst/>
            <a:ahLst/>
            <a:cxnLst/>
            <a:rect l="0" t="0" r="r" b="b"/>
            <a:pathLst>
              <a:path w="365" h="358">
                <a:moveTo>
                  <a:pt x="348" y="6"/>
                </a:moveTo>
                <a:cubicBezTo>
                  <a:pt x="331" y="-5"/>
                  <a:pt x="308" y="0"/>
                  <a:pt x="297" y="17"/>
                </a:cubicBezTo>
                <a:lnTo>
                  <a:pt x="137" y="263"/>
                </a:lnTo>
                <a:lnTo>
                  <a:pt x="62" y="195"/>
                </a:lnTo>
                <a:cubicBezTo>
                  <a:pt x="47" y="181"/>
                  <a:pt x="24" y="182"/>
                  <a:pt x="10" y="197"/>
                </a:cubicBezTo>
                <a:cubicBezTo>
                  <a:pt x="-4" y="212"/>
                  <a:pt x="-3" y="235"/>
                  <a:pt x="12" y="249"/>
                </a:cubicBezTo>
                <a:lnTo>
                  <a:pt x="119" y="348"/>
                </a:lnTo>
                <a:cubicBezTo>
                  <a:pt x="126" y="354"/>
                  <a:pt x="135" y="358"/>
                  <a:pt x="144" y="358"/>
                </a:cubicBezTo>
                <a:cubicBezTo>
                  <a:pt x="154" y="358"/>
                  <a:pt x="167" y="354"/>
                  <a:pt x="175" y="341"/>
                </a:cubicBezTo>
                <a:cubicBezTo>
                  <a:pt x="180" y="334"/>
                  <a:pt x="359" y="57"/>
                  <a:pt x="359"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23" name="TextBox 1122"/>
          <p:cNvSpPr txBox="1"/>
          <p:nvPr/>
        </p:nvSpPr>
        <p:spPr>
          <a:xfrm>
            <a:off x="4502880" y="515880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1124" name="TextBox 1123"/>
          <p:cNvSpPr txBox="1"/>
          <p:nvPr/>
        </p:nvSpPr>
        <p:spPr>
          <a:xfrm>
            <a:off x="8652600" y="5158800"/>
            <a:ext cx="9414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Via wizard</a:t>
            </a:r>
            <a:endParaRPr lang="en-GB" sz="1500" b="0" u="none" strike="noStrike">
              <a:solidFill>
                <a:srgbClr val="000000"/>
              </a:solidFill>
              <a:effectLst/>
              <a:uFillTx/>
              <a:latin typeface="Times New Roman"/>
            </a:endParaRPr>
          </a:p>
        </p:txBody>
      </p:sp>
      <p:sp>
        <p:nvSpPr>
          <p:cNvPr id="1125" name="Freeform: Shape 1124"/>
          <p:cNvSpPr/>
          <p:nvPr/>
        </p:nvSpPr>
        <p:spPr>
          <a:xfrm>
            <a:off x="4344120" y="5610960"/>
            <a:ext cx="146520" cy="169920"/>
          </a:xfrm>
          <a:custGeom>
            <a:avLst/>
            <a:gdLst/>
            <a:ahLst/>
            <a:cxnLst/>
            <a:rect l="0" t="0" r="r" b="b"/>
            <a:pathLst>
              <a:path w="407" h="472">
                <a:moveTo>
                  <a:pt x="398" y="220"/>
                </a:moveTo>
                <a:lnTo>
                  <a:pt x="266" y="172"/>
                </a:lnTo>
                <a:lnTo>
                  <a:pt x="217" y="11"/>
                </a:lnTo>
                <a:cubicBezTo>
                  <a:pt x="215" y="5"/>
                  <a:pt x="209" y="0"/>
                  <a:pt x="203" y="0"/>
                </a:cubicBezTo>
                <a:cubicBezTo>
                  <a:pt x="196" y="0"/>
                  <a:pt x="191" y="5"/>
                  <a:pt x="189" y="11"/>
                </a:cubicBezTo>
                <a:lnTo>
                  <a:pt x="140" y="172"/>
                </a:lnTo>
                <a:lnTo>
                  <a:pt x="9" y="220"/>
                </a:lnTo>
                <a:cubicBezTo>
                  <a:pt x="3" y="222"/>
                  <a:pt x="0" y="228"/>
                  <a:pt x="0" y="234"/>
                </a:cubicBezTo>
                <a:cubicBezTo>
                  <a:pt x="0" y="240"/>
                  <a:pt x="3" y="246"/>
                  <a:pt x="9" y="248"/>
                </a:cubicBezTo>
                <a:lnTo>
                  <a:pt x="140" y="296"/>
                </a:lnTo>
                <a:lnTo>
                  <a:pt x="189" y="461"/>
                </a:lnTo>
                <a:cubicBezTo>
                  <a:pt x="191" y="467"/>
                  <a:pt x="196" y="472"/>
                  <a:pt x="203" y="472"/>
                </a:cubicBezTo>
                <a:cubicBezTo>
                  <a:pt x="209" y="472"/>
                  <a:pt x="215" y="467"/>
                  <a:pt x="217" y="461"/>
                </a:cubicBezTo>
                <a:lnTo>
                  <a:pt x="266" y="296"/>
                </a:lnTo>
                <a:lnTo>
                  <a:pt x="398" y="248"/>
                </a:lnTo>
                <a:cubicBezTo>
                  <a:pt x="403" y="246"/>
                  <a:pt x="407" y="240"/>
                  <a:pt x="407" y="234"/>
                </a:cubicBezTo>
                <a:cubicBezTo>
                  <a:pt x="407" y="228"/>
                  <a:pt x="403" y="222"/>
                  <a:pt x="398" y="220"/>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26" name="Freeform: Shape 1125"/>
          <p:cNvSpPr/>
          <p:nvPr/>
        </p:nvSpPr>
        <p:spPr>
          <a:xfrm>
            <a:off x="4310280" y="5612760"/>
            <a:ext cx="74520" cy="173160"/>
          </a:xfrm>
          <a:custGeom>
            <a:avLst/>
            <a:gdLst/>
            <a:ahLst/>
            <a:cxnLst/>
            <a:rect l="0" t="0" r="r" b="b"/>
            <a:pathLst>
              <a:path w="207" h="481">
                <a:moveTo>
                  <a:pt x="198" y="377"/>
                </a:moveTo>
                <a:lnTo>
                  <a:pt x="164" y="364"/>
                </a:lnTo>
                <a:lnTo>
                  <a:pt x="150" y="316"/>
                </a:lnTo>
                <a:cubicBezTo>
                  <a:pt x="149" y="310"/>
                  <a:pt x="143" y="305"/>
                  <a:pt x="136" y="305"/>
                </a:cubicBezTo>
                <a:cubicBezTo>
                  <a:pt x="130" y="305"/>
                  <a:pt x="124" y="310"/>
                  <a:pt x="122" y="316"/>
                </a:cubicBezTo>
                <a:lnTo>
                  <a:pt x="109" y="364"/>
                </a:lnTo>
                <a:lnTo>
                  <a:pt x="75" y="377"/>
                </a:lnTo>
                <a:cubicBezTo>
                  <a:pt x="69" y="379"/>
                  <a:pt x="65" y="385"/>
                  <a:pt x="65" y="391"/>
                </a:cubicBezTo>
                <a:cubicBezTo>
                  <a:pt x="65" y="397"/>
                  <a:pt x="69" y="402"/>
                  <a:pt x="75" y="405"/>
                </a:cubicBezTo>
                <a:lnTo>
                  <a:pt x="109" y="417"/>
                </a:lnTo>
                <a:lnTo>
                  <a:pt x="122" y="470"/>
                </a:lnTo>
                <a:cubicBezTo>
                  <a:pt x="124" y="477"/>
                  <a:pt x="129" y="481"/>
                  <a:pt x="136" y="481"/>
                </a:cubicBezTo>
                <a:cubicBezTo>
                  <a:pt x="143" y="481"/>
                  <a:pt x="149" y="477"/>
                  <a:pt x="150" y="470"/>
                </a:cubicBezTo>
                <a:lnTo>
                  <a:pt x="164" y="417"/>
                </a:lnTo>
                <a:lnTo>
                  <a:pt x="198" y="405"/>
                </a:lnTo>
                <a:cubicBezTo>
                  <a:pt x="203" y="402"/>
                  <a:pt x="207" y="397"/>
                  <a:pt x="207" y="391"/>
                </a:cubicBezTo>
                <a:cubicBezTo>
                  <a:pt x="207" y="385"/>
                  <a:pt x="203" y="379"/>
                  <a:pt x="198" y="377"/>
                </a:cubicBezTo>
                <a:moveTo>
                  <a:pt x="134" y="59"/>
                </a:moveTo>
                <a:lnTo>
                  <a:pt x="99" y="46"/>
                </a:lnTo>
                <a:lnTo>
                  <a:pt x="86" y="11"/>
                </a:lnTo>
                <a:cubicBezTo>
                  <a:pt x="84" y="4"/>
                  <a:pt x="79" y="0"/>
                  <a:pt x="72" y="0"/>
                </a:cubicBezTo>
                <a:cubicBezTo>
                  <a:pt x="66" y="0"/>
                  <a:pt x="61" y="4"/>
                  <a:pt x="59" y="11"/>
                </a:cubicBezTo>
                <a:lnTo>
                  <a:pt x="46" y="46"/>
                </a:lnTo>
                <a:lnTo>
                  <a:pt x="10" y="59"/>
                </a:lnTo>
                <a:cubicBezTo>
                  <a:pt x="4" y="61"/>
                  <a:pt x="0" y="66"/>
                  <a:pt x="0" y="72"/>
                </a:cubicBezTo>
                <a:cubicBezTo>
                  <a:pt x="0" y="79"/>
                  <a:pt x="4" y="84"/>
                  <a:pt x="10" y="86"/>
                </a:cubicBezTo>
                <a:lnTo>
                  <a:pt x="46" y="99"/>
                </a:lnTo>
                <a:lnTo>
                  <a:pt x="59" y="134"/>
                </a:lnTo>
                <a:cubicBezTo>
                  <a:pt x="61" y="140"/>
                  <a:pt x="66" y="143"/>
                  <a:pt x="72" y="143"/>
                </a:cubicBezTo>
                <a:cubicBezTo>
                  <a:pt x="79" y="143"/>
                  <a:pt x="84" y="140"/>
                  <a:pt x="86" y="134"/>
                </a:cubicBezTo>
                <a:lnTo>
                  <a:pt x="99" y="99"/>
                </a:lnTo>
                <a:lnTo>
                  <a:pt x="134" y="86"/>
                </a:lnTo>
                <a:cubicBezTo>
                  <a:pt x="140" y="84"/>
                  <a:pt x="143" y="79"/>
                  <a:pt x="143" y="72"/>
                </a:cubicBezTo>
                <a:cubicBezTo>
                  <a:pt x="143" y="66"/>
                  <a:pt x="140" y="61"/>
                  <a:pt x="134" y="59"/>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27" name="TextBox 1126"/>
          <p:cNvSpPr txBox="1"/>
          <p:nvPr/>
        </p:nvSpPr>
        <p:spPr>
          <a:xfrm>
            <a:off x="880920" y="5587560"/>
            <a:ext cx="7725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Sign Out</a:t>
            </a:r>
            <a:endParaRPr lang="en-GB" sz="1500" b="0" u="none" strike="noStrike">
              <a:solidFill>
                <a:srgbClr val="000000"/>
              </a:solidFill>
              <a:effectLst/>
              <a:uFillTx/>
              <a:latin typeface="Times New Roman"/>
            </a:endParaRPr>
          </a:p>
        </p:txBody>
      </p:sp>
      <p:sp>
        <p:nvSpPr>
          <p:cNvPr id="1128" name="Freeform: Shape 1127"/>
          <p:cNvSpPr/>
          <p:nvPr/>
        </p:nvSpPr>
        <p:spPr>
          <a:xfrm>
            <a:off x="7191360" y="5600520"/>
            <a:ext cx="190800" cy="190800"/>
          </a:xfrm>
          <a:custGeom>
            <a:avLst/>
            <a:gdLst/>
            <a:ahLst/>
            <a:cxnLst/>
            <a:rect l="0" t="0" r="r" b="b"/>
            <a:pathLst>
              <a:path w="530" h="530">
                <a:moveTo>
                  <a:pt x="530" y="471"/>
                </a:moveTo>
                <a:cubicBezTo>
                  <a:pt x="530" y="504"/>
                  <a:pt x="503" y="530"/>
                  <a:pt x="471" y="530"/>
                </a:cubicBezTo>
                <a:lnTo>
                  <a:pt x="58" y="530"/>
                </a:lnTo>
                <a:cubicBezTo>
                  <a:pt x="26" y="530"/>
                  <a:pt x="0" y="504"/>
                  <a:pt x="0" y="471"/>
                </a:cubicBezTo>
                <a:lnTo>
                  <a:pt x="0" y="60"/>
                </a:lnTo>
                <a:cubicBezTo>
                  <a:pt x="0" y="26"/>
                  <a:pt x="26" y="0"/>
                  <a:pt x="58" y="0"/>
                </a:cubicBezTo>
                <a:lnTo>
                  <a:pt x="471" y="0"/>
                </a:lnTo>
                <a:cubicBezTo>
                  <a:pt x="503" y="0"/>
                  <a:pt x="530" y="26"/>
                  <a:pt x="530" y="60"/>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29" name="Freeform: Shape 1128"/>
          <p:cNvSpPr/>
          <p:nvPr/>
        </p:nvSpPr>
        <p:spPr>
          <a:xfrm>
            <a:off x="7221600" y="5632200"/>
            <a:ext cx="131400" cy="128880"/>
          </a:xfrm>
          <a:custGeom>
            <a:avLst/>
            <a:gdLst/>
            <a:ahLst/>
            <a:cxnLst/>
            <a:rect l="0" t="0" r="r" b="b"/>
            <a:pathLst>
              <a:path w="365" h="358">
                <a:moveTo>
                  <a:pt x="348" y="7"/>
                </a:moveTo>
                <a:cubicBezTo>
                  <a:pt x="331" y="-5"/>
                  <a:pt x="308" y="0"/>
                  <a:pt x="297" y="17"/>
                </a:cubicBezTo>
                <a:lnTo>
                  <a:pt x="137" y="265"/>
                </a:lnTo>
                <a:lnTo>
                  <a:pt x="62" y="196"/>
                </a:lnTo>
                <a:cubicBezTo>
                  <a:pt x="47" y="182"/>
                  <a:pt x="24" y="183"/>
                  <a:pt x="10" y="199"/>
                </a:cubicBezTo>
                <a:cubicBezTo>
                  <a:pt x="-4" y="214"/>
                  <a:pt x="-3" y="237"/>
                  <a:pt x="12" y="251"/>
                </a:cubicBezTo>
                <a:lnTo>
                  <a:pt x="119" y="349"/>
                </a:lnTo>
                <a:cubicBezTo>
                  <a:pt x="126" y="355"/>
                  <a:pt x="135" y="358"/>
                  <a:pt x="144" y="358"/>
                </a:cubicBezTo>
                <a:cubicBezTo>
                  <a:pt x="154" y="358"/>
                  <a:pt x="167" y="354"/>
                  <a:pt x="175" y="342"/>
                </a:cubicBezTo>
                <a:cubicBezTo>
                  <a:pt x="180" y="334"/>
                  <a:pt x="359" y="57"/>
                  <a:pt x="359" y="57"/>
                </a:cubicBezTo>
                <a:cubicBezTo>
                  <a:pt x="370" y="40"/>
                  <a:pt x="365" y="18"/>
                  <a:pt x="348" y="7"/>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30" name="TextBox 1129"/>
          <p:cNvSpPr txBox="1"/>
          <p:nvPr/>
        </p:nvSpPr>
        <p:spPr>
          <a:xfrm>
            <a:off x="4502880" y="558756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1131" name="TextBox 1130"/>
          <p:cNvSpPr txBox="1"/>
          <p:nvPr/>
        </p:nvSpPr>
        <p:spPr>
          <a:xfrm>
            <a:off x="8652600" y="5587560"/>
            <a:ext cx="16434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Token invalidation</a:t>
            </a:r>
            <a:endParaRPr lang="en-GB" sz="1500" b="0" u="none" strike="noStrike">
              <a:solidFill>
                <a:srgbClr val="000000"/>
              </a:solidFill>
              <a:effectLst/>
              <a:uFillTx/>
              <a:latin typeface="Times New Roman"/>
            </a:endParaRPr>
          </a:p>
        </p:txBody>
      </p:sp>
      <p:sp>
        <p:nvSpPr>
          <p:cNvPr id="1132" name="Freeform: Shape 1131"/>
          <p:cNvSpPr/>
          <p:nvPr/>
        </p:nvSpPr>
        <p:spPr>
          <a:xfrm>
            <a:off x="4344120" y="6049080"/>
            <a:ext cx="146520" cy="169920"/>
          </a:xfrm>
          <a:custGeom>
            <a:avLst/>
            <a:gdLst/>
            <a:ahLst/>
            <a:cxnLst/>
            <a:rect l="0" t="0" r="r" b="b"/>
            <a:pathLst>
              <a:path w="407" h="472">
                <a:moveTo>
                  <a:pt x="398" y="219"/>
                </a:moveTo>
                <a:lnTo>
                  <a:pt x="266" y="171"/>
                </a:lnTo>
                <a:lnTo>
                  <a:pt x="217" y="11"/>
                </a:lnTo>
                <a:cubicBezTo>
                  <a:pt x="215" y="5"/>
                  <a:pt x="209" y="0"/>
                  <a:pt x="203" y="0"/>
                </a:cubicBezTo>
                <a:cubicBezTo>
                  <a:pt x="196" y="0"/>
                  <a:pt x="191" y="5"/>
                  <a:pt x="189" y="11"/>
                </a:cubicBezTo>
                <a:lnTo>
                  <a:pt x="140" y="171"/>
                </a:lnTo>
                <a:lnTo>
                  <a:pt x="9" y="219"/>
                </a:lnTo>
                <a:cubicBezTo>
                  <a:pt x="3" y="222"/>
                  <a:pt x="0" y="227"/>
                  <a:pt x="0" y="233"/>
                </a:cubicBezTo>
                <a:cubicBezTo>
                  <a:pt x="0" y="239"/>
                  <a:pt x="3" y="245"/>
                  <a:pt x="9" y="247"/>
                </a:cubicBezTo>
                <a:lnTo>
                  <a:pt x="140" y="295"/>
                </a:lnTo>
                <a:lnTo>
                  <a:pt x="189" y="461"/>
                </a:lnTo>
                <a:cubicBezTo>
                  <a:pt x="191" y="468"/>
                  <a:pt x="196" y="472"/>
                  <a:pt x="203" y="472"/>
                </a:cubicBezTo>
                <a:cubicBezTo>
                  <a:pt x="209" y="472"/>
                  <a:pt x="215" y="468"/>
                  <a:pt x="217" y="461"/>
                </a:cubicBezTo>
                <a:lnTo>
                  <a:pt x="266" y="295"/>
                </a:lnTo>
                <a:lnTo>
                  <a:pt x="398" y="247"/>
                </a:lnTo>
                <a:cubicBezTo>
                  <a:pt x="403" y="245"/>
                  <a:pt x="407" y="239"/>
                  <a:pt x="407" y="233"/>
                </a:cubicBezTo>
                <a:cubicBezTo>
                  <a:pt x="407" y="227"/>
                  <a:pt x="403" y="222"/>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33" name="Freeform: Shape 1132"/>
          <p:cNvSpPr/>
          <p:nvPr/>
        </p:nvSpPr>
        <p:spPr>
          <a:xfrm>
            <a:off x="4310280" y="6050880"/>
            <a:ext cx="74520" cy="173520"/>
          </a:xfrm>
          <a:custGeom>
            <a:avLst/>
            <a:gdLst/>
            <a:ahLst/>
            <a:cxnLst/>
            <a:rect l="0" t="0" r="r" b="b"/>
            <a:pathLst>
              <a:path w="207" h="482">
                <a:moveTo>
                  <a:pt x="198" y="377"/>
                </a:moveTo>
                <a:lnTo>
                  <a:pt x="164" y="365"/>
                </a:lnTo>
                <a:lnTo>
                  <a:pt x="150" y="316"/>
                </a:lnTo>
                <a:cubicBezTo>
                  <a:pt x="149" y="310"/>
                  <a:pt x="143" y="305"/>
                  <a:pt x="136" y="305"/>
                </a:cubicBezTo>
                <a:cubicBezTo>
                  <a:pt x="130" y="305"/>
                  <a:pt x="124" y="310"/>
                  <a:pt x="122" y="316"/>
                </a:cubicBezTo>
                <a:lnTo>
                  <a:pt x="109" y="365"/>
                </a:lnTo>
                <a:lnTo>
                  <a:pt x="75" y="377"/>
                </a:lnTo>
                <a:cubicBezTo>
                  <a:pt x="69" y="379"/>
                  <a:pt x="65" y="385"/>
                  <a:pt x="65" y="391"/>
                </a:cubicBezTo>
                <a:cubicBezTo>
                  <a:pt x="65" y="397"/>
                  <a:pt x="69" y="403"/>
                  <a:pt x="75" y="405"/>
                </a:cubicBezTo>
                <a:lnTo>
                  <a:pt x="109" y="417"/>
                </a:lnTo>
                <a:lnTo>
                  <a:pt x="122" y="470"/>
                </a:lnTo>
                <a:cubicBezTo>
                  <a:pt x="124" y="477"/>
                  <a:pt x="129" y="482"/>
                  <a:pt x="136" y="482"/>
                </a:cubicBezTo>
                <a:cubicBezTo>
                  <a:pt x="143" y="482"/>
                  <a:pt x="149" y="477"/>
                  <a:pt x="150" y="470"/>
                </a:cubicBezTo>
                <a:lnTo>
                  <a:pt x="164" y="417"/>
                </a:lnTo>
                <a:lnTo>
                  <a:pt x="198" y="405"/>
                </a:lnTo>
                <a:cubicBezTo>
                  <a:pt x="203" y="403"/>
                  <a:pt x="207" y="397"/>
                  <a:pt x="207" y="391"/>
                </a:cubicBezTo>
                <a:cubicBezTo>
                  <a:pt x="207" y="385"/>
                  <a:pt x="203" y="379"/>
                  <a:pt x="198" y="377"/>
                </a:cubicBezTo>
                <a:moveTo>
                  <a:pt x="134" y="58"/>
                </a:moveTo>
                <a:lnTo>
                  <a:pt x="99" y="45"/>
                </a:lnTo>
                <a:lnTo>
                  <a:pt x="86" y="10"/>
                </a:lnTo>
                <a:cubicBezTo>
                  <a:pt x="84" y="4"/>
                  <a:pt x="79" y="0"/>
                  <a:pt x="72" y="0"/>
                </a:cubicBezTo>
                <a:cubicBezTo>
                  <a:pt x="66" y="0"/>
                  <a:pt x="61" y="4"/>
                  <a:pt x="59" y="10"/>
                </a:cubicBezTo>
                <a:lnTo>
                  <a:pt x="46" y="45"/>
                </a:lnTo>
                <a:lnTo>
                  <a:pt x="10" y="58"/>
                </a:lnTo>
                <a:cubicBezTo>
                  <a:pt x="4" y="60"/>
                  <a:pt x="0" y="65"/>
                  <a:pt x="0" y="71"/>
                </a:cubicBezTo>
                <a:cubicBezTo>
                  <a:pt x="0" y="78"/>
                  <a:pt x="4" y="83"/>
                  <a:pt x="10" y="85"/>
                </a:cubicBezTo>
                <a:lnTo>
                  <a:pt x="46" y="98"/>
                </a:lnTo>
                <a:lnTo>
                  <a:pt x="59" y="133"/>
                </a:lnTo>
                <a:cubicBezTo>
                  <a:pt x="61" y="139"/>
                  <a:pt x="66" y="142"/>
                  <a:pt x="72" y="142"/>
                </a:cubicBezTo>
                <a:cubicBezTo>
                  <a:pt x="79" y="142"/>
                  <a:pt x="84" y="139"/>
                  <a:pt x="86" y="133"/>
                </a:cubicBezTo>
                <a:lnTo>
                  <a:pt x="99" y="98"/>
                </a:lnTo>
                <a:lnTo>
                  <a:pt x="134" y="85"/>
                </a:lnTo>
                <a:cubicBezTo>
                  <a:pt x="140" y="83"/>
                  <a:pt x="143" y="78"/>
                  <a:pt x="143" y="71"/>
                </a:cubicBezTo>
                <a:cubicBezTo>
                  <a:pt x="143" y="65"/>
                  <a:pt x="140" y="60"/>
                  <a:pt x="134"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34" name="TextBox 1133"/>
          <p:cNvSpPr txBox="1"/>
          <p:nvPr/>
        </p:nvSpPr>
        <p:spPr>
          <a:xfrm>
            <a:off x="880920" y="6025680"/>
            <a:ext cx="1940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Extended User Types</a:t>
            </a:r>
            <a:endParaRPr lang="en-GB" sz="1500" b="0" u="none" strike="noStrike">
              <a:solidFill>
                <a:srgbClr val="000000"/>
              </a:solidFill>
              <a:effectLst/>
              <a:uFillTx/>
              <a:latin typeface="Times New Roman"/>
            </a:endParaRPr>
          </a:p>
        </p:txBody>
      </p:sp>
      <p:sp>
        <p:nvSpPr>
          <p:cNvPr id="1135" name="Freeform: Shape 1134"/>
          <p:cNvSpPr/>
          <p:nvPr/>
        </p:nvSpPr>
        <p:spPr>
          <a:xfrm>
            <a:off x="7022520" y="6042600"/>
            <a:ext cx="185400" cy="181800"/>
          </a:xfrm>
          <a:custGeom>
            <a:avLst/>
            <a:gdLst/>
            <a:ahLst/>
            <a:cxnLst/>
            <a:rect l="0" t="0" r="r" b="b"/>
            <a:pathLst>
              <a:path w="515" h="505">
                <a:moveTo>
                  <a:pt x="31" y="505"/>
                </a:moveTo>
                <a:cubicBezTo>
                  <a:pt x="4" y="505"/>
                  <a:pt x="-8" y="485"/>
                  <a:pt x="5" y="461"/>
                </a:cubicBezTo>
                <a:lnTo>
                  <a:pt x="234" y="18"/>
                </a:lnTo>
                <a:cubicBezTo>
                  <a:pt x="247" y="-6"/>
                  <a:pt x="267" y="-6"/>
                  <a:pt x="280" y="18"/>
                </a:cubicBezTo>
                <a:lnTo>
                  <a:pt x="510" y="461"/>
                </a:lnTo>
                <a:cubicBezTo>
                  <a:pt x="522" y="485"/>
                  <a:pt x="511" y="505"/>
                  <a:pt x="483" y="505"/>
                </a:cubicBezTo>
                <a:lnTo>
                  <a:pt x="31" y="505"/>
                </a:ln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36" name="Freeform: Shape 1135"/>
          <p:cNvSpPr/>
          <p:nvPr/>
        </p:nvSpPr>
        <p:spPr>
          <a:xfrm>
            <a:off x="7102080" y="6084000"/>
            <a:ext cx="25920" cy="120960"/>
          </a:xfrm>
          <a:custGeom>
            <a:avLst/>
            <a:gdLst/>
            <a:ahLst/>
            <a:cxnLst/>
            <a:rect l="0" t="0" r="r" b="b"/>
            <a:pathLst>
              <a:path w="72" h="336">
                <a:moveTo>
                  <a:pt x="0" y="301"/>
                </a:moveTo>
                <a:cubicBezTo>
                  <a:pt x="0" y="281"/>
                  <a:pt x="16" y="265"/>
                  <a:pt x="36" y="265"/>
                </a:cubicBezTo>
                <a:cubicBezTo>
                  <a:pt x="56" y="265"/>
                  <a:pt x="72" y="281"/>
                  <a:pt x="72" y="301"/>
                </a:cubicBezTo>
                <a:cubicBezTo>
                  <a:pt x="72" y="320"/>
                  <a:pt x="56" y="336"/>
                  <a:pt x="36" y="336"/>
                </a:cubicBezTo>
                <a:cubicBezTo>
                  <a:pt x="16" y="336"/>
                  <a:pt x="0" y="320"/>
                  <a:pt x="0" y="301"/>
                </a:cubicBezTo>
                <a:moveTo>
                  <a:pt x="3" y="32"/>
                </a:moveTo>
                <a:cubicBezTo>
                  <a:pt x="3" y="12"/>
                  <a:pt x="17" y="0"/>
                  <a:pt x="36" y="0"/>
                </a:cubicBezTo>
                <a:cubicBezTo>
                  <a:pt x="55" y="0"/>
                  <a:pt x="70" y="12"/>
                  <a:pt x="70" y="32"/>
                </a:cubicBezTo>
                <a:lnTo>
                  <a:pt x="70" y="207"/>
                </a:lnTo>
                <a:cubicBezTo>
                  <a:pt x="70" y="226"/>
                  <a:pt x="55" y="238"/>
                  <a:pt x="36" y="238"/>
                </a:cubicBezTo>
                <a:cubicBezTo>
                  <a:pt x="17" y="238"/>
                  <a:pt x="3" y="226"/>
                  <a:pt x="3" y="207"/>
                </a:cubicBezTo>
                <a:lnTo>
                  <a:pt x="3" y="32"/>
                </a:lnTo>
                <a:close/>
              </a:path>
            </a:pathLst>
          </a:custGeom>
          <a:solidFill>
            <a:srgbClr val="231F20"/>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137" name="TextBox 1136"/>
          <p:cNvSpPr txBox="1"/>
          <p:nvPr/>
        </p:nvSpPr>
        <p:spPr>
          <a:xfrm>
            <a:off x="4502880" y="602568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1138" name="TextBox 1137"/>
          <p:cNvSpPr txBox="1"/>
          <p:nvPr/>
        </p:nvSpPr>
        <p:spPr>
          <a:xfrm>
            <a:off x="7219080" y="6025680"/>
            <a:ext cx="353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TBI</a:t>
            </a:r>
            <a:endParaRPr lang="en-GB" sz="1500" b="0" u="none" strike="noStrike">
              <a:solidFill>
                <a:srgbClr val="000000"/>
              </a:solidFill>
              <a:effectLst/>
              <a:uFillTx/>
              <a:latin typeface="Times New Roman"/>
            </a:endParaRPr>
          </a:p>
        </p:txBody>
      </p:sp>
      <p:sp>
        <p:nvSpPr>
          <p:cNvPr id="1139" name="TextBox 1138"/>
          <p:cNvSpPr txBox="1"/>
          <p:nvPr/>
        </p:nvSpPr>
        <p:spPr>
          <a:xfrm>
            <a:off x="8652600" y="6025680"/>
            <a:ext cx="1982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Students Marker etc</a:t>
            </a:r>
            <a:endParaRPr lang="en-GB" sz="1500" b="0" u="none" strike="noStrike">
              <a:solidFill>
                <a:srgbClr val="000000"/>
              </a:solidFill>
              <a:effectLst/>
              <a:uFillTx/>
              <a:latin typeface="Times New Roman"/>
            </a:endParaRPr>
          </a:p>
        </p:txBody>
      </p:sp>
      <p:sp>
        <p:nvSpPr>
          <p:cNvPr id="1140" name="Freeform: Shape 1139"/>
          <p:cNvSpPr/>
          <p:nvPr/>
        </p:nvSpPr>
        <p:spPr>
          <a:xfrm>
            <a:off x="4344120" y="6477840"/>
            <a:ext cx="146520" cy="169560"/>
          </a:xfrm>
          <a:custGeom>
            <a:avLst/>
            <a:gdLst/>
            <a:ahLst/>
            <a:cxnLst/>
            <a:rect l="0" t="0" r="r" b="b"/>
            <a:pathLst>
              <a:path w="407" h="471">
                <a:moveTo>
                  <a:pt x="398" y="220"/>
                </a:moveTo>
                <a:lnTo>
                  <a:pt x="266" y="172"/>
                </a:lnTo>
                <a:lnTo>
                  <a:pt x="217" y="11"/>
                </a:lnTo>
                <a:cubicBezTo>
                  <a:pt x="215" y="4"/>
                  <a:pt x="209" y="0"/>
                  <a:pt x="203" y="0"/>
                </a:cubicBezTo>
                <a:cubicBezTo>
                  <a:pt x="196" y="0"/>
                  <a:pt x="191" y="4"/>
                  <a:pt x="189" y="11"/>
                </a:cubicBezTo>
                <a:lnTo>
                  <a:pt x="140" y="172"/>
                </a:lnTo>
                <a:lnTo>
                  <a:pt x="9" y="220"/>
                </a:lnTo>
                <a:cubicBezTo>
                  <a:pt x="3" y="222"/>
                  <a:pt x="0" y="228"/>
                  <a:pt x="0" y="234"/>
                </a:cubicBezTo>
                <a:cubicBezTo>
                  <a:pt x="0" y="240"/>
                  <a:pt x="3" y="245"/>
                  <a:pt x="9" y="248"/>
                </a:cubicBezTo>
                <a:lnTo>
                  <a:pt x="140" y="296"/>
                </a:lnTo>
                <a:lnTo>
                  <a:pt x="189" y="461"/>
                </a:lnTo>
                <a:cubicBezTo>
                  <a:pt x="191" y="467"/>
                  <a:pt x="196" y="471"/>
                  <a:pt x="203" y="471"/>
                </a:cubicBezTo>
                <a:cubicBezTo>
                  <a:pt x="209" y="471"/>
                  <a:pt x="215" y="467"/>
                  <a:pt x="217" y="461"/>
                </a:cubicBezTo>
                <a:lnTo>
                  <a:pt x="266" y="296"/>
                </a:lnTo>
                <a:lnTo>
                  <a:pt x="398" y="248"/>
                </a:lnTo>
                <a:cubicBezTo>
                  <a:pt x="403" y="245"/>
                  <a:pt x="407" y="240"/>
                  <a:pt x="407" y="234"/>
                </a:cubicBezTo>
                <a:cubicBezTo>
                  <a:pt x="407" y="228"/>
                  <a:pt x="403" y="222"/>
                  <a:pt x="398" y="220"/>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41" name="Freeform: Shape 1140"/>
          <p:cNvSpPr/>
          <p:nvPr/>
        </p:nvSpPr>
        <p:spPr>
          <a:xfrm>
            <a:off x="4310280" y="6479640"/>
            <a:ext cx="74520" cy="173160"/>
          </a:xfrm>
          <a:custGeom>
            <a:avLst/>
            <a:gdLst/>
            <a:ahLst/>
            <a:cxnLst/>
            <a:rect l="0" t="0" r="r" b="b"/>
            <a:pathLst>
              <a:path w="207" h="481">
                <a:moveTo>
                  <a:pt x="198" y="377"/>
                </a:moveTo>
                <a:lnTo>
                  <a:pt x="164" y="364"/>
                </a:lnTo>
                <a:lnTo>
                  <a:pt x="150" y="316"/>
                </a:lnTo>
                <a:cubicBezTo>
                  <a:pt x="149" y="309"/>
                  <a:pt x="143" y="305"/>
                  <a:pt x="136" y="305"/>
                </a:cubicBezTo>
                <a:cubicBezTo>
                  <a:pt x="130" y="305"/>
                  <a:pt x="124" y="309"/>
                  <a:pt x="122" y="316"/>
                </a:cubicBezTo>
                <a:lnTo>
                  <a:pt x="109" y="364"/>
                </a:lnTo>
                <a:lnTo>
                  <a:pt x="75" y="377"/>
                </a:lnTo>
                <a:cubicBezTo>
                  <a:pt x="69" y="379"/>
                  <a:pt x="65" y="384"/>
                  <a:pt x="65" y="390"/>
                </a:cubicBezTo>
                <a:cubicBezTo>
                  <a:pt x="65" y="397"/>
                  <a:pt x="69" y="402"/>
                  <a:pt x="75" y="404"/>
                </a:cubicBezTo>
                <a:lnTo>
                  <a:pt x="109" y="417"/>
                </a:lnTo>
                <a:lnTo>
                  <a:pt x="122" y="470"/>
                </a:lnTo>
                <a:cubicBezTo>
                  <a:pt x="124" y="477"/>
                  <a:pt x="129" y="481"/>
                  <a:pt x="136" y="481"/>
                </a:cubicBezTo>
                <a:cubicBezTo>
                  <a:pt x="143" y="481"/>
                  <a:pt x="149" y="477"/>
                  <a:pt x="150" y="470"/>
                </a:cubicBezTo>
                <a:lnTo>
                  <a:pt x="164" y="417"/>
                </a:lnTo>
                <a:lnTo>
                  <a:pt x="198" y="404"/>
                </a:lnTo>
                <a:cubicBezTo>
                  <a:pt x="203" y="402"/>
                  <a:pt x="207" y="397"/>
                  <a:pt x="207" y="390"/>
                </a:cubicBezTo>
                <a:cubicBezTo>
                  <a:pt x="207" y="384"/>
                  <a:pt x="203" y="379"/>
                  <a:pt x="198" y="377"/>
                </a:cubicBezTo>
                <a:moveTo>
                  <a:pt x="134" y="58"/>
                </a:moveTo>
                <a:lnTo>
                  <a:pt x="99" y="45"/>
                </a:lnTo>
                <a:lnTo>
                  <a:pt x="86" y="11"/>
                </a:lnTo>
                <a:cubicBezTo>
                  <a:pt x="84" y="5"/>
                  <a:pt x="79" y="0"/>
                  <a:pt x="72" y="0"/>
                </a:cubicBezTo>
                <a:cubicBezTo>
                  <a:pt x="66" y="0"/>
                  <a:pt x="61" y="5"/>
                  <a:pt x="59" y="11"/>
                </a:cubicBezTo>
                <a:lnTo>
                  <a:pt x="46" y="45"/>
                </a:lnTo>
                <a:lnTo>
                  <a:pt x="10" y="58"/>
                </a:lnTo>
                <a:cubicBezTo>
                  <a:pt x="4" y="60"/>
                  <a:pt x="0" y="66"/>
                  <a:pt x="0" y="72"/>
                </a:cubicBezTo>
                <a:cubicBezTo>
                  <a:pt x="0" y="78"/>
                  <a:pt x="4" y="84"/>
                  <a:pt x="10" y="86"/>
                </a:cubicBezTo>
                <a:lnTo>
                  <a:pt x="46" y="99"/>
                </a:lnTo>
                <a:lnTo>
                  <a:pt x="59" y="133"/>
                </a:lnTo>
                <a:cubicBezTo>
                  <a:pt x="61" y="139"/>
                  <a:pt x="66" y="143"/>
                  <a:pt x="72" y="143"/>
                </a:cubicBezTo>
                <a:cubicBezTo>
                  <a:pt x="79" y="143"/>
                  <a:pt x="84" y="139"/>
                  <a:pt x="86" y="133"/>
                </a:cubicBezTo>
                <a:lnTo>
                  <a:pt x="99" y="99"/>
                </a:lnTo>
                <a:lnTo>
                  <a:pt x="134" y="86"/>
                </a:lnTo>
                <a:cubicBezTo>
                  <a:pt x="140" y="84"/>
                  <a:pt x="143" y="78"/>
                  <a:pt x="143" y="72"/>
                </a:cubicBezTo>
                <a:cubicBezTo>
                  <a:pt x="143" y="66"/>
                  <a:pt x="140" y="60"/>
                  <a:pt x="134"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42" name="TextBox 1141"/>
          <p:cNvSpPr txBox="1"/>
          <p:nvPr/>
        </p:nvSpPr>
        <p:spPr>
          <a:xfrm>
            <a:off x="880920" y="6454440"/>
            <a:ext cx="15811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User Preferences</a:t>
            </a:r>
            <a:endParaRPr lang="en-GB" sz="1500" b="0" u="none" strike="noStrike">
              <a:solidFill>
                <a:srgbClr val="000000"/>
              </a:solidFill>
              <a:effectLst/>
              <a:uFillTx/>
              <a:latin typeface="Times New Roman"/>
            </a:endParaRPr>
          </a:p>
        </p:txBody>
      </p:sp>
      <p:sp>
        <p:nvSpPr>
          <p:cNvPr id="1143" name="Freeform: Shape 1142"/>
          <p:cNvSpPr/>
          <p:nvPr/>
        </p:nvSpPr>
        <p:spPr>
          <a:xfrm>
            <a:off x="7022520" y="6471360"/>
            <a:ext cx="185400" cy="181440"/>
          </a:xfrm>
          <a:custGeom>
            <a:avLst/>
            <a:gdLst/>
            <a:ahLst/>
            <a:cxnLst/>
            <a:rect l="0" t="0" r="r" b="b"/>
            <a:pathLst>
              <a:path w="515" h="504">
                <a:moveTo>
                  <a:pt x="31" y="504"/>
                </a:moveTo>
                <a:cubicBezTo>
                  <a:pt x="4" y="504"/>
                  <a:pt x="-8" y="485"/>
                  <a:pt x="5" y="460"/>
                </a:cubicBezTo>
                <a:lnTo>
                  <a:pt x="234" y="18"/>
                </a:lnTo>
                <a:cubicBezTo>
                  <a:pt x="247" y="-6"/>
                  <a:pt x="267" y="-6"/>
                  <a:pt x="280" y="18"/>
                </a:cubicBezTo>
                <a:lnTo>
                  <a:pt x="510" y="460"/>
                </a:lnTo>
                <a:cubicBezTo>
                  <a:pt x="522" y="485"/>
                  <a:pt x="511" y="504"/>
                  <a:pt x="483" y="504"/>
                </a:cubicBezTo>
                <a:lnTo>
                  <a:pt x="31" y="504"/>
                </a:ln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44" name="Freeform: Shape 1143"/>
          <p:cNvSpPr/>
          <p:nvPr/>
        </p:nvSpPr>
        <p:spPr>
          <a:xfrm>
            <a:off x="7102080" y="6512400"/>
            <a:ext cx="25920" cy="121320"/>
          </a:xfrm>
          <a:custGeom>
            <a:avLst/>
            <a:gdLst/>
            <a:ahLst/>
            <a:cxnLst/>
            <a:rect l="0" t="0" r="r" b="b"/>
            <a:pathLst>
              <a:path w="72" h="337">
                <a:moveTo>
                  <a:pt x="0" y="301"/>
                </a:moveTo>
                <a:cubicBezTo>
                  <a:pt x="0" y="282"/>
                  <a:pt x="16" y="266"/>
                  <a:pt x="36" y="266"/>
                </a:cubicBezTo>
                <a:cubicBezTo>
                  <a:pt x="56" y="266"/>
                  <a:pt x="72" y="282"/>
                  <a:pt x="72" y="301"/>
                </a:cubicBezTo>
                <a:cubicBezTo>
                  <a:pt x="72" y="321"/>
                  <a:pt x="56" y="337"/>
                  <a:pt x="36" y="337"/>
                </a:cubicBezTo>
                <a:cubicBezTo>
                  <a:pt x="16" y="337"/>
                  <a:pt x="0" y="321"/>
                  <a:pt x="0" y="301"/>
                </a:cubicBezTo>
                <a:moveTo>
                  <a:pt x="3" y="31"/>
                </a:moveTo>
                <a:cubicBezTo>
                  <a:pt x="3" y="12"/>
                  <a:pt x="17" y="0"/>
                  <a:pt x="36" y="0"/>
                </a:cubicBezTo>
                <a:cubicBezTo>
                  <a:pt x="55" y="0"/>
                  <a:pt x="70" y="13"/>
                  <a:pt x="70" y="31"/>
                </a:cubicBezTo>
                <a:lnTo>
                  <a:pt x="70" y="208"/>
                </a:lnTo>
                <a:cubicBezTo>
                  <a:pt x="70" y="227"/>
                  <a:pt x="55" y="239"/>
                  <a:pt x="36" y="239"/>
                </a:cubicBezTo>
                <a:cubicBezTo>
                  <a:pt x="17" y="239"/>
                  <a:pt x="3" y="227"/>
                  <a:pt x="3" y="208"/>
                </a:cubicBezTo>
                <a:lnTo>
                  <a:pt x="3" y="31"/>
                </a:lnTo>
                <a:close/>
              </a:path>
            </a:pathLst>
          </a:custGeom>
          <a:solidFill>
            <a:srgbClr val="231F20"/>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145" name="TextBox 1144"/>
          <p:cNvSpPr txBox="1"/>
          <p:nvPr/>
        </p:nvSpPr>
        <p:spPr>
          <a:xfrm>
            <a:off x="4502880" y="645444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1146" name="TextBox 1145"/>
          <p:cNvSpPr txBox="1"/>
          <p:nvPr/>
        </p:nvSpPr>
        <p:spPr>
          <a:xfrm>
            <a:off x="7219080" y="6454440"/>
            <a:ext cx="353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TBI</a:t>
            </a:r>
            <a:endParaRPr lang="en-GB" sz="1500" b="0" u="none" strike="noStrike">
              <a:solidFill>
                <a:srgbClr val="000000"/>
              </a:solidFill>
              <a:effectLst/>
              <a:uFillTx/>
              <a:latin typeface="Times New Roman"/>
            </a:endParaRPr>
          </a:p>
        </p:txBody>
      </p:sp>
      <p:sp>
        <p:nvSpPr>
          <p:cNvPr id="1147" name="TextBox 1146"/>
          <p:cNvSpPr txBox="1"/>
          <p:nvPr/>
        </p:nvSpPr>
        <p:spPr>
          <a:xfrm>
            <a:off x="8652600" y="6454440"/>
            <a:ext cx="19846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Subject/location prefs</a:t>
            </a:r>
            <a:endParaRPr lang="en-GB" sz="1500" b="0" u="none" strike="noStrike">
              <a:solidFill>
                <a:srgbClr val="000000"/>
              </a:solidFill>
              <a:effectLst/>
              <a:uFillTx/>
              <a:latin typeface="Times New Roman"/>
            </a:endParaRPr>
          </a:p>
        </p:txBody>
      </p:sp>
      <p:sp>
        <p:nvSpPr>
          <p:cNvPr id="1148" name="TextBox 1147"/>
          <p:cNvSpPr txBox="1"/>
          <p:nvPr/>
        </p:nvSpPr>
        <p:spPr>
          <a:xfrm>
            <a:off x="11659680" y="6335280"/>
            <a:ext cx="24732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15</a:t>
            </a:r>
            <a:endParaRPr lang="en-GB" sz="1800" b="0" u="none" strike="noStrike">
              <a:solidFill>
                <a:srgbClr val="000000"/>
              </a:solidFill>
              <a:effectLst/>
              <a:uFillTx/>
              <a:latin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9" name="Freeform: Shape 114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50" name="Freeform: Shape 114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51" name="Freeform: Shape 115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52" name="Freeform: Shape 1151"/>
          <p:cNvSpPr/>
          <p:nvPr/>
        </p:nvSpPr>
        <p:spPr>
          <a:xfrm>
            <a:off x="752400" y="1295280"/>
            <a:ext cx="10696680" cy="5191560"/>
          </a:xfrm>
          <a:custGeom>
            <a:avLst/>
            <a:gdLst/>
            <a:ahLst/>
            <a:cxnLst/>
            <a:rect l="0" t="0" r="r" b="b"/>
            <a:pathLst>
              <a:path w="29713" h="14421">
                <a:moveTo>
                  <a:pt x="0" y="0"/>
                </a:moveTo>
                <a:lnTo>
                  <a:pt x="29713" y="0"/>
                </a:lnTo>
                <a:lnTo>
                  <a:pt x="29713" y="14421"/>
                </a:lnTo>
                <a:lnTo>
                  <a:pt x="0" y="1442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53" name="Freeform: Shape 1152"/>
          <p:cNvSpPr/>
          <p:nvPr/>
        </p:nvSpPr>
        <p:spPr>
          <a:xfrm>
            <a:off x="752400" y="1295280"/>
            <a:ext cx="2772000" cy="438480"/>
          </a:xfrm>
          <a:custGeom>
            <a:avLst/>
            <a:gdLst/>
            <a:ahLst/>
            <a:cxnLst/>
            <a:rect l="0" t="0" r="r" b="b"/>
            <a:pathLst>
              <a:path w="7700" h="1218">
                <a:moveTo>
                  <a:pt x="0" y="0"/>
                </a:moveTo>
                <a:lnTo>
                  <a:pt x="7700" y="0"/>
                </a:lnTo>
                <a:lnTo>
                  <a:pt x="7700"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54" name="Freeform: Shape 1153"/>
          <p:cNvSpPr/>
          <p:nvPr/>
        </p:nvSpPr>
        <p:spPr>
          <a:xfrm>
            <a:off x="3524040" y="1295280"/>
            <a:ext cx="2429280" cy="438480"/>
          </a:xfrm>
          <a:custGeom>
            <a:avLst/>
            <a:gdLst/>
            <a:ahLst/>
            <a:cxnLst/>
            <a:rect l="0" t="0" r="r" b="b"/>
            <a:pathLst>
              <a:path w="6748" h="1218">
                <a:moveTo>
                  <a:pt x="0" y="0"/>
                </a:moveTo>
                <a:lnTo>
                  <a:pt x="6748" y="0"/>
                </a:lnTo>
                <a:lnTo>
                  <a:pt x="6748"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55" name="Freeform: Shape 1154"/>
          <p:cNvSpPr/>
          <p:nvPr/>
        </p:nvSpPr>
        <p:spPr>
          <a:xfrm>
            <a:off x="5952960" y="1295280"/>
            <a:ext cx="2457720" cy="438480"/>
          </a:xfrm>
          <a:custGeom>
            <a:avLst/>
            <a:gdLst/>
            <a:ahLst/>
            <a:cxnLst/>
            <a:rect l="0" t="0" r="r" b="b"/>
            <a:pathLst>
              <a:path w="6827" h="1218">
                <a:moveTo>
                  <a:pt x="0" y="0"/>
                </a:moveTo>
                <a:lnTo>
                  <a:pt x="6827" y="0"/>
                </a:lnTo>
                <a:lnTo>
                  <a:pt x="6827"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56" name="Freeform: Shape 1155"/>
          <p:cNvSpPr/>
          <p:nvPr/>
        </p:nvSpPr>
        <p:spPr>
          <a:xfrm>
            <a:off x="8410320" y="1295280"/>
            <a:ext cx="3029400" cy="438480"/>
          </a:xfrm>
          <a:custGeom>
            <a:avLst/>
            <a:gdLst/>
            <a:ahLst/>
            <a:cxnLst/>
            <a:rect l="0" t="0" r="r" b="b"/>
            <a:pathLst>
              <a:path w="8415" h="1218">
                <a:moveTo>
                  <a:pt x="0" y="0"/>
                </a:moveTo>
                <a:lnTo>
                  <a:pt x="8415" y="0"/>
                </a:lnTo>
                <a:lnTo>
                  <a:pt x="8415"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57" name="Freeform: Shape 1156"/>
          <p:cNvSpPr/>
          <p:nvPr/>
        </p:nvSpPr>
        <p:spPr>
          <a:xfrm>
            <a:off x="752400" y="1295280"/>
            <a:ext cx="2772000" cy="438480"/>
          </a:xfrm>
          <a:custGeom>
            <a:avLst/>
            <a:gdLst/>
            <a:ahLst/>
            <a:cxnLst/>
            <a:rect l="0" t="0" r="r" b="b"/>
            <a:pathLst>
              <a:path w="7700" h="1218">
                <a:moveTo>
                  <a:pt x="0" y="0"/>
                </a:moveTo>
                <a:lnTo>
                  <a:pt x="7700" y="0"/>
                </a:lnTo>
                <a:lnTo>
                  <a:pt x="7700"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58" name="Freeform: Shape 1157"/>
          <p:cNvSpPr/>
          <p:nvPr/>
        </p:nvSpPr>
        <p:spPr>
          <a:xfrm>
            <a:off x="3524040" y="1295280"/>
            <a:ext cx="2429280" cy="438480"/>
          </a:xfrm>
          <a:custGeom>
            <a:avLst/>
            <a:gdLst/>
            <a:ahLst/>
            <a:cxnLst/>
            <a:rect l="0" t="0" r="r" b="b"/>
            <a:pathLst>
              <a:path w="6748" h="1218">
                <a:moveTo>
                  <a:pt x="0" y="0"/>
                </a:moveTo>
                <a:lnTo>
                  <a:pt x="6748" y="0"/>
                </a:lnTo>
                <a:lnTo>
                  <a:pt x="6748"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59" name="Freeform: Shape 1158"/>
          <p:cNvSpPr/>
          <p:nvPr/>
        </p:nvSpPr>
        <p:spPr>
          <a:xfrm>
            <a:off x="5952960" y="1295280"/>
            <a:ext cx="2457720" cy="438480"/>
          </a:xfrm>
          <a:custGeom>
            <a:avLst/>
            <a:gdLst/>
            <a:ahLst/>
            <a:cxnLst/>
            <a:rect l="0" t="0" r="r" b="b"/>
            <a:pathLst>
              <a:path w="6827" h="1218">
                <a:moveTo>
                  <a:pt x="0" y="0"/>
                </a:moveTo>
                <a:lnTo>
                  <a:pt x="6827" y="0"/>
                </a:lnTo>
                <a:lnTo>
                  <a:pt x="6827"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60" name="Freeform: Shape 1159"/>
          <p:cNvSpPr/>
          <p:nvPr/>
        </p:nvSpPr>
        <p:spPr>
          <a:xfrm>
            <a:off x="8410320" y="1295280"/>
            <a:ext cx="3029400" cy="438480"/>
          </a:xfrm>
          <a:custGeom>
            <a:avLst/>
            <a:gdLst/>
            <a:ahLst/>
            <a:cxnLst/>
            <a:rect l="0" t="0" r="r" b="b"/>
            <a:pathLst>
              <a:path w="8415" h="1218">
                <a:moveTo>
                  <a:pt x="0" y="0"/>
                </a:moveTo>
                <a:lnTo>
                  <a:pt x="8415" y="0"/>
                </a:lnTo>
                <a:lnTo>
                  <a:pt x="8415"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61" name="Freeform: Shape 1160"/>
          <p:cNvSpPr/>
          <p:nvPr/>
        </p:nvSpPr>
        <p:spPr>
          <a:xfrm>
            <a:off x="752400" y="1733400"/>
            <a:ext cx="2772000" cy="429120"/>
          </a:xfrm>
          <a:custGeom>
            <a:avLst/>
            <a:gdLst/>
            <a:ahLst/>
            <a:cxnLst/>
            <a:rect l="0" t="0" r="r" b="b"/>
            <a:pathLst>
              <a:path w="7700" h="1192">
                <a:moveTo>
                  <a:pt x="0" y="0"/>
                </a:moveTo>
                <a:lnTo>
                  <a:pt x="7700" y="0"/>
                </a:lnTo>
                <a:lnTo>
                  <a:pt x="7700"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62" name="Freeform: Shape 1161"/>
          <p:cNvSpPr/>
          <p:nvPr/>
        </p:nvSpPr>
        <p:spPr>
          <a:xfrm>
            <a:off x="3524040" y="1733400"/>
            <a:ext cx="2429280" cy="429120"/>
          </a:xfrm>
          <a:custGeom>
            <a:avLst/>
            <a:gdLst/>
            <a:ahLst/>
            <a:cxnLst/>
            <a:rect l="0" t="0" r="r" b="b"/>
            <a:pathLst>
              <a:path w="6748" h="1192">
                <a:moveTo>
                  <a:pt x="0" y="0"/>
                </a:moveTo>
                <a:lnTo>
                  <a:pt x="6748" y="0"/>
                </a:lnTo>
                <a:lnTo>
                  <a:pt x="6748"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63" name="Freeform: Shape 1162"/>
          <p:cNvSpPr/>
          <p:nvPr/>
        </p:nvSpPr>
        <p:spPr>
          <a:xfrm>
            <a:off x="5952960" y="1733400"/>
            <a:ext cx="2457720" cy="429120"/>
          </a:xfrm>
          <a:custGeom>
            <a:avLst/>
            <a:gdLst/>
            <a:ahLst/>
            <a:cxnLst/>
            <a:rect l="0" t="0" r="r" b="b"/>
            <a:pathLst>
              <a:path w="6827" h="1192">
                <a:moveTo>
                  <a:pt x="0" y="0"/>
                </a:moveTo>
                <a:lnTo>
                  <a:pt x="6827" y="0"/>
                </a:lnTo>
                <a:lnTo>
                  <a:pt x="6827"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64" name="Freeform: Shape 1163"/>
          <p:cNvSpPr/>
          <p:nvPr/>
        </p:nvSpPr>
        <p:spPr>
          <a:xfrm>
            <a:off x="8410320" y="1733400"/>
            <a:ext cx="3029400" cy="429120"/>
          </a:xfrm>
          <a:custGeom>
            <a:avLst/>
            <a:gdLst/>
            <a:ahLst/>
            <a:cxnLst/>
            <a:rect l="0" t="0" r="r" b="b"/>
            <a:pathLst>
              <a:path w="8415" h="1192">
                <a:moveTo>
                  <a:pt x="0" y="0"/>
                </a:moveTo>
                <a:lnTo>
                  <a:pt x="8415" y="0"/>
                </a:lnTo>
                <a:lnTo>
                  <a:pt x="8415"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65" name="Freeform: Shape 1164"/>
          <p:cNvSpPr/>
          <p:nvPr/>
        </p:nvSpPr>
        <p:spPr>
          <a:xfrm>
            <a:off x="752400" y="1733400"/>
            <a:ext cx="2772000" cy="429120"/>
          </a:xfrm>
          <a:custGeom>
            <a:avLst/>
            <a:gdLst/>
            <a:ahLst/>
            <a:cxnLst/>
            <a:rect l="0" t="0" r="r" b="b"/>
            <a:pathLst>
              <a:path w="7700" h="1192">
                <a:moveTo>
                  <a:pt x="0" y="0"/>
                </a:moveTo>
                <a:lnTo>
                  <a:pt x="7700" y="0"/>
                </a:lnTo>
                <a:lnTo>
                  <a:pt x="7700"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66" name="Freeform: Shape 1165"/>
          <p:cNvSpPr/>
          <p:nvPr/>
        </p:nvSpPr>
        <p:spPr>
          <a:xfrm>
            <a:off x="3524040" y="1733400"/>
            <a:ext cx="2429280" cy="429120"/>
          </a:xfrm>
          <a:custGeom>
            <a:avLst/>
            <a:gdLst/>
            <a:ahLst/>
            <a:cxnLst/>
            <a:rect l="0" t="0" r="r" b="b"/>
            <a:pathLst>
              <a:path w="6748" h="1192">
                <a:moveTo>
                  <a:pt x="0" y="0"/>
                </a:moveTo>
                <a:lnTo>
                  <a:pt x="6748" y="0"/>
                </a:lnTo>
                <a:lnTo>
                  <a:pt x="6748"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67" name="Freeform: Shape 1166"/>
          <p:cNvSpPr/>
          <p:nvPr/>
        </p:nvSpPr>
        <p:spPr>
          <a:xfrm>
            <a:off x="5952960" y="1733400"/>
            <a:ext cx="2457720" cy="429120"/>
          </a:xfrm>
          <a:custGeom>
            <a:avLst/>
            <a:gdLst/>
            <a:ahLst/>
            <a:cxnLst/>
            <a:rect l="0" t="0" r="r" b="b"/>
            <a:pathLst>
              <a:path w="6827" h="1192">
                <a:moveTo>
                  <a:pt x="0" y="0"/>
                </a:moveTo>
                <a:lnTo>
                  <a:pt x="6827" y="0"/>
                </a:lnTo>
                <a:lnTo>
                  <a:pt x="682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68" name="Freeform: Shape 1167"/>
          <p:cNvSpPr/>
          <p:nvPr/>
        </p:nvSpPr>
        <p:spPr>
          <a:xfrm>
            <a:off x="8410320" y="1733400"/>
            <a:ext cx="3029400" cy="429120"/>
          </a:xfrm>
          <a:custGeom>
            <a:avLst/>
            <a:gdLst/>
            <a:ahLst/>
            <a:cxnLst/>
            <a:rect l="0" t="0" r="r" b="b"/>
            <a:pathLst>
              <a:path w="8415" h="1192">
                <a:moveTo>
                  <a:pt x="0" y="0"/>
                </a:moveTo>
                <a:lnTo>
                  <a:pt x="8415" y="0"/>
                </a:lnTo>
                <a:lnTo>
                  <a:pt x="8415"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69" name="Freeform: Shape 1168"/>
          <p:cNvSpPr/>
          <p:nvPr/>
        </p:nvSpPr>
        <p:spPr>
          <a:xfrm>
            <a:off x="752400" y="2162160"/>
            <a:ext cx="2772000" cy="428760"/>
          </a:xfrm>
          <a:custGeom>
            <a:avLst/>
            <a:gdLst/>
            <a:ahLst/>
            <a:cxnLst/>
            <a:rect l="0" t="0" r="r" b="b"/>
            <a:pathLst>
              <a:path w="7700" h="1191">
                <a:moveTo>
                  <a:pt x="0" y="0"/>
                </a:moveTo>
                <a:lnTo>
                  <a:pt x="7700" y="0"/>
                </a:lnTo>
                <a:lnTo>
                  <a:pt x="7700"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70" name="Freeform: Shape 1169"/>
          <p:cNvSpPr/>
          <p:nvPr/>
        </p:nvSpPr>
        <p:spPr>
          <a:xfrm>
            <a:off x="3524040" y="2162160"/>
            <a:ext cx="2429280" cy="428760"/>
          </a:xfrm>
          <a:custGeom>
            <a:avLst/>
            <a:gdLst/>
            <a:ahLst/>
            <a:cxnLst/>
            <a:rect l="0" t="0" r="r" b="b"/>
            <a:pathLst>
              <a:path w="6748" h="1191">
                <a:moveTo>
                  <a:pt x="0" y="0"/>
                </a:moveTo>
                <a:lnTo>
                  <a:pt x="6748" y="0"/>
                </a:lnTo>
                <a:lnTo>
                  <a:pt x="6748"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71" name="Freeform: Shape 1170"/>
          <p:cNvSpPr/>
          <p:nvPr/>
        </p:nvSpPr>
        <p:spPr>
          <a:xfrm>
            <a:off x="5952960" y="2162160"/>
            <a:ext cx="2457720" cy="428760"/>
          </a:xfrm>
          <a:custGeom>
            <a:avLst/>
            <a:gdLst/>
            <a:ahLst/>
            <a:cxnLst/>
            <a:rect l="0" t="0" r="r" b="b"/>
            <a:pathLst>
              <a:path w="6827" h="1191">
                <a:moveTo>
                  <a:pt x="0" y="0"/>
                </a:moveTo>
                <a:lnTo>
                  <a:pt x="6827" y="0"/>
                </a:lnTo>
                <a:lnTo>
                  <a:pt x="6827"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72" name="Freeform: Shape 1171"/>
          <p:cNvSpPr/>
          <p:nvPr/>
        </p:nvSpPr>
        <p:spPr>
          <a:xfrm>
            <a:off x="8410320" y="2162160"/>
            <a:ext cx="3029400" cy="428760"/>
          </a:xfrm>
          <a:custGeom>
            <a:avLst/>
            <a:gdLst/>
            <a:ahLst/>
            <a:cxnLst/>
            <a:rect l="0" t="0" r="r" b="b"/>
            <a:pathLst>
              <a:path w="8415" h="1191">
                <a:moveTo>
                  <a:pt x="0" y="0"/>
                </a:moveTo>
                <a:lnTo>
                  <a:pt x="8415" y="0"/>
                </a:lnTo>
                <a:lnTo>
                  <a:pt x="8415"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73" name="Freeform: Shape 1172"/>
          <p:cNvSpPr/>
          <p:nvPr/>
        </p:nvSpPr>
        <p:spPr>
          <a:xfrm>
            <a:off x="752400" y="2162160"/>
            <a:ext cx="2772000" cy="428760"/>
          </a:xfrm>
          <a:custGeom>
            <a:avLst/>
            <a:gdLst/>
            <a:ahLst/>
            <a:cxnLst/>
            <a:rect l="0" t="0" r="r" b="b"/>
            <a:pathLst>
              <a:path w="7700" h="1191">
                <a:moveTo>
                  <a:pt x="0" y="0"/>
                </a:moveTo>
                <a:lnTo>
                  <a:pt x="7700" y="0"/>
                </a:lnTo>
                <a:lnTo>
                  <a:pt x="7700"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74" name="Freeform: Shape 1173"/>
          <p:cNvSpPr/>
          <p:nvPr/>
        </p:nvSpPr>
        <p:spPr>
          <a:xfrm>
            <a:off x="3524040" y="2162160"/>
            <a:ext cx="2429280" cy="428760"/>
          </a:xfrm>
          <a:custGeom>
            <a:avLst/>
            <a:gdLst/>
            <a:ahLst/>
            <a:cxnLst/>
            <a:rect l="0" t="0" r="r" b="b"/>
            <a:pathLst>
              <a:path w="6748" h="1191">
                <a:moveTo>
                  <a:pt x="0" y="0"/>
                </a:moveTo>
                <a:lnTo>
                  <a:pt x="6748" y="0"/>
                </a:lnTo>
                <a:lnTo>
                  <a:pt x="6748"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75" name="Freeform: Shape 1174"/>
          <p:cNvSpPr/>
          <p:nvPr/>
        </p:nvSpPr>
        <p:spPr>
          <a:xfrm>
            <a:off x="5952960" y="2162160"/>
            <a:ext cx="2457720" cy="428760"/>
          </a:xfrm>
          <a:custGeom>
            <a:avLst/>
            <a:gdLst/>
            <a:ahLst/>
            <a:cxnLst/>
            <a:rect l="0" t="0" r="r" b="b"/>
            <a:pathLst>
              <a:path w="6827" h="1191">
                <a:moveTo>
                  <a:pt x="0" y="0"/>
                </a:moveTo>
                <a:lnTo>
                  <a:pt x="6827" y="0"/>
                </a:lnTo>
                <a:lnTo>
                  <a:pt x="6827"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76" name="Freeform: Shape 1175"/>
          <p:cNvSpPr/>
          <p:nvPr/>
        </p:nvSpPr>
        <p:spPr>
          <a:xfrm>
            <a:off x="8410320" y="2162160"/>
            <a:ext cx="3029400" cy="428760"/>
          </a:xfrm>
          <a:custGeom>
            <a:avLst/>
            <a:gdLst/>
            <a:ahLst/>
            <a:cxnLst/>
            <a:rect l="0" t="0" r="r" b="b"/>
            <a:pathLst>
              <a:path w="8415" h="1191">
                <a:moveTo>
                  <a:pt x="0" y="0"/>
                </a:moveTo>
                <a:lnTo>
                  <a:pt x="8415" y="0"/>
                </a:lnTo>
                <a:lnTo>
                  <a:pt x="8415"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77" name="Freeform: Shape 1176"/>
          <p:cNvSpPr/>
          <p:nvPr/>
        </p:nvSpPr>
        <p:spPr>
          <a:xfrm>
            <a:off x="752400" y="2590560"/>
            <a:ext cx="2772000" cy="438480"/>
          </a:xfrm>
          <a:custGeom>
            <a:avLst/>
            <a:gdLst/>
            <a:ahLst/>
            <a:cxnLst/>
            <a:rect l="0" t="0" r="r" b="b"/>
            <a:pathLst>
              <a:path w="7700" h="1218">
                <a:moveTo>
                  <a:pt x="0" y="0"/>
                </a:moveTo>
                <a:lnTo>
                  <a:pt x="7700" y="0"/>
                </a:lnTo>
                <a:lnTo>
                  <a:pt x="7700"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78" name="Freeform: Shape 1177"/>
          <p:cNvSpPr/>
          <p:nvPr/>
        </p:nvSpPr>
        <p:spPr>
          <a:xfrm>
            <a:off x="3524040" y="2590560"/>
            <a:ext cx="2429280" cy="438480"/>
          </a:xfrm>
          <a:custGeom>
            <a:avLst/>
            <a:gdLst/>
            <a:ahLst/>
            <a:cxnLst/>
            <a:rect l="0" t="0" r="r" b="b"/>
            <a:pathLst>
              <a:path w="6748" h="1218">
                <a:moveTo>
                  <a:pt x="0" y="0"/>
                </a:moveTo>
                <a:lnTo>
                  <a:pt x="6748" y="0"/>
                </a:lnTo>
                <a:lnTo>
                  <a:pt x="6748"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79" name="Freeform: Shape 1178"/>
          <p:cNvSpPr/>
          <p:nvPr/>
        </p:nvSpPr>
        <p:spPr>
          <a:xfrm>
            <a:off x="5952960" y="2590560"/>
            <a:ext cx="2457720" cy="438480"/>
          </a:xfrm>
          <a:custGeom>
            <a:avLst/>
            <a:gdLst/>
            <a:ahLst/>
            <a:cxnLst/>
            <a:rect l="0" t="0" r="r" b="b"/>
            <a:pathLst>
              <a:path w="6827" h="1218">
                <a:moveTo>
                  <a:pt x="0" y="0"/>
                </a:moveTo>
                <a:lnTo>
                  <a:pt x="6827" y="0"/>
                </a:lnTo>
                <a:lnTo>
                  <a:pt x="6827"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80" name="Freeform: Shape 1179"/>
          <p:cNvSpPr/>
          <p:nvPr/>
        </p:nvSpPr>
        <p:spPr>
          <a:xfrm>
            <a:off x="8410320" y="2590560"/>
            <a:ext cx="3029400" cy="438480"/>
          </a:xfrm>
          <a:custGeom>
            <a:avLst/>
            <a:gdLst/>
            <a:ahLst/>
            <a:cxnLst/>
            <a:rect l="0" t="0" r="r" b="b"/>
            <a:pathLst>
              <a:path w="8415" h="1218">
                <a:moveTo>
                  <a:pt x="0" y="0"/>
                </a:moveTo>
                <a:lnTo>
                  <a:pt x="8415" y="0"/>
                </a:lnTo>
                <a:lnTo>
                  <a:pt x="8415"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81" name="Freeform: Shape 1180"/>
          <p:cNvSpPr/>
          <p:nvPr/>
        </p:nvSpPr>
        <p:spPr>
          <a:xfrm>
            <a:off x="752400" y="2590560"/>
            <a:ext cx="2772000" cy="438480"/>
          </a:xfrm>
          <a:custGeom>
            <a:avLst/>
            <a:gdLst/>
            <a:ahLst/>
            <a:cxnLst/>
            <a:rect l="0" t="0" r="r" b="b"/>
            <a:pathLst>
              <a:path w="7700" h="1218">
                <a:moveTo>
                  <a:pt x="0" y="0"/>
                </a:moveTo>
                <a:lnTo>
                  <a:pt x="7700" y="0"/>
                </a:lnTo>
                <a:lnTo>
                  <a:pt x="7700"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82" name="Freeform: Shape 1181"/>
          <p:cNvSpPr/>
          <p:nvPr/>
        </p:nvSpPr>
        <p:spPr>
          <a:xfrm>
            <a:off x="3524040" y="2590560"/>
            <a:ext cx="2429280" cy="438480"/>
          </a:xfrm>
          <a:custGeom>
            <a:avLst/>
            <a:gdLst/>
            <a:ahLst/>
            <a:cxnLst/>
            <a:rect l="0" t="0" r="r" b="b"/>
            <a:pathLst>
              <a:path w="6748" h="1218">
                <a:moveTo>
                  <a:pt x="0" y="0"/>
                </a:moveTo>
                <a:lnTo>
                  <a:pt x="6748" y="0"/>
                </a:lnTo>
                <a:lnTo>
                  <a:pt x="6748"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83" name="Freeform: Shape 1182"/>
          <p:cNvSpPr/>
          <p:nvPr/>
        </p:nvSpPr>
        <p:spPr>
          <a:xfrm>
            <a:off x="5952960" y="2590560"/>
            <a:ext cx="2457720" cy="438480"/>
          </a:xfrm>
          <a:custGeom>
            <a:avLst/>
            <a:gdLst/>
            <a:ahLst/>
            <a:cxnLst/>
            <a:rect l="0" t="0" r="r" b="b"/>
            <a:pathLst>
              <a:path w="6827" h="1218">
                <a:moveTo>
                  <a:pt x="0" y="0"/>
                </a:moveTo>
                <a:lnTo>
                  <a:pt x="6827" y="0"/>
                </a:lnTo>
                <a:lnTo>
                  <a:pt x="6827"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84" name="Freeform: Shape 1183"/>
          <p:cNvSpPr/>
          <p:nvPr/>
        </p:nvSpPr>
        <p:spPr>
          <a:xfrm>
            <a:off x="8410320" y="2590560"/>
            <a:ext cx="3029400" cy="438480"/>
          </a:xfrm>
          <a:custGeom>
            <a:avLst/>
            <a:gdLst/>
            <a:ahLst/>
            <a:cxnLst/>
            <a:rect l="0" t="0" r="r" b="b"/>
            <a:pathLst>
              <a:path w="8415" h="1218">
                <a:moveTo>
                  <a:pt x="0" y="0"/>
                </a:moveTo>
                <a:lnTo>
                  <a:pt x="8415" y="0"/>
                </a:lnTo>
                <a:lnTo>
                  <a:pt x="8415"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85" name="Freeform: Shape 1184"/>
          <p:cNvSpPr/>
          <p:nvPr/>
        </p:nvSpPr>
        <p:spPr>
          <a:xfrm>
            <a:off x="752400" y="3028680"/>
            <a:ext cx="2772000" cy="429120"/>
          </a:xfrm>
          <a:custGeom>
            <a:avLst/>
            <a:gdLst/>
            <a:ahLst/>
            <a:cxnLst/>
            <a:rect l="0" t="0" r="r" b="b"/>
            <a:pathLst>
              <a:path w="7700" h="1192">
                <a:moveTo>
                  <a:pt x="0" y="0"/>
                </a:moveTo>
                <a:lnTo>
                  <a:pt x="7700" y="0"/>
                </a:lnTo>
                <a:lnTo>
                  <a:pt x="7700"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86" name="Freeform: Shape 1185"/>
          <p:cNvSpPr/>
          <p:nvPr/>
        </p:nvSpPr>
        <p:spPr>
          <a:xfrm>
            <a:off x="3524040" y="3028680"/>
            <a:ext cx="2429280" cy="429120"/>
          </a:xfrm>
          <a:custGeom>
            <a:avLst/>
            <a:gdLst/>
            <a:ahLst/>
            <a:cxnLst/>
            <a:rect l="0" t="0" r="r" b="b"/>
            <a:pathLst>
              <a:path w="6748" h="1192">
                <a:moveTo>
                  <a:pt x="0" y="0"/>
                </a:moveTo>
                <a:lnTo>
                  <a:pt x="6748" y="0"/>
                </a:lnTo>
                <a:lnTo>
                  <a:pt x="6748"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87" name="Freeform: Shape 1186"/>
          <p:cNvSpPr/>
          <p:nvPr/>
        </p:nvSpPr>
        <p:spPr>
          <a:xfrm>
            <a:off x="5952960" y="3028680"/>
            <a:ext cx="2457720" cy="429120"/>
          </a:xfrm>
          <a:custGeom>
            <a:avLst/>
            <a:gdLst/>
            <a:ahLst/>
            <a:cxnLst/>
            <a:rect l="0" t="0" r="r" b="b"/>
            <a:pathLst>
              <a:path w="6827" h="1192">
                <a:moveTo>
                  <a:pt x="0" y="0"/>
                </a:moveTo>
                <a:lnTo>
                  <a:pt x="6827" y="0"/>
                </a:lnTo>
                <a:lnTo>
                  <a:pt x="6827"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88" name="Freeform: Shape 1187"/>
          <p:cNvSpPr/>
          <p:nvPr/>
        </p:nvSpPr>
        <p:spPr>
          <a:xfrm>
            <a:off x="8410320" y="3028680"/>
            <a:ext cx="3029400" cy="429120"/>
          </a:xfrm>
          <a:custGeom>
            <a:avLst/>
            <a:gdLst/>
            <a:ahLst/>
            <a:cxnLst/>
            <a:rect l="0" t="0" r="r" b="b"/>
            <a:pathLst>
              <a:path w="8415" h="1192">
                <a:moveTo>
                  <a:pt x="0" y="0"/>
                </a:moveTo>
                <a:lnTo>
                  <a:pt x="8415" y="0"/>
                </a:lnTo>
                <a:lnTo>
                  <a:pt x="8415"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89" name="Freeform: Shape 1188"/>
          <p:cNvSpPr/>
          <p:nvPr/>
        </p:nvSpPr>
        <p:spPr>
          <a:xfrm>
            <a:off x="752400" y="3028680"/>
            <a:ext cx="2772000" cy="429120"/>
          </a:xfrm>
          <a:custGeom>
            <a:avLst/>
            <a:gdLst/>
            <a:ahLst/>
            <a:cxnLst/>
            <a:rect l="0" t="0" r="r" b="b"/>
            <a:pathLst>
              <a:path w="7700" h="1192">
                <a:moveTo>
                  <a:pt x="0" y="0"/>
                </a:moveTo>
                <a:lnTo>
                  <a:pt x="7700" y="0"/>
                </a:lnTo>
                <a:lnTo>
                  <a:pt x="7700"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90" name="Freeform: Shape 1189"/>
          <p:cNvSpPr/>
          <p:nvPr/>
        </p:nvSpPr>
        <p:spPr>
          <a:xfrm>
            <a:off x="3524040" y="3028680"/>
            <a:ext cx="2429280" cy="429120"/>
          </a:xfrm>
          <a:custGeom>
            <a:avLst/>
            <a:gdLst/>
            <a:ahLst/>
            <a:cxnLst/>
            <a:rect l="0" t="0" r="r" b="b"/>
            <a:pathLst>
              <a:path w="6748" h="1192">
                <a:moveTo>
                  <a:pt x="0" y="0"/>
                </a:moveTo>
                <a:lnTo>
                  <a:pt x="6748" y="0"/>
                </a:lnTo>
                <a:lnTo>
                  <a:pt x="6748"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91" name="Freeform: Shape 1190"/>
          <p:cNvSpPr/>
          <p:nvPr/>
        </p:nvSpPr>
        <p:spPr>
          <a:xfrm>
            <a:off x="5952960" y="3028680"/>
            <a:ext cx="2457720" cy="429120"/>
          </a:xfrm>
          <a:custGeom>
            <a:avLst/>
            <a:gdLst/>
            <a:ahLst/>
            <a:cxnLst/>
            <a:rect l="0" t="0" r="r" b="b"/>
            <a:pathLst>
              <a:path w="6827" h="1192">
                <a:moveTo>
                  <a:pt x="0" y="0"/>
                </a:moveTo>
                <a:lnTo>
                  <a:pt x="6827" y="0"/>
                </a:lnTo>
                <a:lnTo>
                  <a:pt x="682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92" name="Freeform: Shape 1191"/>
          <p:cNvSpPr/>
          <p:nvPr/>
        </p:nvSpPr>
        <p:spPr>
          <a:xfrm>
            <a:off x="8410320" y="3028680"/>
            <a:ext cx="3029400" cy="429120"/>
          </a:xfrm>
          <a:custGeom>
            <a:avLst/>
            <a:gdLst/>
            <a:ahLst/>
            <a:cxnLst/>
            <a:rect l="0" t="0" r="r" b="b"/>
            <a:pathLst>
              <a:path w="8415" h="1192">
                <a:moveTo>
                  <a:pt x="0" y="0"/>
                </a:moveTo>
                <a:lnTo>
                  <a:pt x="8415" y="0"/>
                </a:lnTo>
                <a:lnTo>
                  <a:pt x="8415"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93" name="Freeform: Shape 1192"/>
          <p:cNvSpPr/>
          <p:nvPr/>
        </p:nvSpPr>
        <p:spPr>
          <a:xfrm>
            <a:off x="752400" y="3457440"/>
            <a:ext cx="2772000" cy="428760"/>
          </a:xfrm>
          <a:custGeom>
            <a:avLst/>
            <a:gdLst/>
            <a:ahLst/>
            <a:cxnLst/>
            <a:rect l="0" t="0" r="r" b="b"/>
            <a:pathLst>
              <a:path w="7700" h="1191">
                <a:moveTo>
                  <a:pt x="0" y="0"/>
                </a:moveTo>
                <a:lnTo>
                  <a:pt x="7700" y="0"/>
                </a:lnTo>
                <a:lnTo>
                  <a:pt x="7700"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94" name="Freeform: Shape 1193"/>
          <p:cNvSpPr/>
          <p:nvPr/>
        </p:nvSpPr>
        <p:spPr>
          <a:xfrm>
            <a:off x="3524040" y="3457440"/>
            <a:ext cx="2429280" cy="428760"/>
          </a:xfrm>
          <a:custGeom>
            <a:avLst/>
            <a:gdLst/>
            <a:ahLst/>
            <a:cxnLst/>
            <a:rect l="0" t="0" r="r" b="b"/>
            <a:pathLst>
              <a:path w="6748" h="1191">
                <a:moveTo>
                  <a:pt x="0" y="0"/>
                </a:moveTo>
                <a:lnTo>
                  <a:pt x="6748" y="0"/>
                </a:lnTo>
                <a:lnTo>
                  <a:pt x="6748"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95" name="Freeform: Shape 1194"/>
          <p:cNvSpPr/>
          <p:nvPr/>
        </p:nvSpPr>
        <p:spPr>
          <a:xfrm>
            <a:off x="5952960" y="3457440"/>
            <a:ext cx="2457720" cy="428760"/>
          </a:xfrm>
          <a:custGeom>
            <a:avLst/>
            <a:gdLst/>
            <a:ahLst/>
            <a:cxnLst/>
            <a:rect l="0" t="0" r="r" b="b"/>
            <a:pathLst>
              <a:path w="6827" h="1191">
                <a:moveTo>
                  <a:pt x="0" y="0"/>
                </a:moveTo>
                <a:lnTo>
                  <a:pt x="6827" y="0"/>
                </a:lnTo>
                <a:lnTo>
                  <a:pt x="6827"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96" name="Freeform: Shape 1195"/>
          <p:cNvSpPr/>
          <p:nvPr/>
        </p:nvSpPr>
        <p:spPr>
          <a:xfrm>
            <a:off x="8410320" y="3457440"/>
            <a:ext cx="3029400" cy="428760"/>
          </a:xfrm>
          <a:custGeom>
            <a:avLst/>
            <a:gdLst/>
            <a:ahLst/>
            <a:cxnLst/>
            <a:rect l="0" t="0" r="r" b="b"/>
            <a:pathLst>
              <a:path w="8415" h="1191">
                <a:moveTo>
                  <a:pt x="0" y="0"/>
                </a:moveTo>
                <a:lnTo>
                  <a:pt x="8415" y="0"/>
                </a:lnTo>
                <a:lnTo>
                  <a:pt x="8415"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97" name="Freeform: Shape 1196"/>
          <p:cNvSpPr/>
          <p:nvPr/>
        </p:nvSpPr>
        <p:spPr>
          <a:xfrm>
            <a:off x="752400" y="3457440"/>
            <a:ext cx="2772000" cy="428760"/>
          </a:xfrm>
          <a:custGeom>
            <a:avLst/>
            <a:gdLst/>
            <a:ahLst/>
            <a:cxnLst/>
            <a:rect l="0" t="0" r="r" b="b"/>
            <a:pathLst>
              <a:path w="7700" h="1191">
                <a:moveTo>
                  <a:pt x="0" y="0"/>
                </a:moveTo>
                <a:lnTo>
                  <a:pt x="7700" y="0"/>
                </a:lnTo>
                <a:lnTo>
                  <a:pt x="7700"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98" name="Freeform: Shape 1197"/>
          <p:cNvSpPr/>
          <p:nvPr/>
        </p:nvSpPr>
        <p:spPr>
          <a:xfrm>
            <a:off x="3524040" y="3457440"/>
            <a:ext cx="2429280" cy="428760"/>
          </a:xfrm>
          <a:custGeom>
            <a:avLst/>
            <a:gdLst/>
            <a:ahLst/>
            <a:cxnLst/>
            <a:rect l="0" t="0" r="r" b="b"/>
            <a:pathLst>
              <a:path w="6748" h="1191">
                <a:moveTo>
                  <a:pt x="0" y="0"/>
                </a:moveTo>
                <a:lnTo>
                  <a:pt x="6748" y="0"/>
                </a:lnTo>
                <a:lnTo>
                  <a:pt x="6748"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199" name="Freeform: Shape 1198"/>
          <p:cNvSpPr/>
          <p:nvPr/>
        </p:nvSpPr>
        <p:spPr>
          <a:xfrm>
            <a:off x="5952960" y="3457440"/>
            <a:ext cx="2457720" cy="428760"/>
          </a:xfrm>
          <a:custGeom>
            <a:avLst/>
            <a:gdLst/>
            <a:ahLst/>
            <a:cxnLst/>
            <a:rect l="0" t="0" r="r" b="b"/>
            <a:pathLst>
              <a:path w="6827" h="1191">
                <a:moveTo>
                  <a:pt x="0" y="0"/>
                </a:moveTo>
                <a:lnTo>
                  <a:pt x="6827" y="0"/>
                </a:lnTo>
                <a:lnTo>
                  <a:pt x="6827"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00" name="Freeform: Shape 1199"/>
          <p:cNvSpPr/>
          <p:nvPr/>
        </p:nvSpPr>
        <p:spPr>
          <a:xfrm>
            <a:off x="8410320" y="3457440"/>
            <a:ext cx="3029400" cy="428760"/>
          </a:xfrm>
          <a:custGeom>
            <a:avLst/>
            <a:gdLst/>
            <a:ahLst/>
            <a:cxnLst/>
            <a:rect l="0" t="0" r="r" b="b"/>
            <a:pathLst>
              <a:path w="8415" h="1191">
                <a:moveTo>
                  <a:pt x="0" y="0"/>
                </a:moveTo>
                <a:lnTo>
                  <a:pt x="8415" y="0"/>
                </a:lnTo>
                <a:lnTo>
                  <a:pt x="8415"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01" name="Freeform: Shape 1200"/>
          <p:cNvSpPr/>
          <p:nvPr/>
        </p:nvSpPr>
        <p:spPr>
          <a:xfrm>
            <a:off x="752400" y="3885840"/>
            <a:ext cx="2772000" cy="438840"/>
          </a:xfrm>
          <a:custGeom>
            <a:avLst/>
            <a:gdLst/>
            <a:ahLst/>
            <a:cxnLst/>
            <a:rect l="0" t="0" r="r" b="b"/>
            <a:pathLst>
              <a:path w="7700" h="1219">
                <a:moveTo>
                  <a:pt x="0" y="0"/>
                </a:moveTo>
                <a:lnTo>
                  <a:pt x="7700" y="0"/>
                </a:lnTo>
                <a:lnTo>
                  <a:pt x="7700" y="1219"/>
                </a:lnTo>
                <a:lnTo>
                  <a:pt x="0" y="1219"/>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02" name="Freeform: Shape 1201"/>
          <p:cNvSpPr/>
          <p:nvPr/>
        </p:nvSpPr>
        <p:spPr>
          <a:xfrm>
            <a:off x="3524040" y="3885840"/>
            <a:ext cx="2429280" cy="438840"/>
          </a:xfrm>
          <a:custGeom>
            <a:avLst/>
            <a:gdLst/>
            <a:ahLst/>
            <a:cxnLst/>
            <a:rect l="0" t="0" r="r" b="b"/>
            <a:pathLst>
              <a:path w="6748" h="1219">
                <a:moveTo>
                  <a:pt x="0" y="0"/>
                </a:moveTo>
                <a:lnTo>
                  <a:pt x="6748" y="0"/>
                </a:lnTo>
                <a:lnTo>
                  <a:pt x="6748" y="1219"/>
                </a:lnTo>
                <a:lnTo>
                  <a:pt x="0" y="1219"/>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03" name="Freeform: Shape 1202"/>
          <p:cNvSpPr/>
          <p:nvPr/>
        </p:nvSpPr>
        <p:spPr>
          <a:xfrm>
            <a:off x="5952960" y="3885840"/>
            <a:ext cx="2457720" cy="438840"/>
          </a:xfrm>
          <a:custGeom>
            <a:avLst/>
            <a:gdLst/>
            <a:ahLst/>
            <a:cxnLst/>
            <a:rect l="0" t="0" r="r" b="b"/>
            <a:pathLst>
              <a:path w="6827" h="1219">
                <a:moveTo>
                  <a:pt x="0" y="0"/>
                </a:moveTo>
                <a:lnTo>
                  <a:pt x="6827" y="0"/>
                </a:lnTo>
                <a:lnTo>
                  <a:pt x="6827" y="1219"/>
                </a:lnTo>
                <a:lnTo>
                  <a:pt x="0" y="1219"/>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04" name="Freeform: Shape 1203"/>
          <p:cNvSpPr/>
          <p:nvPr/>
        </p:nvSpPr>
        <p:spPr>
          <a:xfrm>
            <a:off x="8410320" y="3885840"/>
            <a:ext cx="3029400" cy="438840"/>
          </a:xfrm>
          <a:custGeom>
            <a:avLst/>
            <a:gdLst/>
            <a:ahLst/>
            <a:cxnLst/>
            <a:rect l="0" t="0" r="r" b="b"/>
            <a:pathLst>
              <a:path w="8415" h="1219">
                <a:moveTo>
                  <a:pt x="0" y="0"/>
                </a:moveTo>
                <a:lnTo>
                  <a:pt x="8415" y="0"/>
                </a:lnTo>
                <a:lnTo>
                  <a:pt x="8415" y="1219"/>
                </a:lnTo>
                <a:lnTo>
                  <a:pt x="0" y="1219"/>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05" name="Freeform: Shape 1204"/>
          <p:cNvSpPr/>
          <p:nvPr/>
        </p:nvSpPr>
        <p:spPr>
          <a:xfrm>
            <a:off x="752400" y="3885840"/>
            <a:ext cx="2772000" cy="438840"/>
          </a:xfrm>
          <a:custGeom>
            <a:avLst/>
            <a:gdLst/>
            <a:ahLst/>
            <a:cxnLst/>
            <a:rect l="0" t="0" r="r" b="b"/>
            <a:pathLst>
              <a:path w="7700" h="1219">
                <a:moveTo>
                  <a:pt x="0" y="0"/>
                </a:moveTo>
                <a:lnTo>
                  <a:pt x="7700" y="0"/>
                </a:lnTo>
                <a:lnTo>
                  <a:pt x="7700" y="1219"/>
                </a:lnTo>
                <a:lnTo>
                  <a:pt x="0" y="1219"/>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06" name="Freeform: Shape 1205"/>
          <p:cNvSpPr/>
          <p:nvPr/>
        </p:nvSpPr>
        <p:spPr>
          <a:xfrm>
            <a:off x="3524040" y="3885840"/>
            <a:ext cx="2429280" cy="438840"/>
          </a:xfrm>
          <a:custGeom>
            <a:avLst/>
            <a:gdLst/>
            <a:ahLst/>
            <a:cxnLst/>
            <a:rect l="0" t="0" r="r" b="b"/>
            <a:pathLst>
              <a:path w="6748" h="1219">
                <a:moveTo>
                  <a:pt x="0" y="0"/>
                </a:moveTo>
                <a:lnTo>
                  <a:pt x="6748" y="0"/>
                </a:lnTo>
                <a:lnTo>
                  <a:pt x="6748" y="1219"/>
                </a:lnTo>
                <a:lnTo>
                  <a:pt x="0" y="1219"/>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07" name="Freeform: Shape 1206"/>
          <p:cNvSpPr/>
          <p:nvPr/>
        </p:nvSpPr>
        <p:spPr>
          <a:xfrm>
            <a:off x="5952960" y="3885840"/>
            <a:ext cx="2457720" cy="438840"/>
          </a:xfrm>
          <a:custGeom>
            <a:avLst/>
            <a:gdLst/>
            <a:ahLst/>
            <a:cxnLst/>
            <a:rect l="0" t="0" r="r" b="b"/>
            <a:pathLst>
              <a:path w="6827" h="1219">
                <a:moveTo>
                  <a:pt x="0" y="0"/>
                </a:moveTo>
                <a:lnTo>
                  <a:pt x="6827" y="0"/>
                </a:lnTo>
                <a:lnTo>
                  <a:pt x="6827" y="1219"/>
                </a:lnTo>
                <a:lnTo>
                  <a:pt x="0" y="1219"/>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08" name="Freeform: Shape 1207"/>
          <p:cNvSpPr/>
          <p:nvPr/>
        </p:nvSpPr>
        <p:spPr>
          <a:xfrm>
            <a:off x="8410320" y="3885840"/>
            <a:ext cx="3029400" cy="438840"/>
          </a:xfrm>
          <a:custGeom>
            <a:avLst/>
            <a:gdLst/>
            <a:ahLst/>
            <a:cxnLst/>
            <a:rect l="0" t="0" r="r" b="b"/>
            <a:pathLst>
              <a:path w="8415" h="1219">
                <a:moveTo>
                  <a:pt x="0" y="0"/>
                </a:moveTo>
                <a:lnTo>
                  <a:pt x="8415" y="0"/>
                </a:lnTo>
                <a:lnTo>
                  <a:pt x="8415" y="1219"/>
                </a:lnTo>
                <a:lnTo>
                  <a:pt x="0" y="1219"/>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09" name="Freeform: Shape 1208"/>
          <p:cNvSpPr/>
          <p:nvPr/>
        </p:nvSpPr>
        <p:spPr>
          <a:xfrm>
            <a:off x="752400" y="4324320"/>
            <a:ext cx="2772000" cy="428760"/>
          </a:xfrm>
          <a:custGeom>
            <a:avLst/>
            <a:gdLst/>
            <a:ahLst/>
            <a:cxnLst/>
            <a:rect l="0" t="0" r="r" b="b"/>
            <a:pathLst>
              <a:path w="7700" h="1191">
                <a:moveTo>
                  <a:pt x="0" y="0"/>
                </a:moveTo>
                <a:lnTo>
                  <a:pt x="7700" y="0"/>
                </a:lnTo>
                <a:lnTo>
                  <a:pt x="7700"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10" name="Freeform: Shape 1209"/>
          <p:cNvSpPr/>
          <p:nvPr/>
        </p:nvSpPr>
        <p:spPr>
          <a:xfrm>
            <a:off x="3524040" y="4324320"/>
            <a:ext cx="2429280" cy="428760"/>
          </a:xfrm>
          <a:custGeom>
            <a:avLst/>
            <a:gdLst/>
            <a:ahLst/>
            <a:cxnLst/>
            <a:rect l="0" t="0" r="r" b="b"/>
            <a:pathLst>
              <a:path w="6748" h="1191">
                <a:moveTo>
                  <a:pt x="0" y="0"/>
                </a:moveTo>
                <a:lnTo>
                  <a:pt x="6748" y="0"/>
                </a:lnTo>
                <a:lnTo>
                  <a:pt x="6748"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11" name="Freeform: Shape 1210"/>
          <p:cNvSpPr/>
          <p:nvPr/>
        </p:nvSpPr>
        <p:spPr>
          <a:xfrm>
            <a:off x="5952960" y="4324320"/>
            <a:ext cx="2457720" cy="428760"/>
          </a:xfrm>
          <a:custGeom>
            <a:avLst/>
            <a:gdLst/>
            <a:ahLst/>
            <a:cxnLst/>
            <a:rect l="0" t="0" r="r" b="b"/>
            <a:pathLst>
              <a:path w="6827" h="1191">
                <a:moveTo>
                  <a:pt x="0" y="0"/>
                </a:moveTo>
                <a:lnTo>
                  <a:pt x="6827" y="0"/>
                </a:lnTo>
                <a:lnTo>
                  <a:pt x="6827"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12" name="Freeform: Shape 1211"/>
          <p:cNvSpPr/>
          <p:nvPr/>
        </p:nvSpPr>
        <p:spPr>
          <a:xfrm>
            <a:off x="8410320" y="4324320"/>
            <a:ext cx="3029400" cy="428760"/>
          </a:xfrm>
          <a:custGeom>
            <a:avLst/>
            <a:gdLst/>
            <a:ahLst/>
            <a:cxnLst/>
            <a:rect l="0" t="0" r="r" b="b"/>
            <a:pathLst>
              <a:path w="8415" h="1191">
                <a:moveTo>
                  <a:pt x="0" y="0"/>
                </a:moveTo>
                <a:lnTo>
                  <a:pt x="8415" y="0"/>
                </a:lnTo>
                <a:lnTo>
                  <a:pt x="8415"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13" name="Freeform: Shape 1212"/>
          <p:cNvSpPr/>
          <p:nvPr/>
        </p:nvSpPr>
        <p:spPr>
          <a:xfrm>
            <a:off x="752400" y="4324320"/>
            <a:ext cx="2772000" cy="428760"/>
          </a:xfrm>
          <a:custGeom>
            <a:avLst/>
            <a:gdLst/>
            <a:ahLst/>
            <a:cxnLst/>
            <a:rect l="0" t="0" r="r" b="b"/>
            <a:pathLst>
              <a:path w="7700" h="1191">
                <a:moveTo>
                  <a:pt x="0" y="0"/>
                </a:moveTo>
                <a:lnTo>
                  <a:pt x="7700" y="0"/>
                </a:lnTo>
                <a:lnTo>
                  <a:pt x="7700"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14" name="Freeform: Shape 1213"/>
          <p:cNvSpPr/>
          <p:nvPr/>
        </p:nvSpPr>
        <p:spPr>
          <a:xfrm>
            <a:off x="3524040" y="4324320"/>
            <a:ext cx="2429280" cy="428760"/>
          </a:xfrm>
          <a:custGeom>
            <a:avLst/>
            <a:gdLst/>
            <a:ahLst/>
            <a:cxnLst/>
            <a:rect l="0" t="0" r="r" b="b"/>
            <a:pathLst>
              <a:path w="6748" h="1191">
                <a:moveTo>
                  <a:pt x="0" y="0"/>
                </a:moveTo>
                <a:lnTo>
                  <a:pt x="6748" y="0"/>
                </a:lnTo>
                <a:lnTo>
                  <a:pt x="6748"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15" name="Freeform: Shape 1214"/>
          <p:cNvSpPr/>
          <p:nvPr/>
        </p:nvSpPr>
        <p:spPr>
          <a:xfrm>
            <a:off x="5952960" y="4324320"/>
            <a:ext cx="2457720" cy="428760"/>
          </a:xfrm>
          <a:custGeom>
            <a:avLst/>
            <a:gdLst/>
            <a:ahLst/>
            <a:cxnLst/>
            <a:rect l="0" t="0" r="r" b="b"/>
            <a:pathLst>
              <a:path w="6827" h="1191">
                <a:moveTo>
                  <a:pt x="0" y="0"/>
                </a:moveTo>
                <a:lnTo>
                  <a:pt x="6827" y="0"/>
                </a:lnTo>
                <a:lnTo>
                  <a:pt x="6827"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16" name="Freeform: Shape 1215"/>
          <p:cNvSpPr/>
          <p:nvPr/>
        </p:nvSpPr>
        <p:spPr>
          <a:xfrm>
            <a:off x="8410320" y="4324320"/>
            <a:ext cx="3029400" cy="428760"/>
          </a:xfrm>
          <a:custGeom>
            <a:avLst/>
            <a:gdLst/>
            <a:ahLst/>
            <a:cxnLst/>
            <a:rect l="0" t="0" r="r" b="b"/>
            <a:pathLst>
              <a:path w="8415" h="1191">
                <a:moveTo>
                  <a:pt x="0" y="0"/>
                </a:moveTo>
                <a:lnTo>
                  <a:pt x="8415" y="0"/>
                </a:lnTo>
                <a:lnTo>
                  <a:pt x="8415"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17" name="Freeform: Shape 1216"/>
          <p:cNvSpPr/>
          <p:nvPr/>
        </p:nvSpPr>
        <p:spPr>
          <a:xfrm>
            <a:off x="752400" y="4752720"/>
            <a:ext cx="2772000" cy="429120"/>
          </a:xfrm>
          <a:custGeom>
            <a:avLst/>
            <a:gdLst/>
            <a:ahLst/>
            <a:cxnLst/>
            <a:rect l="0" t="0" r="r" b="b"/>
            <a:pathLst>
              <a:path w="7700" h="1192">
                <a:moveTo>
                  <a:pt x="0" y="0"/>
                </a:moveTo>
                <a:lnTo>
                  <a:pt x="7700" y="0"/>
                </a:lnTo>
                <a:lnTo>
                  <a:pt x="7700"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18" name="Freeform: Shape 1217"/>
          <p:cNvSpPr/>
          <p:nvPr/>
        </p:nvSpPr>
        <p:spPr>
          <a:xfrm>
            <a:off x="3524040" y="4752720"/>
            <a:ext cx="2429280" cy="429120"/>
          </a:xfrm>
          <a:custGeom>
            <a:avLst/>
            <a:gdLst/>
            <a:ahLst/>
            <a:cxnLst/>
            <a:rect l="0" t="0" r="r" b="b"/>
            <a:pathLst>
              <a:path w="6748" h="1192">
                <a:moveTo>
                  <a:pt x="0" y="0"/>
                </a:moveTo>
                <a:lnTo>
                  <a:pt x="6748" y="0"/>
                </a:lnTo>
                <a:lnTo>
                  <a:pt x="6748"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19" name="Freeform: Shape 1218"/>
          <p:cNvSpPr/>
          <p:nvPr/>
        </p:nvSpPr>
        <p:spPr>
          <a:xfrm>
            <a:off x="5952960" y="4752720"/>
            <a:ext cx="2457720" cy="429120"/>
          </a:xfrm>
          <a:custGeom>
            <a:avLst/>
            <a:gdLst/>
            <a:ahLst/>
            <a:cxnLst/>
            <a:rect l="0" t="0" r="r" b="b"/>
            <a:pathLst>
              <a:path w="6827" h="1192">
                <a:moveTo>
                  <a:pt x="0" y="0"/>
                </a:moveTo>
                <a:lnTo>
                  <a:pt x="6827" y="0"/>
                </a:lnTo>
                <a:lnTo>
                  <a:pt x="6827"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20" name="Freeform: Shape 1219"/>
          <p:cNvSpPr/>
          <p:nvPr/>
        </p:nvSpPr>
        <p:spPr>
          <a:xfrm>
            <a:off x="8410320" y="4752720"/>
            <a:ext cx="3029400" cy="429120"/>
          </a:xfrm>
          <a:custGeom>
            <a:avLst/>
            <a:gdLst/>
            <a:ahLst/>
            <a:cxnLst/>
            <a:rect l="0" t="0" r="r" b="b"/>
            <a:pathLst>
              <a:path w="8415" h="1192">
                <a:moveTo>
                  <a:pt x="0" y="0"/>
                </a:moveTo>
                <a:lnTo>
                  <a:pt x="8415" y="0"/>
                </a:lnTo>
                <a:lnTo>
                  <a:pt x="8415"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21" name="Freeform: Shape 1220"/>
          <p:cNvSpPr/>
          <p:nvPr/>
        </p:nvSpPr>
        <p:spPr>
          <a:xfrm>
            <a:off x="752400" y="4752720"/>
            <a:ext cx="2772000" cy="429120"/>
          </a:xfrm>
          <a:custGeom>
            <a:avLst/>
            <a:gdLst/>
            <a:ahLst/>
            <a:cxnLst/>
            <a:rect l="0" t="0" r="r" b="b"/>
            <a:pathLst>
              <a:path w="7700" h="1192">
                <a:moveTo>
                  <a:pt x="0" y="0"/>
                </a:moveTo>
                <a:lnTo>
                  <a:pt x="7700" y="0"/>
                </a:lnTo>
                <a:lnTo>
                  <a:pt x="7700"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22" name="Freeform: Shape 1221"/>
          <p:cNvSpPr/>
          <p:nvPr/>
        </p:nvSpPr>
        <p:spPr>
          <a:xfrm>
            <a:off x="3524040" y="4752720"/>
            <a:ext cx="2429280" cy="429120"/>
          </a:xfrm>
          <a:custGeom>
            <a:avLst/>
            <a:gdLst/>
            <a:ahLst/>
            <a:cxnLst/>
            <a:rect l="0" t="0" r="r" b="b"/>
            <a:pathLst>
              <a:path w="6748" h="1192">
                <a:moveTo>
                  <a:pt x="0" y="0"/>
                </a:moveTo>
                <a:lnTo>
                  <a:pt x="6748" y="0"/>
                </a:lnTo>
                <a:lnTo>
                  <a:pt x="6748"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23" name="Freeform: Shape 1222"/>
          <p:cNvSpPr/>
          <p:nvPr/>
        </p:nvSpPr>
        <p:spPr>
          <a:xfrm>
            <a:off x="5952960" y="4752720"/>
            <a:ext cx="2457720" cy="429120"/>
          </a:xfrm>
          <a:custGeom>
            <a:avLst/>
            <a:gdLst/>
            <a:ahLst/>
            <a:cxnLst/>
            <a:rect l="0" t="0" r="r" b="b"/>
            <a:pathLst>
              <a:path w="6827" h="1192">
                <a:moveTo>
                  <a:pt x="0" y="0"/>
                </a:moveTo>
                <a:lnTo>
                  <a:pt x="6827" y="0"/>
                </a:lnTo>
                <a:lnTo>
                  <a:pt x="682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24" name="Freeform: Shape 1223"/>
          <p:cNvSpPr/>
          <p:nvPr/>
        </p:nvSpPr>
        <p:spPr>
          <a:xfrm>
            <a:off x="8410320" y="4752720"/>
            <a:ext cx="3029400" cy="429120"/>
          </a:xfrm>
          <a:custGeom>
            <a:avLst/>
            <a:gdLst/>
            <a:ahLst/>
            <a:cxnLst/>
            <a:rect l="0" t="0" r="r" b="b"/>
            <a:pathLst>
              <a:path w="8415" h="1192">
                <a:moveTo>
                  <a:pt x="0" y="0"/>
                </a:moveTo>
                <a:lnTo>
                  <a:pt x="8415" y="0"/>
                </a:lnTo>
                <a:lnTo>
                  <a:pt x="8415"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25" name="Freeform: Shape 1224"/>
          <p:cNvSpPr/>
          <p:nvPr/>
        </p:nvSpPr>
        <p:spPr>
          <a:xfrm>
            <a:off x="752400" y="5181480"/>
            <a:ext cx="2772000" cy="438480"/>
          </a:xfrm>
          <a:custGeom>
            <a:avLst/>
            <a:gdLst/>
            <a:ahLst/>
            <a:cxnLst/>
            <a:rect l="0" t="0" r="r" b="b"/>
            <a:pathLst>
              <a:path w="7700" h="1218">
                <a:moveTo>
                  <a:pt x="0" y="0"/>
                </a:moveTo>
                <a:lnTo>
                  <a:pt x="7700" y="0"/>
                </a:lnTo>
                <a:lnTo>
                  <a:pt x="7700"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26" name="Freeform: Shape 1225"/>
          <p:cNvSpPr/>
          <p:nvPr/>
        </p:nvSpPr>
        <p:spPr>
          <a:xfrm>
            <a:off x="3524040" y="5181480"/>
            <a:ext cx="2429280" cy="438480"/>
          </a:xfrm>
          <a:custGeom>
            <a:avLst/>
            <a:gdLst/>
            <a:ahLst/>
            <a:cxnLst/>
            <a:rect l="0" t="0" r="r" b="b"/>
            <a:pathLst>
              <a:path w="6748" h="1218">
                <a:moveTo>
                  <a:pt x="0" y="0"/>
                </a:moveTo>
                <a:lnTo>
                  <a:pt x="6748" y="0"/>
                </a:lnTo>
                <a:lnTo>
                  <a:pt x="6748"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27" name="Freeform: Shape 1226"/>
          <p:cNvSpPr/>
          <p:nvPr/>
        </p:nvSpPr>
        <p:spPr>
          <a:xfrm>
            <a:off x="5952960" y="5181480"/>
            <a:ext cx="2457720" cy="438480"/>
          </a:xfrm>
          <a:custGeom>
            <a:avLst/>
            <a:gdLst/>
            <a:ahLst/>
            <a:cxnLst/>
            <a:rect l="0" t="0" r="r" b="b"/>
            <a:pathLst>
              <a:path w="6827" h="1218">
                <a:moveTo>
                  <a:pt x="0" y="0"/>
                </a:moveTo>
                <a:lnTo>
                  <a:pt x="6827" y="0"/>
                </a:lnTo>
                <a:lnTo>
                  <a:pt x="6827"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28" name="Freeform: Shape 1227"/>
          <p:cNvSpPr/>
          <p:nvPr/>
        </p:nvSpPr>
        <p:spPr>
          <a:xfrm>
            <a:off x="8410320" y="5181480"/>
            <a:ext cx="3029400" cy="438480"/>
          </a:xfrm>
          <a:custGeom>
            <a:avLst/>
            <a:gdLst/>
            <a:ahLst/>
            <a:cxnLst/>
            <a:rect l="0" t="0" r="r" b="b"/>
            <a:pathLst>
              <a:path w="8415" h="1218">
                <a:moveTo>
                  <a:pt x="0" y="0"/>
                </a:moveTo>
                <a:lnTo>
                  <a:pt x="8415" y="0"/>
                </a:lnTo>
                <a:lnTo>
                  <a:pt x="8415"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29" name="Freeform: Shape 1228"/>
          <p:cNvSpPr/>
          <p:nvPr/>
        </p:nvSpPr>
        <p:spPr>
          <a:xfrm>
            <a:off x="752400" y="5181480"/>
            <a:ext cx="2772000" cy="438480"/>
          </a:xfrm>
          <a:custGeom>
            <a:avLst/>
            <a:gdLst/>
            <a:ahLst/>
            <a:cxnLst/>
            <a:rect l="0" t="0" r="r" b="b"/>
            <a:pathLst>
              <a:path w="7700" h="1218">
                <a:moveTo>
                  <a:pt x="0" y="0"/>
                </a:moveTo>
                <a:lnTo>
                  <a:pt x="7700" y="0"/>
                </a:lnTo>
                <a:lnTo>
                  <a:pt x="7700"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30" name="Freeform: Shape 1229"/>
          <p:cNvSpPr/>
          <p:nvPr/>
        </p:nvSpPr>
        <p:spPr>
          <a:xfrm>
            <a:off x="3524040" y="5181480"/>
            <a:ext cx="2429280" cy="438480"/>
          </a:xfrm>
          <a:custGeom>
            <a:avLst/>
            <a:gdLst/>
            <a:ahLst/>
            <a:cxnLst/>
            <a:rect l="0" t="0" r="r" b="b"/>
            <a:pathLst>
              <a:path w="6748" h="1218">
                <a:moveTo>
                  <a:pt x="0" y="0"/>
                </a:moveTo>
                <a:lnTo>
                  <a:pt x="6748" y="0"/>
                </a:lnTo>
                <a:lnTo>
                  <a:pt x="6748"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31" name="Freeform: Shape 1230"/>
          <p:cNvSpPr/>
          <p:nvPr/>
        </p:nvSpPr>
        <p:spPr>
          <a:xfrm>
            <a:off x="5952960" y="5181480"/>
            <a:ext cx="2457720" cy="438480"/>
          </a:xfrm>
          <a:custGeom>
            <a:avLst/>
            <a:gdLst/>
            <a:ahLst/>
            <a:cxnLst/>
            <a:rect l="0" t="0" r="r" b="b"/>
            <a:pathLst>
              <a:path w="6827" h="1218">
                <a:moveTo>
                  <a:pt x="0" y="0"/>
                </a:moveTo>
                <a:lnTo>
                  <a:pt x="6827" y="0"/>
                </a:lnTo>
                <a:lnTo>
                  <a:pt x="6827"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32" name="Freeform: Shape 1231"/>
          <p:cNvSpPr/>
          <p:nvPr/>
        </p:nvSpPr>
        <p:spPr>
          <a:xfrm>
            <a:off x="8410320" y="5181480"/>
            <a:ext cx="3029400" cy="438480"/>
          </a:xfrm>
          <a:custGeom>
            <a:avLst/>
            <a:gdLst/>
            <a:ahLst/>
            <a:cxnLst/>
            <a:rect l="0" t="0" r="r" b="b"/>
            <a:pathLst>
              <a:path w="8415" h="1218">
                <a:moveTo>
                  <a:pt x="0" y="0"/>
                </a:moveTo>
                <a:lnTo>
                  <a:pt x="8415" y="0"/>
                </a:lnTo>
                <a:lnTo>
                  <a:pt x="8415"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33" name="Freeform: Shape 1232"/>
          <p:cNvSpPr/>
          <p:nvPr/>
        </p:nvSpPr>
        <p:spPr>
          <a:xfrm>
            <a:off x="752400" y="5619600"/>
            <a:ext cx="2772000" cy="429120"/>
          </a:xfrm>
          <a:custGeom>
            <a:avLst/>
            <a:gdLst/>
            <a:ahLst/>
            <a:cxnLst/>
            <a:rect l="0" t="0" r="r" b="b"/>
            <a:pathLst>
              <a:path w="7700" h="1192">
                <a:moveTo>
                  <a:pt x="0" y="0"/>
                </a:moveTo>
                <a:lnTo>
                  <a:pt x="7700" y="0"/>
                </a:lnTo>
                <a:lnTo>
                  <a:pt x="7700"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34" name="Freeform: Shape 1233"/>
          <p:cNvSpPr/>
          <p:nvPr/>
        </p:nvSpPr>
        <p:spPr>
          <a:xfrm>
            <a:off x="3524040" y="5619600"/>
            <a:ext cx="2429280" cy="429120"/>
          </a:xfrm>
          <a:custGeom>
            <a:avLst/>
            <a:gdLst/>
            <a:ahLst/>
            <a:cxnLst/>
            <a:rect l="0" t="0" r="r" b="b"/>
            <a:pathLst>
              <a:path w="6748" h="1192">
                <a:moveTo>
                  <a:pt x="0" y="0"/>
                </a:moveTo>
                <a:lnTo>
                  <a:pt x="6748" y="0"/>
                </a:lnTo>
                <a:lnTo>
                  <a:pt x="6748"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35" name="Freeform: Shape 1234"/>
          <p:cNvSpPr/>
          <p:nvPr/>
        </p:nvSpPr>
        <p:spPr>
          <a:xfrm>
            <a:off x="5952960" y="5619600"/>
            <a:ext cx="2457720" cy="429120"/>
          </a:xfrm>
          <a:custGeom>
            <a:avLst/>
            <a:gdLst/>
            <a:ahLst/>
            <a:cxnLst/>
            <a:rect l="0" t="0" r="r" b="b"/>
            <a:pathLst>
              <a:path w="6827" h="1192">
                <a:moveTo>
                  <a:pt x="0" y="0"/>
                </a:moveTo>
                <a:lnTo>
                  <a:pt x="6827" y="0"/>
                </a:lnTo>
                <a:lnTo>
                  <a:pt x="6827"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36" name="Freeform: Shape 1235"/>
          <p:cNvSpPr/>
          <p:nvPr/>
        </p:nvSpPr>
        <p:spPr>
          <a:xfrm>
            <a:off x="8410320" y="5619600"/>
            <a:ext cx="3029400" cy="429120"/>
          </a:xfrm>
          <a:custGeom>
            <a:avLst/>
            <a:gdLst/>
            <a:ahLst/>
            <a:cxnLst/>
            <a:rect l="0" t="0" r="r" b="b"/>
            <a:pathLst>
              <a:path w="8415" h="1192">
                <a:moveTo>
                  <a:pt x="0" y="0"/>
                </a:moveTo>
                <a:lnTo>
                  <a:pt x="8415" y="0"/>
                </a:lnTo>
                <a:lnTo>
                  <a:pt x="8415"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37" name="Freeform: Shape 1236"/>
          <p:cNvSpPr/>
          <p:nvPr/>
        </p:nvSpPr>
        <p:spPr>
          <a:xfrm>
            <a:off x="752400" y="5619600"/>
            <a:ext cx="2772000" cy="429120"/>
          </a:xfrm>
          <a:custGeom>
            <a:avLst/>
            <a:gdLst/>
            <a:ahLst/>
            <a:cxnLst/>
            <a:rect l="0" t="0" r="r" b="b"/>
            <a:pathLst>
              <a:path w="7700" h="1192">
                <a:moveTo>
                  <a:pt x="0" y="0"/>
                </a:moveTo>
                <a:lnTo>
                  <a:pt x="7700" y="0"/>
                </a:lnTo>
                <a:lnTo>
                  <a:pt x="7700"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38" name="Freeform: Shape 1237"/>
          <p:cNvSpPr/>
          <p:nvPr/>
        </p:nvSpPr>
        <p:spPr>
          <a:xfrm>
            <a:off x="3524040" y="5619600"/>
            <a:ext cx="2429280" cy="429120"/>
          </a:xfrm>
          <a:custGeom>
            <a:avLst/>
            <a:gdLst/>
            <a:ahLst/>
            <a:cxnLst/>
            <a:rect l="0" t="0" r="r" b="b"/>
            <a:pathLst>
              <a:path w="6748" h="1192">
                <a:moveTo>
                  <a:pt x="0" y="0"/>
                </a:moveTo>
                <a:lnTo>
                  <a:pt x="6748" y="0"/>
                </a:lnTo>
                <a:lnTo>
                  <a:pt x="6748"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39" name="Freeform: Shape 1238"/>
          <p:cNvSpPr/>
          <p:nvPr/>
        </p:nvSpPr>
        <p:spPr>
          <a:xfrm>
            <a:off x="5952960" y="5619600"/>
            <a:ext cx="2457720" cy="429120"/>
          </a:xfrm>
          <a:custGeom>
            <a:avLst/>
            <a:gdLst/>
            <a:ahLst/>
            <a:cxnLst/>
            <a:rect l="0" t="0" r="r" b="b"/>
            <a:pathLst>
              <a:path w="6827" h="1192">
                <a:moveTo>
                  <a:pt x="0" y="0"/>
                </a:moveTo>
                <a:lnTo>
                  <a:pt x="6827" y="0"/>
                </a:lnTo>
                <a:lnTo>
                  <a:pt x="682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40" name="Freeform: Shape 1239"/>
          <p:cNvSpPr/>
          <p:nvPr/>
        </p:nvSpPr>
        <p:spPr>
          <a:xfrm>
            <a:off x="8410320" y="5619600"/>
            <a:ext cx="3029400" cy="429120"/>
          </a:xfrm>
          <a:custGeom>
            <a:avLst/>
            <a:gdLst/>
            <a:ahLst/>
            <a:cxnLst/>
            <a:rect l="0" t="0" r="r" b="b"/>
            <a:pathLst>
              <a:path w="8415" h="1192">
                <a:moveTo>
                  <a:pt x="0" y="0"/>
                </a:moveTo>
                <a:lnTo>
                  <a:pt x="8415" y="0"/>
                </a:lnTo>
                <a:lnTo>
                  <a:pt x="8415"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41" name="Freeform: Shape 1240"/>
          <p:cNvSpPr/>
          <p:nvPr/>
        </p:nvSpPr>
        <p:spPr>
          <a:xfrm>
            <a:off x="752400" y="6048360"/>
            <a:ext cx="2772000" cy="428760"/>
          </a:xfrm>
          <a:custGeom>
            <a:avLst/>
            <a:gdLst/>
            <a:ahLst/>
            <a:cxnLst/>
            <a:rect l="0" t="0" r="r" b="b"/>
            <a:pathLst>
              <a:path w="7700" h="1191">
                <a:moveTo>
                  <a:pt x="0" y="0"/>
                </a:moveTo>
                <a:lnTo>
                  <a:pt x="7700" y="0"/>
                </a:lnTo>
                <a:lnTo>
                  <a:pt x="7700"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42" name="Freeform: Shape 1241"/>
          <p:cNvSpPr/>
          <p:nvPr/>
        </p:nvSpPr>
        <p:spPr>
          <a:xfrm>
            <a:off x="3524040" y="6048360"/>
            <a:ext cx="2429280" cy="428760"/>
          </a:xfrm>
          <a:custGeom>
            <a:avLst/>
            <a:gdLst/>
            <a:ahLst/>
            <a:cxnLst/>
            <a:rect l="0" t="0" r="r" b="b"/>
            <a:pathLst>
              <a:path w="6748" h="1191">
                <a:moveTo>
                  <a:pt x="0" y="0"/>
                </a:moveTo>
                <a:lnTo>
                  <a:pt x="6748" y="0"/>
                </a:lnTo>
                <a:lnTo>
                  <a:pt x="6748"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43" name="Freeform: Shape 1242"/>
          <p:cNvSpPr/>
          <p:nvPr/>
        </p:nvSpPr>
        <p:spPr>
          <a:xfrm>
            <a:off x="5952960" y="6048360"/>
            <a:ext cx="2457720" cy="428760"/>
          </a:xfrm>
          <a:custGeom>
            <a:avLst/>
            <a:gdLst/>
            <a:ahLst/>
            <a:cxnLst/>
            <a:rect l="0" t="0" r="r" b="b"/>
            <a:pathLst>
              <a:path w="6827" h="1191">
                <a:moveTo>
                  <a:pt x="0" y="0"/>
                </a:moveTo>
                <a:lnTo>
                  <a:pt x="6827" y="0"/>
                </a:lnTo>
                <a:lnTo>
                  <a:pt x="6827"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44" name="Freeform: Shape 1243"/>
          <p:cNvSpPr/>
          <p:nvPr/>
        </p:nvSpPr>
        <p:spPr>
          <a:xfrm>
            <a:off x="8410320" y="6048360"/>
            <a:ext cx="3029400" cy="428760"/>
          </a:xfrm>
          <a:custGeom>
            <a:avLst/>
            <a:gdLst/>
            <a:ahLst/>
            <a:cxnLst/>
            <a:rect l="0" t="0" r="r" b="b"/>
            <a:pathLst>
              <a:path w="8415" h="1191">
                <a:moveTo>
                  <a:pt x="0" y="0"/>
                </a:moveTo>
                <a:lnTo>
                  <a:pt x="8415" y="0"/>
                </a:lnTo>
                <a:lnTo>
                  <a:pt x="8415"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45" name="Freeform: Shape 1244"/>
          <p:cNvSpPr/>
          <p:nvPr/>
        </p:nvSpPr>
        <p:spPr>
          <a:xfrm>
            <a:off x="752400" y="6048360"/>
            <a:ext cx="2772000" cy="428760"/>
          </a:xfrm>
          <a:custGeom>
            <a:avLst/>
            <a:gdLst/>
            <a:ahLst/>
            <a:cxnLst/>
            <a:rect l="0" t="0" r="r" b="b"/>
            <a:pathLst>
              <a:path w="7700" h="1191">
                <a:moveTo>
                  <a:pt x="0" y="0"/>
                </a:moveTo>
                <a:lnTo>
                  <a:pt x="7700" y="0"/>
                </a:lnTo>
                <a:lnTo>
                  <a:pt x="7700"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46" name="Freeform: Shape 1245"/>
          <p:cNvSpPr/>
          <p:nvPr/>
        </p:nvSpPr>
        <p:spPr>
          <a:xfrm>
            <a:off x="3524040" y="6048360"/>
            <a:ext cx="2429280" cy="428760"/>
          </a:xfrm>
          <a:custGeom>
            <a:avLst/>
            <a:gdLst/>
            <a:ahLst/>
            <a:cxnLst/>
            <a:rect l="0" t="0" r="r" b="b"/>
            <a:pathLst>
              <a:path w="6748" h="1191">
                <a:moveTo>
                  <a:pt x="0" y="0"/>
                </a:moveTo>
                <a:lnTo>
                  <a:pt x="6748" y="0"/>
                </a:lnTo>
                <a:lnTo>
                  <a:pt x="6748"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47" name="Freeform: Shape 1246"/>
          <p:cNvSpPr/>
          <p:nvPr/>
        </p:nvSpPr>
        <p:spPr>
          <a:xfrm>
            <a:off x="5952960" y="6048360"/>
            <a:ext cx="2457720" cy="428760"/>
          </a:xfrm>
          <a:custGeom>
            <a:avLst/>
            <a:gdLst/>
            <a:ahLst/>
            <a:cxnLst/>
            <a:rect l="0" t="0" r="r" b="b"/>
            <a:pathLst>
              <a:path w="6827" h="1191">
                <a:moveTo>
                  <a:pt x="0" y="0"/>
                </a:moveTo>
                <a:lnTo>
                  <a:pt x="6827" y="0"/>
                </a:lnTo>
                <a:lnTo>
                  <a:pt x="6827"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48" name="Freeform: Shape 1247"/>
          <p:cNvSpPr/>
          <p:nvPr/>
        </p:nvSpPr>
        <p:spPr>
          <a:xfrm>
            <a:off x="8410320" y="6048360"/>
            <a:ext cx="3029400" cy="428760"/>
          </a:xfrm>
          <a:custGeom>
            <a:avLst/>
            <a:gdLst/>
            <a:ahLst/>
            <a:cxnLst/>
            <a:rect l="0" t="0" r="r" b="b"/>
            <a:pathLst>
              <a:path w="8415" h="1191">
                <a:moveTo>
                  <a:pt x="0" y="0"/>
                </a:moveTo>
                <a:lnTo>
                  <a:pt x="8415" y="0"/>
                </a:lnTo>
                <a:lnTo>
                  <a:pt x="8415"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49" name="Freeform: Shape 1248"/>
          <p:cNvSpPr/>
          <p:nvPr/>
        </p:nvSpPr>
        <p:spPr>
          <a:xfrm>
            <a:off x="75240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50" name="Freeform: Shape 1249"/>
          <p:cNvSpPr/>
          <p:nvPr/>
        </p:nvSpPr>
        <p:spPr>
          <a:xfrm>
            <a:off x="752400" y="1295280"/>
            <a:ext cx="2781720" cy="9720"/>
          </a:xfrm>
          <a:custGeom>
            <a:avLst/>
            <a:gdLst/>
            <a:ahLst/>
            <a:cxnLst/>
            <a:rect l="0" t="0" r="r" b="b"/>
            <a:pathLst>
              <a:path w="7727" h="27">
                <a:moveTo>
                  <a:pt x="0" y="0"/>
                </a:moveTo>
                <a:lnTo>
                  <a:pt x="7727" y="0"/>
                </a:lnTo>
                <a:lnTo>
                  <a:pt x="772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51" name="Freeform: Shape 1250"/>
          <p:cNvSpPr/>
          <p:nvPr/>
        </p:nvSpPr>
        <p:spPr>
          <a:xfrm>
            <a:off x="3524040" y="129528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52" name="Freeform: Shape 1251"/>
          <p:cNvSpPr/>
          <p:nvPr/>
        </p:nvSpPr>
        <p:spPr>
          <a:xfrm>
            <a:off x="3533760" y="1295280"/>
            <a:ext cx="2419560" cy="9720"/>
          </a:xfrm>
          <a:custGeom>
            <a:avLst/>
            <a:gdLst/>
            <a:ahLst/>
            <a:cxnLst/>
            <a:rect l="0" t="0" r="r" b="b"/>
            <a:pathLst>
              <a:path w="6721" h="27">
                <a:moveTo>
                  <a:pt x="0" y="0"/>
                </a:moveTo>
                <a:lnTo>
                  <a:pt x="6721" y="0"/>
                </a:lnTo>
                <a:lnTo>
                  <a:pt x="672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53" name="Freeform: Shape 1252"/>
          <p:cNvSpPr/>
          <p:nvPr/>
        </p:nvSpPr>
        <p:spPr>
          <a:xfrm>
            <a:off x="5943240" y="129528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54" name="Freeform: Shape 1253"/>
          <p:cNvSpPr/>
          <p:nvPr/>
        </p:nvSpPr>
        <p:spPr>
          <a:xfrm>
            <a:off x="5952960" y="1295280"/>
            <a:ext cx="2467440" cy="9720"/>
          </a:xfrm>
          <a:custGeom>
            <a:avLst/>
            <a:gdLst/>
            <a:ahLst/>
            <a:cxnLst/>
            <a:rect l="0" t="0" r="r" b="b"/>
            <a:pathLst>
              <a:path w="6854" h="27">
                <a:moveTo>
                  <a:pt x="0" y="0"/>
                </a:moveTo>
                <a:lnTo>
                  <a:pt x="6854" y="0"/>
                </a:lnTo>
                <a:lnTo>
                  <a:pt x="6854"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55" name="Freeform: Shape 1254"/>
          <p:cNvSpPr/>
          <p:nvPr/>
        </p:nvSpPr>
        <p:spPr>
          <a:xfrm>
            <a:off x="8410320" y="129528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56" name="Freeform: Shape 1255"/>
          <p:cNvSpPr/>
          <p:nvPr/>
        </p:nvSpPr>
        <p:spPr>
          <a:xfrm>
            <a:off x="8420040" y="1295280"/>
            <a:ext cx="3029040" cy="9720"/>
          </a:xfrm>
          <a:custGeom>
            <a:avLst/>
            <a:gdLst/>
            <a:ahLst/>
            <a:cxnLst/>
            <a:rect l="0" t="0" r="r" b="b"/>
            <a:pathLst>
              <a:path w="8414" h="27">
                <a:moveTo>
                  <a:pt x="0" y="0"/>
                </a:moveTo>
                <a:lnTo>
                  <a:pt x="8414" y="0"/>
                </a:lnTo>
                <a:lnTo>
                  <a:pt x="8414"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57" name="Freeform: Shape 1256"/>
          <p:cNvSpPr/>
          <p:nvPr/>
        </p:nvSpPr>
        <p:spPr>
          <a:xfrm>
            <a:off x="1143936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58" name="Freeform: Shape 1257"/>
          <p:cNvSpPr/>
          <p:nvPr/>
        </p:nvSpPr>
        <p:spPr>
          <a:xfrm>
            <a:off x="752400" y="1723680"/>
            <a:ext cx="2781720" cy="10080"/>
          </a:xfrm>
          <a:custGeom>
            <a:avLst/>
            <a:gdLst/>
            <a:ahLst/>
            <a:cxnLst/>
            <a:rect l="0" t="0" r="r" b="b"/>
            <a:pathLst>
              <a:path w="7727" h="28">
                <a:moveTo>
                  <a:pt x="0" y="0"/>
                </a:moveTo>
                <a:lnTo>
                  <a:pt x="7727" y="0"/>
                </a:lnTo>
                <a:lnTo>
                  <a:pt x="772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59" name="Freeform: Shape 1258"/>
          <p:cNvSpPr/>
          <p:nvPr/>
        </p:nvSpPr>
        <p:spPr>
          <a:xfrm>
            <a:off x="3533760" y="1723680"/>
            <a:ext cx="2419560" cy="10080"/>
          </a:xfrm>
          <a:custGeom>
            <a:avLst/>
            <a:gdLst/>
            <a:ahLst/>
            <a:cxnLst/>
            <a:rect l="0" t="0" r="r" b="b"/>
            <a:pathLst>
              <a:path w="6721" h="28">
                <a:moveTo>
                  <a:pt x="0" y="0"/>
                </a:moveTo>
                <a:lnTo>
                  <a:pt x="6721" y="0"/>
                </a:lnTo>
                <a:lnTo>
                  <a:pt x="67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60" name="Freeform: Shape 1259"/>
          <p:cNvSpPr/>
          <p:nvPr/>
        </p:nvSpPr>
        <p:spPr>
          <a:xfrm>
            <a:off x="5952960" y="1723680"/>
            <a:ext cx="2467440" cy="10080"/>
          </a:xfrm>
          <a:custGeom>
            <a:avLst/>
            <a:gdLst/>
            <a:ahLst/>
            <a:cxnLst/>
            <a:rect l="0" t="0" r="r" b="b"/>
            <a:pathLst>
              <a:path w="6854" h="28">
                <a:moveTo>
                  <a:pt x="0" y="0"/>
                </a:moveTo>
                <a:lnTo>
                  <a:pt x="6854" y="0"/>
                </a:lnTo>
                <a:lnTo>
                  <a:pt x="685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61" name="Freeform: Shape 1260"/>
          <p:cNvSpPr/>
          <p:nvPr/>
        </p:nvSpPr>
        <p:spPr>
          <a:xfrm>
            <a:off x="8420040" y="1723680"/>
            <a:ext cx="3029040" cy="10080"/>
          </a:xfrm>
          <a:custGeom>
            <a:avLst/>
            <a:gdLst/>
            <a:ahLst/>
            <a:cxnLst/>
            <a:rect l="0" t="0" r="r" b="b"/>
            <a:pathLst>
              <a:path w="8414" h="28">
                <a:moveTo>
                  <a:pt x="0" y="0"/>
                </a:moveTo>
                <a:lnTo>
                  <a:pt x="8414" y="0"/>
                </a:lnTo>
                <a:lnTo>
                  <a:pt x="841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62" name="Freeform: Shape 1261"/>
          <p:cNvSpPr/>
          <p:nvPr/>
        </p:nvSpPr>
        <p:spPr>
          <a:xfrm>
            <a:off x="752400" y="17334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63" name="Freeform: Shape 1262"/>
          <p:cNvSpPr/>
          <p:nvPr/>
        </p:nvSpPr>
        <p:spPr>
          <a:xfrm>
            <a:off x="3524040" y="173340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64" name="Freeform: Shape 1263"/>
          <p:cNvSpPr/>
          <p:nvPr/>
        </p:nvSpPr>
        <p:spPr>
          <a:xfrm>
            <a:off x="5943240" y="173340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65" name="Freeform: Shape 1264"/>
          <p:cNvSpPr/>
          <p:nvPr/>
        </p:nvSpPr>
        <p:spPr>
          <a:xfrm>
            <a:off x="8410320" y="173340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66" name="Freeform: Shape 1265"/>
          <p:cNvSpPr/>
          <p:nvPr/>
        </p:nvSpPr>
        <p:spPr>
          <a:xfrm>
            <a:off x="11439360" y="17334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67" name="Freeform: Shape 1266"/>
          <p:cNvSpPr/>
          <p:nvPr/>
        </p:nvSpPr>
        <p:spPr>
          <a:xfrm>
            <a:off x="752400" y="21621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68" name="Freeform: Shape 1267"/>
          <p:cNvSpPr/>
          <p:nvPr/>
        </p:nvSpPr>
        <p:spPr>
          <a:xfrm>
            <a:off x="752400" y="2152440"/>
            <a:ext cx="2781720" cy="10080"/>
          </a:xfrm>
          <a:custGeom>
            <a:avLst/>
            <a:gdLst/>
            <a:ahLst/>
            <a:cxnLst/>
            <a:rect l="0" t="0" r="r" b="b"/>
            <a:pathLst>
              <a:path w="7727" h="28">
                <a:moveTo>
                  <a:pt x="0" y="0"/>
                </a:moveTo>
                <a:lnTo>
                  <a:pt x="7727" y="0"/>
                </a:lnTo>
                <a:lnTo>
                  <a:pt x="772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69" name="Freeform: Shape 1268"/>
          <p:cNvSpPr/>
          <p:nvPr/>
        </p:nvSpPr>
        <p:spPr>
          <a:xfrm>
            <a:off x="3524040" y="216216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70" name="Freeform: Shape 1269"/>
          <p:cNvSpPr/>
          <p:nvPr/>
        </p:nvSpPr>
        <p:spPr>
          <a:xfrm>
            <a:off x="3533760" y="2152440"/>
            <a:ext cx="2419560" cy="10080"/>
          </a:xfrm>
          <a:custGeom>
            <a:avLst/>
            <a:gdLst/>
            <a:ahLst/>
            <a:cxnLst/>
            <a:rect l="0" t="0" r="r" b="b"/>
            <a:pathLst>
              <a:path w="6721" h="28">
                <a:moveTo>
                  <a:pt x="0" y="0"/>
                </a:moveTo>
                <a:lnTo>
                  <a:pt x="6721" y="0"/>
                </a:lnTo>
                <a:lnTo>
                  <a:pt x="67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71" name="Freeform: Shape 1270"/>
          <p:cNvSpPr/>
          <p:nvPr/>
        </p:nvSpPr>
        <p:spPr>
          <a:xfrm>
            <a:off x="5943240" y="216216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72" name="Freeform: Shape 1271"/>
          <p:cNvSpPr/>
          <p:nvPr/>
        </p:nvSpPr>
        <p:spPr>
          <a:xfrm>
            <a:off x="5952960" y="2152440"/>
            <a:ext cx="2467440" cy="10080"/>
          </a:xfrm>
          <a:custGeom>
            <a:avLst/>
            <a:gdLst/>
            <a:ahLst/>
            <a:cxnLst/>
            <a:rect l="0" t="0" r="r" b="b"/>
            <a:pathLst>
              <a:path w="6854" h="28">
                <a:moveTo>
                  <a:pt x="0" y="0"/>
                </a:moveTo>
                <a:lnTo>
                  <a:pt x="6854" y="0"/>
                </a:lnTo>
                <a:lnTo>
                  <a:pt x="685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73" name="Freeform: Shape 1272"/>
          <p:cNvSpPr/>
          <p:nvPr/>
        </p:nvSpPr>
        <p:spPr>
          <a:xfrm>
            <a:off x="8410320" y="216216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74" name="Freeform: Shape 1273"/>
          <p:cNvSpPr/>
          <p:nvPr/>
        </p:nvSpPr>
        <p:spPr>
          <a:xfrm>
            <a:off x="8420040" y="2152440"/>
            <a:ext cx="3029040" cy="10080"/>
          </a:xfrm>
          <a:custGeom>
            <a:avLst/>
            <a:gdLst/>
            <a:ahLst/>
            <a:cxnLst/>
            <a:rect l="0" t="0" r="r" b="b"/>
            <a:pathLst>
              <a:path w="8414" h="28">
                <a:moveTo>
                  <a:pt x="0" y="0"/>
                </a:moveTo>
                <a:lnTo>
                  <a:pt x="8414" y="0"/>
                </a:lnTo>
                <a:lnTo>
                  <a:pt x="841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75" name="Freeform: Shape 1274"/>
          <p:cNvSpPr/>
          <p:nvPr/>
        </p:nvSpPr>
        <p:spPr>
          <a:xfrm>
            <a:off x="11439360" y="21621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76" name="Freeform: Shape 1275"/>
          <p:cNvSpPr/>
          <p:nvPr/>
        </p:nvSpPr>
        <p:spPr>
          <a:xfrm>
            <a:off x="752400" y="260028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77" name="Freeform: Shape 1276"/>
          <p:cNvSpPr/>
          <p:nvPr/>
        </p:nvSpPr>
        <p:spPr>
          <a:xfrm>
            <a:off x="752400" y="2590560"/>
            <a:ext cx="2781720" cy="10080"/>
          </a:xfrm>
          <a:custGeom>
            <a:avLst/>
            <a:gdLst/>
            <a:ahLst/>
            <a:cxnLst/>
            <a:rect l="0" t="0" r="r" b="b"/>
            <a:pathLst>
              <a:path w="7727" h="28">
                <a:moveTo>
                  <a:pt x="0" y="0"/>
                </a:moveTo>
                <a:lnTo>
                  <a:pt x="7727" y="0"/>
                </a:lnTo>
                <a:lnTo>
                  <a:pt x="772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78" name="Freeform: Shape 1277"/>
          <p:cNvSpPr/>
          <p:nvPr/>
        </p:nvSpPr>
        <p:spPr>
          <a:xfrm>
            <a:off x="3524040" y="2600280"/>
            <a:ext cx="10080" cy="428760"/>
          </a:xfrm>
          <a:custGeom>
            <a:avLst/>
            <a:gdLst/>
            <a:ahLst/>
            <a:cxnLst/>
            <a:rect l="0" t="0" r="r" b="b"/>
            <a:pathLst>
              <a:path w="28" h="1191">
                <a:moveTo>
                  <a:pt x="0" y="0"/>
                </a:moveTo>
                <a:lnTo>
                  <a:pt x="28" y="0"/>
                </a:lnTo>
                <a:lnTo>
                  <a:pt x="28"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79" name="Freeform: Shape 1278"/>
          <p:cNvSpPr/>
          <p:nvPr/>
        </p:nvSpPr>
        <p:spPr>
          <a:xfrm>
            <a:off x="3533760" y="2590560"/>
            <a:ext cx="2419560" cy="10080"/>
          </a:xfrm>
          <a:custGeom>
            <a:avLst/>
            <a:gdLst/>
            <a:ahLst/>
            <a:cxnLst/>
            <a:rect l="0" t="0" r="r" b="b"/>
            <a:pathLst>
              <a:path w="6721" h="28">
                <a:moveTo>
                  <a:pt x="0" y="0"/>
                </a:moveTo>
                <a:lnTo>
                  <a:pt x="6721" y="0"/>
                </a:lnTo>
                <a:lnTo>
                  <a:pt x="67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80" name="Freeform: Shape 1279"/>
          <p:cNvSpPr/>
          <p:nvPr/>
        </p:nvSpPr>
        <p:spPr>
          <a:xfrm>
            <a:off x="5943240" y="2600280"/>
            <a:ext cx="10080" cy="428760"/>
          </a:xfrm>
          <a:custGeom>
            <a:avLst/>
            <a:gdLst/>
            <a:ahLst/>
            <a:cxnLst/>
            <a:rect l="0" t="0" r="r" b="b"/>
            <a:pathLst>
              <a:path w="28" h="1191">
                <a:moveTo>
                  <a:pt x="0" y="0"/>
                </a:moveTo>
                <a:lnTo>
                  <a:pt x="28" y="0"/>
                </a:lnTo>
                <a:lnTo>
                  <a:pt x="28"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81" name="Freeform: Shape 1280"/>
          <p:cNvSpPr/>
          <p:nvPr/>
        </p:nvSpPr>
        <p:spPr>
          <a:xfrm>
            <a:off x="5952960" y="2590560"/>
            <a:ext cx="2467440" cy="10080"/>
          </a:xfrm>
          <a:custGeom>
            <a:avLst/>
            <a:gdLst/>
            <a:ahLst/>
            <a:cxnLst/>
            <a:rect l="0" t="0" r="r" b="b"/>
            <a:pathLst>
              <a:path w="6854" h="28">
                <a:moveTo>
                  <a:pt x="0" y="0"/>
                </a:moveTo>
                <a:lnTo>
                  <a:pt x="6854" y="0"/>
                </a:lnTo>
                <a:lnTo>
                  <a:pt x="685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82" name="Freeform: Shape 1281"/>
          <p:cNvSpPr/>
          <p:nvPr/>
        </p:nvSpPr>
        <p:spPr>
          <a:xfrm>
            <a:off x="8410320" y="2600280"/>
            <a:ext cx="10080" cy="428760"/>
          </a:xfrm>
          <a:custGeom>
            <a:avLst/>
            <a:gdLst/>
            <a:ahLst/>
            <a:cxnLst/>
            <a:rect l="0" t="0" r="r" b="b"/>
            <a:pathLst>
              <a:path w="28" h="1191">
                <a:moveTo>
                  <a:pt x="0" y="0"/>
                </a:moveTo>
                <a:lnTo>
                  <a:pt x="28" y="0"/>
                </a:lnTo>
                <a:lnTo>
                  <a:pt x="28"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83" name="Freeform: Shape 1282"/>
          <p:cNvSpPr/>
          <p:nvPr/>
        </p:nvSpPr>
        <p:spPr>
          <a:xfrm>
            <a:off x="8420040" y="2590560"/>
            <a:ext cx="3029040" cy="10080"/>
          </a:xfrm>
          <a:custGeom>
            <a:avLst/>
            <a:gdLst/>
            <a:ahLst/>
            <a:cxnLst/>
            <a:rect l="0" t="0" r="r" b="b"/>
            <a:pathLst>
              <a:path w="8414" h="28">
                <a:moveTo>
                  <a:pt x="0" y="0"/>
                </a:moveTo>
                <a:lnTo>
                  <a:pt x="8414" y="0"/>
                </a:lnTo>
                <a:lnTo>
                  <a:pt x="841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84" name="Freeform: Shape 1283"/>
          <p:cNvSpPr/>
          <p:nvPr/>
        </p:nvSpPr>
        <p:spPr>
          <a:xfrm>
            <a:off x="11439360" y="260028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85" name="Freeform: Shape 1284"/>
          <p:cNvSpPr/>
          <p:nvPr/>
        </p:nvSpPr>
        <p:spPr>
          <a:xfrm>
            <a:off x="752400" y="302868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86" name="Freeform: Shape 1285"/>
          <p:cNvSpPr/>
          <p:nvPr/>
        </p:nvSpPr>
        <p:spPr>
          <a:xfrm>
            <a:off x="752400" y="3019320"/>
            <a:ext cx="2781720" cy="9720"/>
          </a:xfrm>
          <a:custGeom>
            <a:avLst/>
            <a:gdLst/>
            <a:ahLst/>
            <a:cxnLst/>
            <a:rect l="0" t="0" r="r" b="b"/>
            <a:pathLst>
              <a:path w="7727" h="27">
                <a:moveTo>
                  <a:pt x="0" y="0"/>
                </a:moveTo>
                <a:lnTo>
                  <a:pt x="7727" y="0"/>
                </a:lnTo>
                <a:lnTo>
                  <a:pt x="772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87" name="Freeform: Shape 1286"/>
          <p:cNvSpPr/>
          <p:nvPr/>
        </p:nvSpPr>
        <p:spPr>
          <a:xfrm>
            <a:off x="3524040" y="302868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88" name="Freeform: Shape 1287"/>
          <p:cNvSpPr/>
          <p:nvPr/>
        </p:nvSpPr>
        <p:spPr>
          <a:xfrm>
            <a:off x="3533760" y="3019320"/>
            <a:ext cx="2419560" cy="9720"/>
          </a:xfrm>
          <a:custGeom>
            <a:avLst/>
            <a:gdLst/>
            <a:ahLst/>
            <a:cxnLst/>
            <a:rect l="0" t="0" r="r" b="b"/>
            <a:pathLst>
              <a:path w="6721" h="27">
                <a:moveTo>
                  <a:pt x="0" y="0"/>
                </a:moveTo>
                <a:lnTo>
                  <a:pt x="6721" y="0"/>
                </a:lnTo>
                <a:lnTo>
                  <a:pt x="672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89" name="Freeform: Shape 1288"/>
          <p:cNvSpPr/>
          <p:nvPr/>
        </p:nvSpPr>
        <p:spPr>
          <a:xfrm>
            <a:off x="5943240" y="302868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90" name="Freeform: Shape 1289"/>
          <p:cNvSpPr/>
          <p:nvPr/>
        </p:nvSpPr>
        <p:spPr>
          <a:xfrm>
            <a:off x="5952960" y="3019320"/>
            <a:ext cx="2467440" cy="9720"/>
          </a:xfrm>
          <a:custGeom>
            <a:avLst/>
            <a:gdLst/>
            <a:ahLst/>
            <a:cxnLst/>
            <a:rect l="0" t="0" r="r" b="b"/>
            <a:pathLst>
              <a:path w="6854" h="27">
                <a:moveTo>
                  <a:pt x="0" y="0"/>
                </a:moveTo>
                <a:lnTo>
                  <a:pt x="6854" y="0"/>
                </a:lnTo>
                <a:lnTo>
                  <a:pt x="6854"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91" name="Freeform: Shape 1290"/>
          <p:cNvSpPr/>
          <p:nvPr/>
        </p:nvSpPr>
        <p:spPr>
          <a:xfrm>
            <a:off x="8410320" y="302868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92" name="Freeform: Shape 1291"/>
          <p:cNvSpPr/>
          <p:nvPr/>
        </p:nvSpPr>
        <p:spPr>
          <a:xfrm>
            <a:off x="8420040" y="3019320"/>
            <a:ext cx="3029040" cy="9720"/>
          </a:xfrm>
          <a:custGeom>
            <a:avLst/>
            <a:gdLst/>
            <a:ahLst/>
            <a:cxnLst/>
            <a:rect l="0" t="0" r="r" b="b"/>
            <a:pathLst>
              <a:path w="8414" h="27">
                <a:moveTo>
                  <a:pt x="0" y="0"/>
                </a:moveTo>
                <a:lnTo>
                  <a:pt x="8414" y="0"/>
                </a:lnTo>
                <a:lnTo>
                  <a:pt x="8414"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93" name="Freeform: Shape 1292"/>
          <p:cNvSpPr/>
          <p:nvPr/>
        </p:nvSpPr>
        <p:spPr>
          <a:xfrm>
            <a:off x="11439360" y="302868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94" name="Freeform: Shape 1293"/>
          <p:cNvSpPr/>
          <p:nvPr/>
        </p:nvSpPr>
        <p:spPr>
          <a:xfrm>
            <a:off x="752400" y="345744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95" name="Freeform: Shape 1294"/>
          <p:cNvSpPr/>
          <p:nvPr/>
        </p:nvSpPr>
        <p:spPr>
          <a:xfrm>
            <a:off x="752400" y="3447720"/>
            <a:ext cx="2781720" cy="10080"/>
          </a:xfrm>
          <a:custGeom>
            <a:avLst/>
            <a:gdLst/>
            <a:ahLst/>
            <a:cxnLst/>
            <a:rect l="0" t="0" r="r" b="b"/>
            <a:pathLst>
              <a:path w="7727" h="28">
                <a:moveTo>
                  <a:pt x="0" y="0"/>
                </a:moveTo>
                <a:lnTo>
                  <a:pt x="7727" y="0"/>
                </a:lnTo>
                <a:lnTo>
                  <a:pt x="772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96" name="Freeform: Shape 1295"/>
          <p:cNvSpPr/>
          <p:nvPr/>
        </p:nvSpPr>
        <p:spPr>
          <a:xfrm>
            <a:off x="3524040" y="345744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97" name="Freeform: Shape 1296"/>
          <p:cNvSpPr/>
          <p:nvPr/>
        </p:nvSpPr>
        <p:spPr>
          <a:xfrm>
            <a:off x="3533760" y="3447720"/>
            <a:ext cx="2419560" cy="10080"/>
          </a:xfrm>
          <a:custGeom>
            <a:avLst/>
            <a:gdLst/>
            <a:ahLst/>
            <a:cxnLst/>
            <a:rect l="0" t="0" r="r" b="b"/>
            <a:pathLst>
              <a:path w="6721" h="28">
                <a:moveTo>
                  <a:pt x="0" y="0"/>
                </a:moveTo>
                <a:lnTo>
                  <a:pt x="6721" y="0"/>
                </a:lnTo>
                <a:lnTo>
                  <a:pt x="67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98" name="Freeform: Shape 1297"/>
          <p:cNvSpPr/>
          <p:nvPr/>
        </p:nvSpPr>
        <p:spPr>
          <a:xfrm>
            <a:off x="5943240" y="345744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299" name="Freeform: Shape 1298"/>
          <p:cNvSpPr/>
          <p:nvPr/>
        </p:nvSpPr>
        <p:spPr>
          <a:xfrm>
            <a:off x="5952960" y="3447720"/>
            <a:ext cx="2467440" cy="10080"/>
          </a:xfrm>
          <a:custGeom>
            <a:avLst/>
            <a:gdLst/>
            <a:ahLst/>
            <a:cxnLst/>
            <a:rect l="0" t="0" r="r" b="b"/>
            <a:pathLst>
              <a:path w="6854" h="28">
                <a:moveTo>
                  <a:pt x="0" y="0"/>
                </a:moveTo>
                <a:lnTo>
                  <a:pt x="6854" y="0"/>
                </a:lnTo>
                <a:lnTo>
                  <a:pt x="685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00" name="Freeform: Shape 1299"/>
          <p:cNvSpPr/>
          <p:nvPr/>
        </p:nvSpPr>
        <p:spPr>
          <a:xfrm>
            <a:off x="8410320" y="345744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01" name="Freeform: Shape 1300"/>
          <p:cNvSpPr/>
          <p:nvPr/>
        </p:nvSpPr>
        <p:spPr>
          <a:xfrm>
            <a:off x="8420040" y="3447720"/>
            <a:ext cx="3029040" cy="10080"/>
          </a:xfrm>
          <a:custGeom>
            <a:avLst/>
            <a:gdLst/>
            <a:ahLst/>
            <a:cxnLst/>
            <a:rect l="0" t="0" r="r" b="b"/>
            <a:pathLst>
              <a:path w="8414" h="28">
                <a:moveTo>
                  <a:pt x="0" y="0"/>
                </a:moveTo>
                <a:lnTo>
                  <a:pt x="8414" y="0"/>
                </a:lnTo>
                <a:lnTo>
                  <a:pt x="841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02" name="Freeform: Shape 1301"/>
          <p:cNvSpPr/>
          <p:nvPr/>
        </p:nvSpPr>
        <p:spPr>
          <a:xfrm>
            <a:off x="11439360" y="345744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03" name="Freeform: Shape 1302"/>
          <p:cNvSpPr/>
          <p:nvPr/>
        </p:nvSpPr>
        <p:spPr>
          <a:xfrm>
            <a:off x="752400" y="389556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04" name="Freeform: Shape 1303"/>
          <p:cNvSpPr/>
          <p:nvPr/>
        </p:nvSpPr>
        <p:spPr>
          <a:xfrm>
            <a:off x="752400" y="3885840"/>
            <a:ext cx="2781720" cy="10080"/>
          </a:xfrm>
          <a:custGeom>
            <a:avLst/>
            <a:gdLst/>
            <a:ahLst/>
            <a:cxnLst/>
            <a:rect l="0" t="0" r="r" b="b"/>
            <a:pathLst>
              <a:path w="7727" h="28">
                <a:moveTo>
                  <a:pt x="0" y="0"/>
                </a:moveTo>
                <a:lnTo>
                  <a:pt x="7727" y="0"/>
                </a:lnTo>
                <a:lnTo>
                  <a:pt x="772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05" name="Freeform: Shape 1304"/>
          <p:cNvSpPr/>
          <p:nvPr/>
        </p:nvSpPr>
        <p:spPr>
          <a:xfrm>
            <a:off x="3524040" y="389556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06" name="Freeform: Shape 1305"/>
          <p:cNvSpPr/>
          <p:nvPr/>
        </p:nvSpPr>
        <p:spPr>
          <a:xfrm>
            <a:off x="3533760" y="3885840"/>
            <a:ext cx="2419560" cy="10080"/>
          </a:xfrm>
          <a:custGeom>
            <a:avLst/>
            <a:gdLst/>
            <a:ahLst/>
            <a:cxnLst/>
            <a:rect l="0" t="0" r="r" b="b"/>
            <a:pathLst>
              <a:path w="6721" h="28">
                <a:moveTo>
                  <a:pt x="0" y="0"/>
                </a:moveTo>
                <a:lnTo>
                  <a:pt x="6721" y="0"/>
                </a:lnTo>
                <a:lnTo>
                  <a:pt x="67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07" name="Freeform: Shape 1306"/>
          <p:cNvSpPr/>
          <p:nvPr/>
        </p:nvSpPr>
        <p:spPr>
          <a:xfrm>
            <a:off x="5943240" y="389556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08" name="Freeform: Shape 1307"/>
          <p:cNvSpPr/>
          <p:nvPr/>
        </p:nvSpPr>
        <p:spPr>
          <a:xfrm>
            <a:off x="5952960" y="3885840"/>
            <a:ext cx="2467440" cy="10080"/>
          </a:xfrm>
          <a:custGeom>
            <a:avLst/>
            <a:gdLst/>
            <a:ahLst/>
            <a:cxnLst/>
            <a:rect l="0" t="0" r="r" b="b"/>
            <a:pathLst>
              <a:path w="6854" h="28">
                <a:moveTo>
                  <a:pt x="0" y="0"/>
                </a:moveTo>
                <a:lnTo>
                  <a:pt x="6854" y="0"/>
                </a:lnTo>
                <a:lnTo>
                  <a:pt x="685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09" name="Freeform: Shape 1308"/>
          <p:cNvSpPr/>
          <p:nvPr/>
        </p:nvSpPr>
        <p:spPr>
          <a:xfrm>
            <a:off x="8410320" y="389556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10" name="Freeform: Shape 1309"/>
          <p:cNvSpPr/>
          <p:nvPr/>
        </p:nvSpPr>
        <p:spPr>
          <a:xfrm>
            <a:off x="8420040" y="3885840"/>
            <a:ext cx="3029040" cy="10080"/>
          </a:xfrm>
          <a:custGeom>
            <a:avLst/>
            <a:gdLst/>
            <a:ahLst/>
            <a:cxnLst/>
            <a:rect l="0" t="0" r="r" b="b"/>
            <a:pathLst>
              <a:path w="8414" h="28">
                <a:moveTo>
                  <a:pt x="0" y="0"/>
                </a:moveTo>
                <a:lnTo>
                  <a:pt x="8414" y="0"/>
                </a:lnTo>
                <a:lnTo>
                  <a:pt x="841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11" name="Freeform: Shape 1310"/>
          <p:cNvSpPr/>
          <p:nvPr/>
        </p:nvSpPr>
        <p:spPr>
          <a:xfrm>
            <a:off x="11439360" y="389556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12" name="Freeform: Shape 1311"/>
          <p:cNvSpPr/>
          <p:nvPr/>
        </p:nvSpPr>
        <p:spPr>
          <a:xfrm>
            <a:off x="752400" y="432432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13" name="Freeform: Shape 1312"/>
          <p:cNvSpPr/>
          <p:nvPr/>
        </p:nvSpPr>
        <p:spPr>
          <a:xfrm>
            <a:off x="752400" y="4314600"/>
            <a:ext cx="2781720" cy="10080"/>
          </a:xfrm>
          <a:custGeom>
            <a:avLst/>
            <a:gdLst/>
            <a:ahLst/>
            <a:cxnLst/>
            <a:rect l="0" t="0" r="r" b="b"/>
            <a:pathLst>
              <a:path w="7727" h="28">
                <a:moveTo>
                  <a:pt x="0" y="0"/>
                </a:moveTo>
                <a:lnTo>
                  <a:pt x="7727" y="0"/>
                </a:lnTo>
                <a:lnTo>
                  <a:pt x="772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14" name="Freeform: Shape 1313"/>
          <p:cNvSpPr/>
          <p:nvPr/>
        </p:nvSpPr>
        <p:spPr>
          <a:xfrm>
            <a:off x="3524040" y="432432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15" name="Freeform: Shape 1314"/>
          <p:cNvSpPr/>
          <p:nvPr/>
        </p:nvSpPr>
        <p:spPr>
          <a:xfrm>
            <a:off x="3533760" y="4314600"/>
            <a:ext cx="2419560" cy="10080"/>
          </a:xfrm>
          <a:custGeom>
            <a:avLst/>
            <a:gdLst/>
            <a:ahLst/>
            <a:cxnLst/>
            <a:rect l="0" t="0" r="r" b="b"/>
            <a:pathLst>
              <a:path w="6721" h="28">
                <a:moveTo>
                  <a:pt x="0" y="0"/>
                </a:moveTo>
                <a:lnTo>
                  <a:pt x="6721" y="0"/>
                </a:lnTo>
                <a:lnTo>
                  <a:pt x="67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16" name="Freeform: Shape 1315"/>
          <p:cNvSpPr/>
          <p:nvPr/>
        </p:nvSpPr>
        <p:spPr>
          <a:xfrm>
            <a:off x="5943240" y="432432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17" name="Freeform: Shape 1316"/>
          <p:cNvSpPr/>
          <p:nvPr/>
        </p:nvSpPr>
        <p:spPr>
          <a:xfrm>
            <a:off x="5952960" y="4314600"/>
            <a:ext cx="2467440" cy="10080"/>
          </a:xfrm>
          <a:custGeom>
            <a:avLst/>
            <a:gdLst/>
            <a:ahLst/>
            <a:cxnLst/>
            <a:rect l="0" t="0" r="r" b="b"/>
            <a:pathLst>
              <a:path w="6854" h="28">
                <a:moveTo>
                  <a:pt x="0" y="0"/>
                </a:moveTo>
                <a:lnTo>
                  <a:pt x="6854" y="0"/>
                </a:lnTo>
                <a:lnTo>
                  <a:pt x="685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18" name="Freeform: Shape 1317"/>
          <p:cNvSpPr/>
          <p:nvPr/>
        </p:nvSpPr>
        <p:spPr>
          <a:xfrm>
            <a:off x="8410320" y="432432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19" name="Freeform: Shape 1318"/>
          <p:cNvSpPr/>
          <p:nvPr/>
        </p:nvSpPr>
        <p:spPr>
          <a:xfrm>
            <a:off x="8420040" y="4314600"/>
            <a:ext cx="3029040" cy="10080"/>
          </a:xfrm>
          <a:custGeom>
            <a:avLst/>
            <a:gdLst/>
            <a:ahLst/>
            <a:cxnLst/>
            <a:rect l="0" t="0" r="r" b="b"/>
            <a:pathLst>
              <a:path w="8414" h="28">
                <a:moveTo>
                  <a:pt x="0" y="0"/>
                </a:moveTo>
                <a:lnTo>
                  <a:pt x="8414" y="0"/>
                </a:lnTo>
                <a:lnTo>
                  <a:pt x="841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20" name="Freeform: Shape 1319"/>
          <p:cNvSpPr/>
          <p:nvPr/>
        </p:nvSpPr>
        <p:spPr>
          <a:xfrm>
            <a:off x="11439360" y="432432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21" name="Freeform: Shape 1320"/>
          <p:cNvSpPr/>
          <p:nvPr/>
        </p:nvSpPr>
        <p:spPr>
          <a:xfrm>
            <a:off x="752400" y="47624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22" name="Freeform: Shape 1321"/>
          <p:cNvSpPr/>
          <p:nvPr/>
        </p:nvSpPr>
        <p:spPr>
          <a:xfrm>
            <a:off x="752400" y="4752720"/>
            <a:ext cx="2781720" cy="10080"/>
          </a:xfrm>
          <a:custGeom>
            <a:avLst/>
            <a:gdLst/>
            <a:ahLst/>
            <a:cxnLst/>
            <a:rect l="0" t="0" r="r" b="b"/>
            <a:pathLst>
              <a:path w="7727" h="28">
                <a:moveTo>
                  <a:pt x="0" y="0"/>
                </a:moveTo>
                <a:lnTo>
                  <a:pt x="7727" y="0"/>
                </a:lnTo>
                <a:lnTo>
                  <a:pt x="772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23" name="Freeform: Shape 1322"/>
          <p:cNvSpPr/>
          <p:nvPr/>
        </p:nvSpPr>
        <p:spPr>
          <a:xfrm>
            <a:off x="3524040" y="4762440"/>
            <a:ext cx="10080" cy="428760"/>
          </a:xfrm>
          <a:custGeom>
            <a:avLst/>
            <a:gdLst/>
            <a:ahLst/>
            <a:cxnLst/>
            <a:rect l="0" t="0" r="r" b="b"/>
            <a:pathLst>
              <a:path w="28" h="1191">
                <a:moveTo>
                  <a:pt x="0" y="0"/>
                </a:moveTo>
                <a:lnTo>
                  <a:pt x="28" y="0"/>
                </a:lnTo>
                <a:lnTo>
                  <a:pt x="28"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24" name="Freeform: Shape 1323"/>
          <p:cNvSpPr/>
          <p:nvPr/>
        </p:nvSpPr>
        <p:spPr>
          <a:xfrm>
            <a:off x="3533760" y="4752720"/>
            <a:ext cx="2419560" cy="10080"/>
          </a:xfrm>
          <a:custGeom>
            <a:avLst/>
            <a:gdLst/>
            <a:ahLst/>
            <a:cxnLst/>
            <a:rect l="0" t="0" r="r" b="b"/>
            <a:pathLst>
              <a:path w="6721" h="28">
                <a:moveTo>
                  <a:pt x="0" y="0"/>
                </a:moveTo>
                <a:lnTo>
                  <a:pt x="6721" y="0"/>
                </a:lnTo>
                <a:lnTo>
                  <a:pt x="67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25" name="Freeform: Shape 1324"/>
          <p:cNvSpPr/>
          <p:nvPr/>
        </p:nvSpPr>
        <p:spPr>
          <a:xfrm>
            <a:off x="5943240" y="4762440"/>
            <a:ext cx="10080" cy="428760"/>
          </a:xfrm>
          <a:custGeom>
            <a:avLst/>
            <a:gdLst/>
            <a:ahLst/>
            <a:cxnLst/>
            <a:rect l="0" t="0" r="r" b="b"/>
            <a:pathLst>
              <a:path w="28" h="1191">
                <a:moveTo>
                  <a:pt x="0" y="0"/>
                </a:moveTo>
                <a:lnTo>
                  <a:pt x="28" y="0"/>
                </a:lnTo>
                <a:lnTo>
                  <a:pt x="28"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26" name="Freeform: Shape 1325"/>
          <p:cNvSpPr/>
          <p:nvPr/>
        </p:nvSpPr>
        <p:spPr>
          <a:xfrm>
            <a:off x="5952960" y="4752720"/>
            <a:ext cx="2467440" cy="10080"/>
          </a:xfrm>
          <a:custGeom>
            <a:avLst/>
            <a:gdLst/>
            <a:ahLst/>
            <a:cxnLst/>
            <a:rect l="0" t="0" r="r" b="b"/>
            <a:pathLst>
              <a:path w="6854" h="28">
                <a:moveTo>
                  <a:pt x="0" y="0"/>
                </a:moveTo>
                <a:lnTo>
                  <a:pt x="6854" y="0"/>
                </a:lnTo>
                <a:lnTo>
                  <a:pt x="685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27" name="Freeform: Shape 1326"/>
          <p:cNvSpPr/>
          <p:nvPr/>
        </p:nvSpPr>
        <p:spPr>
          <a:xfrm>
            <a:off x="8410320" y="4762440"/>
            <a:ext cx="10080" cy="428760"/>
          </a:xfrm>
          <a:custGeom>
            <a:avLst/>
            <a:gdLst/>
            <a:ahLst/>
            <a:cxnLst/>
            <a:rect l="0" t="0" r="r" b="b"/>
            <a:pathLst>
              <a:path w="28" h="1191">
                <a:moveTo>
                  <a:pt x="0" y="0"/>
                </a:moveTo>
                <a:lnTo>
                  <a:pt x="28" y="0"/>
                </a:lnTo>
                <a:lnTo>
                  <a:pt x="28"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28" name="Freeform: Shape 1327"/>
          <p:cNvSpPr/>
          <p:nvPr/>
        </p:nvSpPr>
        <p:spPr>
          <a:xfrm>
            <a:off x="8420040" y="4752720"/>
            <a:ext cx="3029040" cy="10080"/>
          </a:xfrm>
          <a:custGeom>
            <a:avLst/>
            <a:gdLst/>
            <a:ahLst/>
            <a:cxnLst/>
            <a:rect l="0" t="0" r="r" b="b"/>
            <a:pathLst>
              <a:path w="8414" h="28">
                <a:moveTo>
                  <a:pt x="0" y="0"/>
                </a:moveTo>
                <a:lnTo>
                  <a:pt x="8414" y="0"/>
                </a:lnTo>
                <a:lnTo>
                  <a:pt x="841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29" name="Freeform: Shape 1328"/>
          <p:cNvSpPr/>
          <p:nvPr/>
        </p:nvSpPr>
        <p:spPr>
          <a:xfrm>
            <a:off x="11439360" y="47624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30" name="Freeform: Shape 1329"/>
          <p:cNvSpPr/>
          <p:nvPr/>
        </p:nvSpPr>
        <p:spPr>
          <a:xfrm>
            <a:off x="752400" y="5190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31" name="Freeform: Shape 1330"/>
          <p:cNvSpPr/>
          <p:nvPr/>
        </p:nvSpPr>
        <p:spPr>
          <a:xfrm>
            <a:off x="752400" y="5181480"/>
            <a:ext cx="2781720" cy="9720"/>
          </a:xfrm>
          <a:custGeom>
            <a:avLst/>
            <a:gdLst/>
            <a:ahLst/>
            <a:cxnLst/>
            <a:rect l="0" t="0" r="r" b="b"/>
            <a:pathLst>
              <a:path w="7727" h="27">
                <a:moveTo>
                  <a:pt x="0" y="0"/>
                </a:moveTo>
                <a:lnTo>
                  <a:pt x="7727" y="0"/>
                </a:lnTo>
                <a:lnTo>
                  <a:pt x="772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32" name="Freeform: Shape 1331"/>
          <p:cNvSpPr/>
          <p:nvPr/>
        </p:nvSpPr>
        <p:spPr>
          <a:xfrm>
            <a:off x="3524040" y="519084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33" name="Freeform: Shape 1332"/>
          <p:cNvSpPr/>
          <p:nvPr/>
        </p:nvSpPr>
        <p:spPr>
          <a:xfrm>
            <a:off x="3533760" y="5181480"/>
            <a:ext cx="2419560" cy="9720"/>
          </a:xfrm>
          <a:custGeom>
            <a:avLst/>
            <a:gdLst/>
            <a:ahLst/>
            <a:cxnLst/>
            <a:rect l="0" t="0" r="r" b="b"/>
            <a:pathLst>
              <a:path w="6721" h="27">
                <a:moveTo>
                  <a:pt x="0" y="0"/>
                </a:moveTo>
                <a:lnTo>
                  <a:pt x="6721" y="0"/>
                </a:lnTo>
                <a:lnTo>
                  <a:pt x="672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34" name="Freeform: Shape 1333"/>
          <p:cNvSpPr/>
          <p:nvPr/>
        </p:nvSpPr>
        <p:spPr>
          <a:xfrm>
            <a:off x="5943240" y="519084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35" name="Freeform: Shape 1334"/>
          <p:cNvSpPr/>
          <p:nvPr/>
        </p:nvSpPr>
        <p:spPr>
          <a:xfrm>
            <a:off x="5952960" y="5181480"/>
            <a:ext cx="2467440" cy="9720"/>
          </a:xfrm>
          <a:custGeom>
            <a:avLst/>
            <a:gdLst/>
            <a:ahLst/>
            <a:cxnLst/>
            <a:rect l="0" t="0" r="r" b="b"/>
            <a:pathLst>
              <a:path w="6854" h="27">
                <a:moveTo>
                  <a:pt x="0" y="0"/>
                </a:moveTo>
                <a:lnTo>
                  <a:pt x="6854" y="0"/>
                </a:lnTo>
                <a:lnTo>
                  <a:pt x="6854"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36" name="Freeform: Shape 1335"/>
          <p:cNvSpPr/>
          <p:nvPr/>
        </p:nvSpPr>
        <p:spPr>
          <a:xfrm>
            <a:off x="8410320" y="519084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37" name="Freeform: Shape 1336"/>
          <p:cNvSpPr/>
          <p:nvPr/>
        </p:nvSpPr>
        <p:spPr>
          <a:xfrm>
            <a:off x="8420040" y="5181480"/>
            <a:ext cx="3029040" cy="9720"/>
          </a:xfrm>
          <a:custGeom>
            <a:avLst/>
            <a:gdLst/>
            <a:ahLst/>
            <a:cxnLst/>
            <a:rect l="0" t="0" r="r" b="b"/>
            <a:pathLst>
              <a:path w="8414" h="27">
                <a:moveTo>
                  <a:pt x="0" y="0"/>
                </a:moveTo>
                <a:lnTo>
                  <a:pt x="8414" y="0"/>
                </a:lnTo>
                <a:lnTo>
                  <a:pt x="8414"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38" name="Freeform: Shape 1337"/>
          <p:cNvSpPr/>
          <p:nvPr/>
        </p:nvSpPr>
        <p:spPr>
          <a:xfrm>
            <a:off x="11439360" y="5190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39" name="Freeform: Shape 1338"/>
          <p:cNvSpPr/>
          <p:nvPr/>
        </p:nvSpPr>
        <p:spPr>
          <a:xfrm>
            <a:off x="752400" y="5619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40" name="Freeform: Shape 1339"/>
          <p:cNvSpPr/>
          <p:nvPr/>
        </p:nvSpPr>
        <p:spPr>
          <a:xfrm>
            <a:off x="752400" y="5609880"/>
            <a:ext cx="2781720" cy="10080"/>
          </a:xfrm>
          <a:custGeom>
            <a:avLst/>
            <a:gdLst/>
            <a:ahLst/>
            <a:cxnLst/>
            <a:rect l="0" t="0" r="r" b="b"/>
            <a:pathLst>
              <a:path w="7727" h="28">
                <a:moveTo>
                  <a:pt x="0" y="0"/>
                </a:moveTo>
                <a:lnTo>
                  <a:pt x="7727" y="0"/>
                </a:lnTo>
                <a:lnTo>
                  <a:pt x="772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41" name="Freeform: Shape 1340"/>
          <p:cNvSpPr/>
          <p:nvPr/>
        </p:nvSpPr>
        <p:spPr>
          <a:xfrm>
            <a:off x="3524040" y="561960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42" name="Freeform: Shape 1341"/>
          <p:cNvSpPr/>
          <p:nvPr/>
        </p:nvSpPr>
        <p:spPr>
          <a:xfrm>
            <a:off x="3533760" y="5609880"/>
            <a:ext cx="2419560" cy="10080"/>
          </a:xfrm>
          <a:custGeom>
            <a:avLst/>
            <a:gdLst/>
            <a:ahLst/>
            <a:cxnLst/>
            <a:rect l="0" t="0" r="r" b="b"/>
            <a:pathLst>
              <a:path w="6721" h="28">
                <a:moveTo>
                  <a:pt x="0" y="0"/>
                </a:moveTo>
                <a:lnTo>
                  <a:pt x="6721" y="0"/>
                </a:lnTo>
                <a:lnTo>
                  <a:pt x="67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43" name="Freeform: Shape 1342"/>
          <p:cNvSpPr/>
          <p:nvPr/>
        </p:nvSpPr>
        <p:spPr>
          <a:xfrm>
            <a:off x="5943240" y="561960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44" name="Freeform: Shape 1343"/>
          <p:cNvSpPr/>
          <p:nvPr/>
        </p:nvSpPr>
        <p:spPr>
          <a:xfrm>
            <a:off x="5952960" y="5609880"/>
            <a:ext cx="2467440" cy="10080"/>
          </a:xfrm>
          <a:custGeom>
            <a:avLst/>
            <a:gdLst/>
            <a:ahLst/>
            <a:cxnLst/>
            <a:rect l="0" t="0" r="r" b="b"/>
            <a:pathLst>
              <a:path w="6854" h="28">
                <a:moveTo>
                  <a:pt x="0" y="0"/>
                </a:moveTo>
                <a:lnTo>
                  <a:pt x="6854" y="0"/>
                </a:lnTo>
                <a:lnTo>
                  <a:pt x="685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45" name="Freeform: Shape 1344"/>
          <p:cNvSpPr/>
          <p:nvPr/>
        </p:nvSpPr>
        <p:spPr>
          <a:xfrm>
            <a:off x="8410320" y="561960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46" name="Freeform: Shape 1345"/>
          <p:cNvSpPr/>
          <p:nvPr/>
        </p:nvSpPr>
        <p:spPr>
          <a:xfrm>
            <a:off x="8420040" y="5609880"/>
            <a:ext cx="3029040" cy="10080"/>
          </a:xfrm>
          <a:custGeom>
            <a:avLst/>
            <a:gdLst/>
            <a:ahLst/>
            <a:cxnLst/>
            <a:rect l="0" t="0" r="r" b="b"/>
            <a:pathLst>
              <a:path w="8414" h="28">
                <a:moveTo>
                  <a:pt x="0" y="0"/>
                </a:moveTo>
                <a:lnTo>
                  <a:pt x="8414" y="0"/>
                </a:lnTo>
                <a:lnTo>
                  <a:pt x="841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47" name="Freeform: Shape 1346"/>
          <p:cNvSpPr/>
          <p:nvPr/>
        </p:nvSpPr>
        <p:spPr>
          <a:xfrm>
            <a:off x="11439360" y="5619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48" name="Freeform: Shape 1347"/>
          <p:cNvSpPr/>
          <p:nvPr/>
        </p:nvSpPr>
        <p:spPr>
          <a:xfrm>
            <a:off x="752400" y="6057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49" name="Freeform: Shape 1348"/>
          <p:cNvSpPr/>
          <p:nvPr/>
        </p:nvSpPr>
        <p:spPr>
          <a:xfrm>
            <a:off x="752400" y="6048360"/>
            <a:ext cx="2781720" cy="9720"/>
          </a:xfrm>
          <a:custGeom>
            <a:avLst/>
            <a:gdLst/>
            <a:ahLst/>
            <a:cxnLst/>
            <a:rect l="0" t="0" r="r" b="b"/>
            <a:pathLst>
              <a:path w="7727" h="27">
                <a:moveTo>
                  <a:pt x="0" y="0"/>
                </a:moveTo>
                <a:lnTo>
                  <a:pt x="7727" y="0"/>
                </a:lnTo>
                <a:lnTo>
                  <a:pt x="772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50" name="Freeform: Shape 1349"/>
          <p:cNvSpPr/>
          <p:nvPr/>
        </p:nvSpPr>
        <p:spPr>
          <a:xfrm>
            <a:off x="3524040" y="605772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51" name="Freeform: Shape 1350"/>
          <p:cNvSpPr/>
          <p:nvPr/>
        </p:nvSpPr>
        <p:spPr>
          <a:xfrm>
            <a:off x="3533760" y="6048360"/>
            <a:ext cx="2419560" cy="9720"/>
          </a:xfrm>
          <a:custGeom>
            <a:avLst/>
            <a:gdLst/>
            <a:ahLst/>
            <a:cxnLst/>
            <a:rect l="0" t="0" r="r" b="b"/>
            <a:pathLst>
              <a:path w="6721" h="27">
                <a:moveTo>
                  <a:pt x="0" y="0"/>
                </a:moveTo>
                <a:lnTo>
                  <a:pt x="6721" y="0"/>
                </a:lnTo>
                <a:lnTo>
                  <a:pt x="672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52" name="Freeform: Shape 1351"/>
          <p:cNvSpPr/>
          <p:nvPr/>
        </p:nvSpPr>
        <p:spPr>
          <a:xfrm>
            <a:off x="5943240" y="605772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53" name="Freeform: Shape 1352"/>
          <p:cNvSpPr/>
          <p:nvPr/>
        </p:nvSpPr>
        <p:spPr>
          <a:xfrm>
            <a:off x="5952960" y="6048360"/>
            <a:ext cx="2467440" cy="9720"/>
          </a:xfrm>
          <a:custGeom>
            <a:avLst/>
            <a:gdLst/>
            <a:ahLst/>
            <a:cxnLst/>
            <a:rect l="0" t="0" r="r" b="b"/>
            <a:pathLst>
              <a:path w="6854" h="27">
                <a:moveTo>
                  <a:pt x="0" y="0"/>
                </a:moveTo>
                <a:lnTo>
                  <a:pt x="6854" y="0"/>
                </a:lnTo>
                <a:lnTo>
                  <a:pt x="6854"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54" name="Freeform: Shape 1353"/>
          <p:cNvSpPr/>
          <p:nvPr/>
        </p:nvSpPr>
        <p:spPr>
          <a:xfrm>
            <a:off x="8410320" y="605772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55" name="Freeform: Shape 1354"/>
          <p:cNvSpPr/>
          <p:nvPr/>
        </p:nvSpPr>
        <p:spPr>
          <a:xfrm>
            <a:off x="8420040" y="6048360"/>
            <a:ext cx="3029040" cy="9720"/>
          </a:xfrm>
          <a:custGeom>
            <a:avLst/>
            <a:gdLst/>
            <a:ahLst/>
            <a:cxnLst/>
            <a:rect l="0" t="0" r="r" b="b"/>
            <a:pathLst>
              <a:path w="8414" h="27">
                <a:moveTo>
                  <a:pt x="0" y="0"/>
                </a:moveTo>
                <a:lnTo>
                  <a:pt x="8414" y="0"/>
                </a:lnTo>
                <a:lnTo>
                  <a:pt x="8414"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56" name="Freeform: Shape 1355"/>
          <p:cNvSpPr/>
          <p:nvPr/>
        </p:nvSpPr>
        <p:spPr>
          <a:xfrm>
            <a:off x="11439360" y="6057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57" name="Freeform: Shape 1356"/>
          <p:cNvSpPr/>
          <p:nvPr/>
        </p:nvSpPr>
        <p:spPr>
          <a:xfrm>
            <a:off x="752400" y="6476760"/>
            <a:ext cx="2781720" cy="10080"/>
          </a:xfrm>
          <a:custGeom>
            <a:avLst/>
            <a:gdLst/>
            <a:ahLst/>
            <a:cxnLst/>
            <a:rect l="0" t="0" r="r" b="b"/>
            <a:pathLst>
              <a:path w="7727" h="28">
                <a:moveTo>
                  <a:pt x="0" y="0"/>
                </a:moveTo>
                <a:lnTo>
                  <a:pt x="7727" y="0"/>
                </a:lnTo>
                <a:lnTo>
                  <a:pt x="772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58" name="Freeform: Shape 1357"/>
          <p:cNvSpPr/>
          <p:nvPr/>
        </p:nvSpPr>
        <p:spPr>
          <a:xfrm>
            <a:off x="3533760" y="6476760"/>
            <a:ext cx="2419560" cy="10080"/>
          </a:xfrm>
          <a:custGeom>
            <a:avLst/>
            <a:gdLst/>
            <a:ahLst/>
            <a:cxnLst/>
            <a:rect l="0" t="0" r="r" b="b"/>
            <a:pathLst>
              <a:path w="6721" h="28">
                <a:moveTo>
                  <a:pt x="0" y="0"/>
                </a:moveTo>
                <a:lnTo>
                  <a:pt x="6721" y="0"/>
                </a:lnTo>
                <a:lnTo>
                  <a:pt x="67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59" name="Freeform: Shape 1358"/>
          <p:cNvSpPr/>
          <p:nvPr/>
        </p:nvSpPr>
        <p:spPr>
          <a:xfrm>
            <a:off x="5952960" y="6476760"/>
            <a:ext cx="2467440" cy="10080"/>
          </a:xfrm>
          <a:custGeom>
            <a:avLst/>
            <a:gdLst/>
            <a:ahLst/>
            <a:cxnLst/>
            <a:rect l="0" t="0" r="r" b="b"/>
            <a:pathLst>
              <a:path w="6854" h="28">
                <a:moveTo>
                  <a:pt x="0" y="0"/>
                </a:moveTo>
                <a:lnTo>
                  <a:pt x="6854" y="0"/>
                </a:lnTo>
                <a:lnTo>
                  <a:pt x="685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60" name="Freeform: Shape 1359"/>
          <p:cNvSpPr/>
          <p:nvPr/>
        </p:nvSpPr>
        <p:spPr>
          <a:xfrm>
            <a:off x="8420040" y="6476760"/>
            <a:ext cx="3029040" cy="10080"/>
          </a:xfrm>
          <a:custGeom>
            <a:avLst/>
            <a:gdLst/>
            <a:ahLst/>
            <a:cxnLst/>
            <a:rect l="0" t="0" r="r" b="b"/>
            <a:pathLst>
              <a:path w="8414" h="28">
                <a:moveTo>
                  <a:pt x="0" y="0"/>
                </a:moveTo>
                <a:lnTo>
                  <a:pt x="8414" y="0"/>
                </a:lnTo>
                <a:lnTo>
                  <a:pt x="841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61" name="TextBox 1360"/>
          <p:cNvSpPr txBox="1"/>
          <p:nvPr/>
        </p:nvSpPr>
        <p:spPr>
          <a:xfrm>
            <a:off x="747720" y="758520"/>
            <a:ext cx="3715560" cy="373680"/>
          </a:xfrm>
          <a:prstGeom prst="rect">
            <a:avLst/>
          </a:prstGeom>
          <a:noFill/>
          <a:ln w="0">
            <a:noFill/>
          </a:ln>
        </p:spPr>
        <p:txBody>
          <a:bodyPr wrap="none" lIns="0" tIns="0" rIns="0" bIns="0" anchor="t">
            <a:spAutoFit/>
          </a:bodyPr>
          <a:lstStyle/>
          <a:p>
            <a:r>
              <a:rPr lang="en-GB" sz="2420" b="0" u="none" strike="noStrike">
                <a:solidFill>
                  <a:srgbClr val="2F2F2F"/>
                </a:solidFill>
                <a:effectLst/>
                <a:uFillTx/>
                <a:latin typeface="Inter"/>
                <a:ea typeface="Inter"/>
              </a:rPr>
              <a:t>3.2 Products (11 features)</a:t>
            </a:r>
            <a:endParaRPr lang="en-GB" sz="2420" b="0" u="none" strike="noStrike">
              <a:solidFill>
                <a:srgbClr val="000000"/>
              </a:solidFill>
              <a:effectLst/>
              <a:uFillTx/>
              <a:latin typeface="Times New Roman"/>
            </a:endParaRPr>
          </a:p>
        </p:txBody>
      </p:sp>
      <p:sp>
        <p:nvSpPr>
          <p:cNvPr id="1362" name="TextBox 1361"/>
          <p:cNvSpPr txBox="1"/>
          <p:nvPr/>
        </p:nvSpPr>
        <p:spPr>
          <a:xfrm>
            <a:off x="1798560" y="1396440"/>
            <a:ext cx="689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Feature</a:t>
            </a:r>
            <a:endParaRPr lang="en-GB" sz="1500" b="0" u="none" strike="noStrike">
              <a:solidFill>
                <a:srgbClr val="000000"/>
              </a:solidFill>
              <a:effectLst/>
              <a:uFillTx/>
              <a:latin typeface="Times New Roman"/>
            </a:endParaRPr>
          </a:p>
        </p:txBody>
      </p:sp>
      <p:sp>
        <p:nvSpPr>
          <p:cNvPr id="1363" name="TextBox 1362"/>
          <p:cNvSpPr txBox="1"/>
          <p:nvPr/>
        </p:nvSpPr>
        <p:spPr>
          <a:xfrm>
            <a:off x="4513320" y="1396440"/>
            <a:ext cx="458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Type</a:t>
            </a:r>
            <a:endParaRPr lang="en-GB" sz="1500" b="0" u="none" strike="noStrike">
              <a:solidFill>
                <a:srgbClr val="000000"/>
              </a:solidFill>
              <a:effectLst/>
              <a:uFillTx/>
              <a:latin typeface="Times New Roman"/>
            </a:endParaRPr>
          </a:p>
        </p:txBody>
      </p:sp>
      <p:sp>
        <p:nvSpPr>
          <p:cNvPr id="1364" name="TextBox 1363"/>
          <p:cNvSpPr txBox="1"/>
          <p:nvPr/>
        </p:nvSpPr>
        <p:spPr>
          <a:xfrm>
            <a:off x="6892200" y="1396440"/>
            <a:ext cx="567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Status</a:t>
            </a:r>
            <a:endParaRPr lang="en-GB" sz="1500" b="0" u="none" strike="noStrike">
              <a:solidFill>
                <a:srgbClr val="000000"/>
              </a:solidFill>
              <a:effectLst/>
              <a:uFillTx/>
              <a:latin typeface="Times New Roman"/>
            </a:endParaRPr>
          </a:p>
        </p:txBody>
      </p:sp>
      <p:sp>
        <p:nvSpPr>
          <p:cNvPr id="1365" name="TextBox 1364"/>
          <p:cNvSpPr txBox="1"/>
          <p:nvPr/>
        </p:nvSpPr>
        <p:spPr>
          <a:xfrm>
            <a:off x="9659880" y="1396440"/>
            <a:ext cx="532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Notes</a:t>
            </a:r>
            <a:endParaRPr lang="en-GB" sz="1500" b="0" u="none" strike="noStrike">
              <a:solidFill>
                <a:srgbClr val="000000"/>
              </a:solidFill>
              <a:effectLst/>
              <a:uFillTx/>
              <a:latin typeface="Times New Roman"/>
            </a:endParaRPr>
          </a:p>
        </p:txBody>
      </p:sp>
      <p:sp>
        <p:nvSpPr>
          <p:cNvPr id="1366" name="Freeform: Shape 1365"/>
          <p:cNvSpPr/>
          <p:nvPr/>
        </p:nvSpPr>
        <p:spPr>
          <a:xfrm>
            <a:off x="4315320" y="1848600"/>
            <a:ext cx="146880" cy="169920"/>
          </a:xfrm>
          <a:custGeom>
            <a:avLst/>
            <a:gdLst/>
            <a:ahLst/>
            <a:cxnLst/>
            <a:rect l="0" t="0" r="r" b="b"/>
            <a:pathLst>
              <a:path w="408" h="472">
                <a:moveTo>
                  <a:pt x="398" y="219"/>
                </a:moveTo>
                <a:lnTo>
                  <a:pt x="266" y="171"/>
                </a:lnTo>
                <a:lnTo>
                  <a:pt x="218" y="11"/>
                </a:lnTo>
                <a:cubicBezTo>
                  <a:pt x="216" y="5"/>
                  <a:pt x="210" y="0"/>
                  <a:pt x="203" y="0"/>
                </a:cubicBezTo>
                <a:cubicBezTo>
                  <a:pt x="197" y="0"/>
                  <a:pt x="191" y="5"/>
                  <a:pt x="189" y="11"/>
                </a:cubicBezTo>
                <a:lnTo>
                  <a:pt x="141" y="171"/>
                </a:lnTo>
                <a:lnTo>
                  <a:pt x="10" y="219"/>
                </a:lnTo>
                <a:cubicBezTo>
                  <a:pt x="4" y="221"/>
                  <a:pt x="0" y="227"/>
                  <a:pt x="0" y="233"/>
                </a:cubicBezTo>
                <a:cubicBezTo>
                  <a:pt x="0" y="239"/>
                  <a:pt x="4" y="245"/>
                  <a:pt x="10" y="247"/>
                </a:cubicBezTo>
                <a:lnTo>
                  <a:pt x="140" y="296"/>
                </a:lnTo>
                <a:lnTo>
                  <a:pt x="189" y="461"/>
                </a:lnTo>
                <a:cubicBezTo>
                  <a:pt x="191" y="467"/>
                  <a:pt x="197" y="472"/>
                  <a:pt x="203" y="472"/>
                </a:cubicBezTo>
                <a:cubicBezTo>
                  <a:pt x="210" y="472"/>
                  <a:pt x="216" y="467"/>
                  <a:pt x="218" y="461"/>
                </a:cubicBezTo>
                <a:lnTo>
                  <a:pt x="266" y="296"/>
                </a:lnTo>
                <a:lnTo>
                  <a:pt x="398" y="247"/>
                </a:lnTo>
                <a:cubicBezTo>
                  <a:pt x="404" y="245"/>
                  <a:pt x="408" y="239"/>
                  <a:pt x="408" y="233"/>
                </a:cubicBezTo>
                <a:cubicBezTo>
                  <a:pt x="408" y="227"/>
                  <a:pt x="404"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67" name="Freeform: Shape 1366"/>
          <p:cNvSpPr/>
          <p:nvPr/>
        </p:nvSpPr>
        <p:spPr>
          <a:xfrm>
            <a:off x="4281840" y="1850400"/>
            <a:ext cx="74520" cy="173160"/>
          </a:xfrm>
          <a:custGeom>
            <a:avLst/>
            <a:gdLst/>
            <a:ahLst/>
            <a:cxnLst/>
            <a:rect l="0" t="0" r="r" b="b"/>
            <a:pathLst>
              <a:path w="207" h="481">
                <a:moveTo>
                  <a:pt x="197" y="376"/>
                </a:moveTo>
                <a:lnTo>
                  <a:pt x="163" y="363"/>
                </a:lnTo>
                <a:lnTo>
                  <a:pt x="150" y="315"/>
                </a:lnTo>
                <a:cubicBezTo>
                  <a:pt x="148" y="308"/>
                  <a:pt x="142" y="304"/>
                  <a:pt x="136" y="304"/>
                </a:cubicBezTo>
                <a:cubicBezTo>
                  <a:pt x="129" y="304"/>
                  <a:pt x="123" y="308"/>
                  <a:pt x="122" y="315"/>
                </a:cubicBezTo>
                <a:lnTo>
                  <a:pt x="108" y="363"/>
                </a:lnTo>
                <a:lnTo>
                  <a:pt x="73" y="376"/>
                </a:lnTo>
                <a:cubicBezTo>
                  <a:pt x="68" y="378"/>
                  <a:pt x="64" y="385"/>
                  <a:pt x="64" y="391"/>
                </a:cubicBezTo>
                <a:cubicBezTo>
                  <a:pt x="64" y="397"/>
                  <a:pt x="68" y="402"/>
                  <a:pt x="73" y="405"/>
                </a:cubicBezTo>
                <a:lnTo>
                  <a:pt x="108" y="417"/>
                </a:lnTo>
                <a:lnTo>
                  <a:pt x="122" y="470"/>
                </a:lnTo>
                <a:cubicBezTo>
                  <a:pt x="123" y="477"/>
                  <a:pt x="129" y="481"/>
                  <a:pt x="136" y="481"/>
                </a:cubicBezTo>
                <a:cubicBezTo>
                  <a:pt x="143" y="481"/>
                  <a:pt x="148" y="477"/>
                  <a:pt x="150" y="470"/>
                </a:cubicBezTo>
                <a:lnTo>
                  <a:pt x="163" y="417"/>
                </a:lnTo>
                <a:lnTo>
                  <a:pt x="197" y="405"/>
                </a:lnTo>
                <a:cubicBezTo>
                  <a:pt x="203" y="402"/>
                  <a:pt x="207" y="397"/>
                  <a:pt x="207" y="391"/>
                </a:cubicBezTo>
                <a:cubicBezTo>
                  <a:pt x="207" y="385"/>
                  <a:pt x="203" y="378"/>
                  <a:pt x="197" y="376"/>
                </a:cubicBezTo>
                <a:moveTo>
                  <a:pt x="133" y="58"/>
                </a:moveTo>
                <a:lnTo>
                  <a:pt x="98" y="45"/>
                </a:lnTo>
                <a:lnTo>
                  <a:pt x="85" y="10"/>
                </a:lnTo>
                <a:cubicBezTo>
                  <a:pt x="83" y="4"/>
                  <a:pt x="77" y="0"/>
                  <a:pt x="71" y="0"/>
                </a:cubicBezTo>
                <a:cubicBezTo>
                  <a:pt x="65" y="0"/>
                  <a:pt x="59" y="4"/>
                  <a:pt x="57" y="10"/>
                </a:cubicBezTo>
                <a:lnTo>
                  <a:pt x="44" y="45"/>
                </a:lnTo>
                <a:lnTo>
                  <a:pt x="10" y="58"/>
                </a:lnTo>
                <a:cubicBezTo>
                  <a:pt x="4" y="60"/>
                  <a:pt x="0" y="65"/>
                  <a:pt x="0" y="71"/>
                </a:cubicBezTo>
                <a:cubicBezTo>
                  <a:pt x="0" y="77"/>
                  <a:pt x="4" y="83"/>
                  <a:pt x="10" y="85"/>
                </a:cubicBezTo>
                <a:lnTo>
                  <a:pt x="44" y="98"/>
                </a:lnTo>
                <a:lnTo>
                  <a:pt x="57" y="133"/>
                </a:lnTo>
                <a:cubicBezTo>
                  <a:pt x="59" y="139"/>
                  <a:pt x="65" y="142"/>
                  <a:pt x="71" y="142"/>
                </a:cubicBezTo>
                <a:cubicBezTo>
                  <a:pt x="77" y="142"/>
                  <a:pt x="83" y="139"/>
                  <a:pt x="85" y="133"/>
                </a:cubicBezTo>
                <a:lnTo>
                  <a:pt x="98" y="98"/>
                </a:lnTo>
                <a:lnTo>
                  <a:pt x="133" y="85"/>
                </a:lnTo>
                <a:cubicBezTo>
                  <a:pt x="139" y="83"/>
                  <a:pt x="143" y="77"/>
                  <a:pt x="143" y="71"/>
                </a:cubicBezTo>
                <a:cubicBezTo>
                  <a:pt x="143" y="65"/>
                  <a:pt x="139" y="60"/>
                  <a:pt x="133"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68" name="TextBox 1367"/>
          <p:cNvSpPr txBox="1"/>
          <p:nvPr/>
        </p:nvSpPr>
        <p:spPr>
          <a:xfrm>
            <a:off x="880920" y="1825200"/>
            <a:ext cx="1139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Product Grid</a:t>
            </a:r>
            <a:endParaRPr lang="en-GB" sz="1500" b="0" u="none" strike="noStrike">
              <a:solidFill>
                <a:srgbClr val="000000"/>
              </a:solidFill>
              <a:effectLst/>
              <a:uFillTx/>
              <a:latin typeface="Times New Roman"/>
            </a:endParaRPr>
          </a:p>
        </p:txBody>
      </p:sp>
      <p:sp>
        <p:nvSpPr>
          <p:cNvPr id="1369" name="Freeform: Shape 1368"/>
          <p:cNvSpPr/>
          <p:nvPr/>
        </p:nvSpPr>
        <p:spPr>
          <a:xfrm>
            <a:off x="7086240" y="1838160"/>
            <a:ext cx="191160" cy="190800"/>
          </a:xfrm>
          <a:custGeom>
            <a:avLst/>
            <a:gdLst/>
            <a:ahLst/>
            <a:cxnLst/>
            <a:rect l="0" t="0" r="r" b="b"/>
            <a:pathLst>
              <a:path w="531" h="530">
                <a:moveTo>
                  <a:pt x="531" y="471"/>
                </a:moveTo>
                <a:cubicBezTo>
                  <a:pt x="531" y="504"/>
                  <a:pt x="504" y="530"/>
                  <a:pt x="472" y="530"/>
                </a:cubicBezTo>
                <a:lnTo>
                  <a:pt x="59" y="530"/>
                </a:lnTo>
                <a:cubicBezTo>
                  <a:pt x="27" y="530"/>
                  <a:pt x="0" y="504"/>
                  <a:pt x="0" y="471"/>
                </a:cubicBezTo>
                <a:lnTo>
                  <a:pt x="0" y="59"/>
                </a:lnTo>
                <a:cubicBezTo>
                  <a:pt x="0" y="26"/>
                  <a:pt x="27" y="0"/>
                  <a:pt x="59" y="0"/>
                </a:cubicBezTo>
                <a:lnTo>
                  <a:pt x="472" y="0"/>
                </a:lnTo>
                <a:cubicBezTo>
                  <a:pt x="504" y="0"/>
                  <a:pt x="531" y="26"/>
                  <a:pt x="531" y="59"/>
                </a:cubicBezTo>
                <a:lnTo>
                  <a:pt x="531"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70" name="Freeform: Shape 1369"/>
          <p:cNvSpPr/>
          <p:nvPr/>
        </p:nvSpPr>
        <p:spPr>
          <a:xfrm>
            <a:off x="7116480" y="1869840"/>
            <a:ext cx="131400" cy="128880"/>
          </a:xfrm>
          <a:custGeom>
            <a:avLst/>
            <a:gdLst/>
            <a:ahLst/>
            <a:cxnLst/>
            <a:rect l="0" t="0" r="r" b="b"/>
            <a:pathLst>
              <a:path w="365" h="358">
                <a:moveTo>
                  <a:pt x="348" y="6"/>
                </a:moveTo>
                <a:cubicBezTo>
                  <a:pt x="331" y="-5"/>
                  <a:pt x="308" y="0"/>
                  <a:pt x="297" y="17"/>
                </a:cubicBezTo>
                <a:lnTo>
                  <a:pt x="137" y="264"/>
                </a:lnTo>
                <a:lnTo>
                  <a:pt x="63" y="196"/>
                </a:lnTo>
                <a:cubicBezTo>
                  <a:pt x="48" y="182"/>
                  <a:pt x="25" y="183"/>
                  <a:pt x="10" y="198"/>
                </a:cubicBezTo>
                <a:cubicBezTo>
                  <a:pt x="-4" y="213"/>
                  <a:pt x="-3" y="236"/>
                  <a:pt x="12" y="250"/>
                </a:cubicBezTo>
                <a:lnTo>
                  <a:pt x="119" y="349"/>
                </a:lnTo>
                <a:cubicBezTo>
                  <a:pt x="126" y="355"/>
                  <a:pt x="135" y="358"/>
                  <a:pt x="144" y="358"/>
                </a:cubicBezTo>
                <a:cubicBezTo>
                  <a:pt x="154" y="358"/>
                  <a:pt x="167" y="354"/>
                  <a:pt x="175" y="342"/>
                </a:cubicBezTo>
                <a:cubicBezTo>
                  <a:pt x="180" y="334"/>
                  <a:pt x="359" y="57"/>
                  <a:pt x="359" y="57"/>
                </a:cubicBezTo>
                <a:cubicBezTo>
                  <a:pt x="370" y="40"/>
                  <a:pt x="365" y="18"/>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71" name="TextBox 1370"/>
          <p:cNvSpPr txBox="1"/>
          <p:nvPr/>
        </p:nvSpPr>
        <p:spPr>
          <a:xfrm>
            <a:off x="4480920" y="182520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1372" name="TextBox 1371"/>
          <p:cNvSpPr txBox="1"/>
          <p:nvPr/>
        </p:nvSpPr>
        <p:spPr>
          <a:xfrm>
            <a:off x="8542080" y="1825200"/>
            <a:ext cx="1910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Responsive CSS Grid</a:t>
            </a:r>
            <a:endParaRPr lang="en-GB" sz="1500" b="0" u="none" strike="noStrike">
              <a:solidFill>
                <a:srgbClr val="000000"/>
              </a:solidFill>
              <a:effectLst/>
              <a:uFillTx/>
              <a:latin typeface="Times New Roman"/>
            </a:endParaRPr>
          </a:p>
        </p:txBody>
      </p:sp>
      <p:sp>
        <p:nvSpPr>
          <p:cNvPr id="1373" name="Freeform: Shape 1372"/>
          <p:cNvSpPr/>
          <p:nvPr/>
        </p:nvSpPr>
        <p:spPr>
          <a:xfrm>
            <a:off x="4315320" y="2277360"/>
            <a:ext cx="146880" cy="169560"/>
          </a:xfrm>
          <a:custGeom>
            <a:avLst/>
            <a:gdLst/>
            <a:ahLst/>
            <a:cxnLst/>
            <a:rect l="0" t="0" r="r" b="b"/>
            <a:pathLst>
              <a:path w="408" h="471">
                <a:moveTo>
                  <a:pt x="398" y="220"/>
                </a:moveTo>
                <a:lnTo>
                  <a:pt x="266" y="171"/>
                </a:lnTo>
                <a:lnTo>
                  <a:pt x="218" y="10"/>
                </a:lnTo>
                <a:cubicBezTo>
                  <a:pt x="216" y="4"/>
                  <a:pt x="210" y="0"/>
                  <a:pt x="203" y="0"/>
                </a:cubicBezTo>
                <a:cubicBezTo>
                  <a:pt x="197" y="0"/>
                  <a:pt x="191" y="4"/>
                  <a:pt x="189" y="10"/>
                </a:cubicBezTo>
                <a:lnTo>
                  <a:pt x="141" y="171"/>
                </a:lnTo>
                <a:lnTo>
                  <a:pt x="10" y="220"/>
                </a:lnTo>
                <a:cubicBezTo>
                  <a:pt x="4" y="222"/>
                  <a:pt x="0" y="228"/>
                  <a:pt x="0" y="234"/>
                </a:cubicBezTo>
                <a:cubicBezTo>
                  <a:pt x="0" y="240"/>
                  <a:pt x="4" y="245"/>
                  <a:pt x="10" y="247"/>
                </a:cubicBezTo>
                <a:lnTo>
                  <a:pt x="140" y="296"/>
                </a:lnTo>
                <a:lnTo>
                  <a:pt x="189" y="461"/>
                </a:lnTo>
                <a:cubicBezTo>
                  <a:pt x="191" y="467"/>
                  <a:pt x="197" y="471"/>
                  <a:pt x="203" y="471"/>
                </a:cubicBezTo>
                <a:cubicBezTo>
                  <a:pt x="210" y="471"/>
                  <a:pt x="216" y="467"/>
                  <a:pt x="218" y="461"/>
                </a:cubicBezTo>
                <a:lnTo>
                  <a:pt x="266" y="296"/>
                </a:lnTo>
                <a:lnTo>
                  <a:pt x="398" y="247"/>
                </a:lnTo>
                <a:cubicBezTo>
                  <a:pt x="404" y="245"/>
                  <a:pt x="408" y="240"/>
                  <a:pt x="408" y="234"/>
                </a:cubicBezTo>
                <a:cubicBezTo>
                  <a:pt x="408" y="228"/>
                  <a:pt x="404" y="222"/>
                  <a:pt x="398" y="220"/>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74" name="Freeform: Shape 1373"/>
          <p:cNvSpPr/>
          <p:nvPr/>
        </p:nvSpPr>
        <p:spPr>
          <a:xfrm>
            <a:off x="4281840" y="2279160"/>
            <a:ext cx="74520" cy="173160"/>
          </a:xfrm>
          <a:custGeom>
            <a:avLst/>
            <a:gdLst/>
            <a:ahLst/>
            <a:cxnLst/>
            <a:rect l="0" t="0" r="r" b="b"/>
            <a:pathLst>
              <a:path w="207" h="481">
                <a:moveTo>
                  <a:pt x="197" y="377"/>
                </a:moveTo>
                <a:lnTo>
                  <a:pt x="163" y="364"/>
                </a:lnTo>
                <a:lnTo>
                  <a:pt x="150" y="316"/>
                </a:lnTo>
                <a:cubicBezTo>
                  <a:pt x="148" y="309"/>
                  <a:pt x="142" y="305"/>
                  <a:pt x="136" y="305"/>
                </a:cubicBezTo>
                <a:cubicBezTo>
                  <a:pt x="129" y="305"/>
                  <a:pt x="123" y="309"/>
                  <a:pt x="122" y="315"/>
                </a:cubicBezTo>
                <a:lnTo>
                  <a:pt x="108" y="364"/>
                </a:lnTo>
                <a:lnTo>
                  <a:pt x="73" y="377"/>
                </a:lnTo>
                <a:cubicBezTo>
                  <a:pt x="68" y="379"/>
                  <a:pt x="64" y="384"/>
                  <a:pt x="64" y="390"/>
                </a:cubicBezTo>
                <a:cubicBezTo>
                  <a:pt x="64" y="397"/>
                  <a:pt x="68" y="402"/>
                  <a:pt x="73" y="404"/>
                </a:cubicBezTo>
                <a:lnTo>
                  <a:pt x="108" y="417"/>
                </a:lnTo>
                <a:lnTo>
                  <a:pt x="122" y="470"/>
                </a:lnTo>
                <a:cubicBezTo>
                  <a:pt x="123" y="476"/>
                  <a:pt x="129" y="481"/>
                  <a:pt x="136" y="481"/>
                </a:cubicBezTo>
                <a:cubicBezTo>
                  <a:pt x="143" y="481"/>
                  <a:pt x="148" y="476"/>
                  <a:pt x="150" y="470"/>
                </a:cubicBezTo>
                <a:lnTo>
                  <a:pt x="163" y="417"/>
                </a:lnTo>
                <a:lnTo>
                  <a:pt x="197" y="404"/>
                </a:lnTo>
                <a:cubicBezTo>
                  <a:pt x="203" y="402"/>
                  <a:pt x="207" y="397"/>
                  <a:pt x="207" y="390"/>
                </a:cubicBezTo>
                <a:cubicBezTo>
                  <a:pt x="207" y="384"/>
                  <a:pt x="203" y="379"/>
                  <a:pt x="197" y="377"/>
                </a:cubicBezTo>
                <a:moveTo>
                  <a:pt x="133" y="57"/>
                </a:moveTo>
                <a:lnTo>
                  <a:pt x="98" y="44"/>
                </a:lnTo>
                <a:lnTo>
                  <a:pt x="85" y="10"/>
                </a:lnTo>
                <a:cubicBezTo>
                  <a:pt x="83" y="4"/>
                  <a:pt x="77" y="0"/>
                  <a:pt x="71" y="0"/>
                </a:cubicBezTo>
                <a:cubicBezTo>
                  <a:pt x="65" y="0"/>
                  <a:pt x="59" y="4"/>
                  <a:pt x="57" y="10"/>
                </a:cubicBezTo>
                <a:lnTo>
                  <a:pt x="44" y="44"/>
                </a:lnTo>
                <a:lnTo>
                  <a:pt x="10" y="57"/>
                </a:lnTo>
                <a:cubicBezTo>
                  <a:pt x="4" y="59"/>
                  <a:pt x="0" y="65"/>
                  <a:pt x="0" y="71"/>
                </a:cubicBezTo>
                <a:cubicBezTo>
                  <a:pt x="0" y="77"/>
                  <a:pt x="4" y="83"/>
                  <a:pt x="10" y="85"/>
                </a:cubicBezTo>
                <a:lnTo>
                  <a:pt x="44" y="98"/>
                </a:lnTo>
                <a:lnTo>
                  <a:pt x="57" y="132"/>
                </a:lnTo>
                <a:cubicBezTo>
                  <a:pt x="59" y="138"/>
                  <a:pt x="65" y="142"/>
                  <a:pt x="71" y="142"/>
                </a:cubicBezTo>
                <a:cubicBezTo>
                  <a:pt x="77" y="142"/>
                  <a:pt x="83" y="138"/>
                  <a:pt x="85" y="132"/>
                </a:cubicBezTo>
                <a:lnTo>
                  <a:pt x="98" y="98"/>
                </a:lnTo>
                <a:lnTo>
                  <a:pt x="133" y="85"/>
                </a:lnTo>
                <a:cubicBezTo>
                  <a:pt x="139" y="83"/>
                  <a:pt x="143" y="77"/>
                  <a:pt x="143" y="71"/>
                </a:cubicBezTo>
                <a:cubicBezTo>
                  <a:pt x="143" y="65"/>
                  <a:pt x="139" y="59"/>
                  <a:pt x="133"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75" name="TextBox 1374"/>
          <p:cNvSpPr txBox="1"/>
          <p:nvPr/>
        </p:nvSpPr>
        <p:spPr>
          <a:xfrm>
            <a:off x="880920" y="2253960"/>
            <a:ext cx="13125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Material Cards</a:t>
            </a:r>
            <a:endParaRPr lang="en-GB" sz="1500" b="0" u="none" strike="noStrike">
              <a:solidFill>
                <a:srgbClr val="000000"/>
              </a:solidFill>
              <a:effectLst/>
              <a:uFillTx/>
              <a:latin typeface="Times New Roman"/>
            </a:endParaRPr>
          </a:p>
        </p:txBody>
      </p:sp>
      <p:sp>
        <p:nvSpPr>
          <p:cNvPr id="1376" name="Freeform: Shape 1375"/>
          <p:cNvSpPr/>
          <p:nvPr/>
        </p:nvSpPr>
        <p:spPr>
          <a:xfrm>
            <a:off x="7086240" y="2266920"/>
            <a:ext cx="191160" cy="190800"/>
          </a:xfrm>
          <a:custGeom>
            <a:avLst/>
            <a:gdLst/>
            <a:ahLst/>
            <a:cxnLst/>
            <a:rect l="0" t="0" r="r" b="b"/>
            <a:pathLst>
              <a:path w="531" h="530">
                <a:moveTo>
                  <a:pt x="531" y="471"/>
                </a:moveTo>
                <a:cubicBezTo>
                  <a:pt x="531" y="503"/>
                  <a:pt x="504" y="530"/>
                  <a:pt x="472" y="530"/>
                </a:cubicBezTo>
                <a:lnTo>
                  <a:pt x="59" y="530"/>
                </a:lnTo>
                <a:cubicBezTo>
                  <a:pt x="27" y="530"/>
                  <a:pt x="0" y="503"/>
                  <a:pt x="0" y="471"/>
                </a:cubicBezTo>
                <a:lnTo>
                  <a:pt x="0" y="58"/>
                </a:lnTo>
                <a:cubicBezTo>
                  <a:pt x="0" y="26"/>
                  <a:pt x="27" y="0"/>
                  <a:pt x="59" y="0"/>
                </a:cubicBezTo>
                <a:lnTo>
                  <a:pt x="472" y="0"/>
                </a:lnTo>
                <a:cubicBezTo>
                  <a:pt x="504" y="0"/>
                  <a:pt x="531" y="26"/>
                  <a:pt x="531" y="58"/>
                </a:cubicBezTo>
                <a:lnTo>
                  <a:pt x="531"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77" name="Freeform: Shape 1376"/>
          <p:cNvSpPr/>
          <p:nvPr/>
        </p:nvSpPr>
        <p:spPr>
          <a:xfrm>
            <a:off x="7116480" y="2298240"/>
            <a:ext cx="131400" cy="128880"/>
          </a:xfrm>
          <a:custGeom>
            <a:avLst/>
            <a:gdLst/>
            <a:ahLst/>
            <a:cxnLst/>
            <a:rect l="0" t="0" r="r" b="b"/>
            <a:pathLst>
              <a:path w="365" h="358">
                <a:moveTo>
                  <a:pt x="348" y="6"/>
                </a:moveTo>
                <a:cubicBezTo>
                  <a:pt x="331" y="-5"/>
                  <a:pt x="308" y="0"/>
                  <a:pt x="297" y="17"/>
                </a:cubicBezTo>
                <a:lnTo>
                  <a:pt x="137" y="265"/>
                </a:lnTo>
                <a:lnTo>
                  <a:pt x="63" y="195"/>
                </a:lnTo>
                <a:cubicBezTo>
                  <a:pt x="48" y="181"/>
                  <a:pt x="25" y="182"/>
                  <a:pt x="10" y="197"/>
                </a:cubicBezTo>
                <a:cubicBezTo>
                  <a:pt x="-4" y="213"/>
                  <a:pt x="-3" y="236"/>
                  <a:pt x="12" y="250"/>
                </a:cubicBezTo>
                <a:lnTo>
                  <a:pt x="119" y="348"/>
                </a:lnTo>
                <a:cubicBezTo>
                  <a:pt x="126" y="355"/>
                  <a:pt x="135" y="358"/>
                  <a:pt x="144" y="358"/>
                </a:cubicBezTo>
                <a:cubicBezTo>
                  <a:pt x="154" y="358"/>
                  <a:pt x="167" y="354"/>
                  <a:pt x="175" y="341"/>
                </a:cubicBezTo>
                <a:cubicBezTo>
                  <a:pt x="180" y="334"/>
                  <a:pt x="359" y="57"/>
                  <a:pt x="359"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78" name="TextBox 1377"/>
          <p:cNvSpPr txBox="1"/>
          <p:nvPr/>
        </p:nvSpPr>
        <p:spPr>
          <a:xfrm>
            <a:off x="4480920" y="225396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1379" name="TextBox 1378"/>
          <p:cNvSpPr txBox="1"/>
          <p:nvPr/>
        </p:nvSpPr>
        <p:spPr>
          <a:xfrm>
            <a:off x="8542080" y="2253960"/>
            <a:ext cx="1337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With variations</a:t>
            </a:r>
            <a:endParaRPr lang="en-GB" sz="1500" b="0" u="none" strike="noStrike">
              <a:solidFill>
                <a:srgbClr val="000000"/>
              </a:solidFill>
              <a:effectLst/>
              <a:uFillTx/>
              <a:latin typeface="Times New Roman"/>
            </a:endParaRPr>
          </a:p>
        </p:txBody>
      </p:sp>
      <p:sp>
        <p:nvSpPr>
          <p:cNvPr id="1380" name="Freeform: Shape 1379"/>
          <p:cNvSpPr/>
          <p:nvPr/>
        </p:nvSpPr>
        <p:spPr>
          <a:xfrm>
            <a:off x="4315320" y="2715480"/>
            <a:ext cx="146880" cy="169560"/>
          </a:xfrm>
          <a:custGeom>
            <a:avLst/>
            <a:gdLst/>
            <a:ahLst/>
            <a:cxnLst/>
            <a:rect l="0" t="0" r="r" b="b"/>
            <a:pathLst>
              <a:path w="408" h="471">
                <a:moveTo>
                  <a:pt x="398" y="220"/>
                </a:moveTo>
                <a:lnTo>
                  <a:pt x="266" y="171"/>
                </a:lnTo>
                <a:lnTo>
                  <a:pt x="218" y="10"/>
                </a:lnTo>
                <a:cubicBezTo>
                  <a:pt x="216" y="4"/>
                  <a:pt x="210" y="0"/>
                  <a:pt x="203" y="0"/>
                </a:cubicBezTo>
                <a:cubicBezTo>
                  <a:pt x="197" y="0"/>
                  <a:pt x="191" y="4"/>
                  <a:pt x="189" y="10"/>
                </a:cubicBezTo>
                <a:lnTo>
                  <a:pt x="141" y="171"/>
                </a:lnTo>
                <a:lnTo>
                  <a:pt x="10" y="220"/>
                </a:lnTo>
                <a:cubicBezTo>
                  <a:pt x="4" y="222"/>
                  <a:pt x="0" y="228"/>
                  <a:pt x="0" y="234"/>
                </a:cubicBezTo>
                <a:cubicBezTo>
                  <a:pt x="0" y="240"/>
                  <a:pt x="4" y="245"/>
                  <a:pt x="10" y="248"/>
                </a:cubicBezTo>
                <a:lnTo>
                  <a:pt x="140" y="296"/>
                </a:lnTo>
                <a:lnTo>
                  <a:pt x="189" y="461"/>
                </a:lnTo>
                <a:cubicBezTo>
                  <a:pt x="191" y="467"/>
                  <a:pt x="197" y="471"/>
                  <a:pt x="203" y="471"/>
                </a:cubicBezTo>
                <a:cubicBezTo>
                  <a:pt x="210" y="471"/>
                  <a:pt x="216" y="467"/>
                  <a:pt x="218" y="461"/>
                </a:cubicBezTo>
                <a:lnTo>
                  <a:pt x="266" y="296"/>
                </a:lnTo>
                <a:lnTo>
                  <a:pt x="398" y="248"/>
                </a:lnTo>
                <a:cubicBezTo>
                  <a:pt x="404" y="245"/>
                  <a:pt x="408" y="240"/>
                  <a:pt x="408" y="234"/>
                </a:cubicBezTo>
                <a:cubicBezTo>
                  <a:pt x="408" y="228"/>
                  <a:pt x="404" y="222"/>
                  <a:pt x="398" y="220"/>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81" name="Freeform: Shape 1380"/>
          <p:cNvSpPr/>
          <p:nvPr/>
        </p:nvSpPr>
        <p:spPr>
          <a:xfrm>
            <a:off x="4281840" y="2717280"/>
            <a:ext cx="74520" cy="173160"/>
          </a:xfrm>
          <a:custGeom>
            <a:avLst/>
            <a:gdLst/>
            <a:ahLst/>
            <a:cxnLst/>
            <a:rect l="0" t="0" r="r" b="b"/>
            <a:pathLst>
              <a:path w="207" h="481">
                <a:moveTo>
                  <a:pt x="197" y="377"/>
                </a:moveTo>
                <a:lnTo>
                  <a:pt x="163" y="363"/>
                </a:lnTo>
                <a:lnTo>
                  <a:pt x="150" y="315"/>
                </a:lnTo>
                <a:cubicBezTo>
                  <a:pt x="148" y="308"/>
                  <a:pt x="142" y="304"/>
                  <a:pt x="136" y="304"/>
                </a:cubicBezTo>
                <a:cubicBezTo>
                  <a:pt x="129" y="304"/>
                  <a:pt x="123" y="308"/>
                  <a:pt x="122" y="315"/>
                </a:cubicBezTo>
                <a:lnTo>
                  <a:pt x="108" y="363"/>
                </a:lnTo>
                <a:lnTo>
                  <a:pt x="73" y="377"/>
                </a:lnTo>
                <a:cubicBezTo>
                  <a:pt x="68" y="379"/>
                  <a:pt x="64" y="384"/>
                  <a:pt x="64" y="390"/>
                </a:cubicBezTo>
                <a:cubicBezTo>
                  <a:pt x="64" y="397"/>
                  <a:pt x="68" y="402"/>
                  <a:pt x="73" y="404"/>
                </a:cubicBezTo>
                <a:lnTo>
                  <a:pt x="108" y="417"/>
                </a:lnTo>
                <a:lnTo>
                  <a:pt x="122" y="470"/>
                </a:lnTo>
                <a:cubicBezTo>
                  <a:pt x="123" y="477"/>
                  <a:pt x="129" y="481"/>
                  <a:pt x="136" y="481"/>
                </a:cubicBezTo>
                <a:cubicBezTo>
                  <a:pt x="143" y="481"/>
                  <a:pt x="148" y="477"/>
                  <a:pt x="150" y="470"/>
                </a:cubicBezTo>
                <a:lnTo>
                  <a:pt x="163" y="417"/>
                </a:lnTo>
                <a:lnTo>
                  <a:pt x="197" y="404"/>
                </a:lnTo>
                <a:cubicBezTo>
                  <a:pt x="203" y="402"/>
                  <a:pt x="207" y="397"/>
                  <a:pt x="207" y="390"/>
                </a:cubicBezTo>
                <a:cubicBezTo>
                  <a:pt x="207" y="384"/>
                  <a:pt x="203" y="379"/>
                  <a:pt x="197" y="377"/>
                </a:cubicBezTo>
                <a:moveTo>
                  <a:pt x="133" y="57"/>
                </a:moveTo>
                <a:lnTo>
                  <a:pt x="98" y="44"/>
                </a:lnTo>
                <a:lnTo>
                  <a:pt x="85" y="10"/>
                </a:lnTo>
                <a:cubicBezTo>
                  <a:pt x="83" y="4"/>
                  <a:pt x="77" y="0"/>
                  <a:pt x="71" y="0"/>
                </a:cubicBezTo>
                <a:cubicBezTo>
                  <a:pt x="65" y="0"/>
                  <a:pt x="59" y="4"/>
                  <a:pt x="57" y="10"/>
                </a:cubicBezTo>
                <a:lnTo>
                  <a:pt x="44" y="44"/>
                </a:lnTo>
                <a:lnTo>
                  <a:pt x="10" y="57"/>
                </a:lnTo>
                <a:cubicBezTo>
                  <a:pt x="4" y="59"/>
                  <a:pt x="0" y="65"/>
                  <a:pt x="0" y="71"/>
                </a:cubicBezTo>
                <a:cubicBezTo>
                  <a:pt x="0" y="77"/>
                  <a:pt x="4" y="83"/>
                  <a:pt x="10" y="85"/>
                </a:cubicBezTo>
                <a:lnTo>
                  <a:pt x="44" y="98"/>
                </a:lnTo>
                <a:lnTo>
                  <a:pt x="57" y="132"/>
                </a:lnTo>
                <a:cubicBezTo>
                  <a:pt x="59" y="138"/>
                  <a:pt x="65" y="142"/>
                  <a:pt x="71" y="142"/>
                </a:cubicBezTo>
                <a:cubicBezTo>
                  <a:pt x="77" y="142"/>
                  <a:pt x="83" y="138"/>
                  <a:pt x="85" y="132"/>
                </a:cubicBezTo>
                <a:lnTo>
                  <a:pt x="98" y="98"/>
                </a:lnTo>
                <a:lnTo>
                  <a:pt x="133" y="85"/>
                </a:lnTo>
                <a:cubicBezTo>
                  <a:pt x="139" y="83"/>
                  <a:pt x="143" y="77"/>
                  <a:pt x="143" y="71"/>
                </a:cubicBezTo>
                <a:cubicBezTo>
                  <a:pt x="143" y="65"/>
                  <a:pt x="139" y="59"/>
                  <a:pt x="133"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82" name="TextBox 1381"/>
          <p:cNvSpPr txBox="1"/>
          <p:nvPr/>
        </p:nvSpPr>
        <p:spPr>
          <a:xfrm>
            <a:off x="880920" y="2692080"/>
            <a:ext cx="13201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Marking Cards</a:t>
            </a:r>
            <a:endParaRPr lang="en-GB" sz="1500" b="0" u="none" strike="noStrike">
              <a:solidFill>
                <a:srgbClr val="000000"/>
              </a:solidFill>
              <a:effectLst/>
              <a:uFillTx/>
              <a:latin typeface="Times New Roman"/>
            </a:endParaRPr>
          </a:p>
        </p:txBody>
      </p:sp>
      <p:sp>
        <p:nvSpPr>
          <p:cNvPr id="1383" name="Freeform: Shape 1382"/>
          <p:cNvSpPr/>
          <p:nvPr/>
        </p:nvSpPr>
        <p:spPr>
          <a:xfrm>
            <a:off x="7086240" y="2705040"/>
            <a:ext cx="191160" cy="190800"/>
          </a:xfrm>
          <a:custGeom>
            <a:avLst/>
            <a:gdLst/>
            <a:ahLst/>
            <a:cxnLst/>
            <a:rect l="0" t="0" r="r" b="b"/>
            <a:pathLst>
              <a:path w="531" h="530">
                <a:moveTo>
                  <a:pt x="531" y="471"/>
                </a:moveTo>
                <a:cubicBezTo>
                  <a:pt x="531" y="504"/>
                  <a:pt x="504" y="530"/>
                  <a:pt x="472" y="530"/>
                </a:cubicBezTo>
                <a:lnTo>
                  <a:pt x="59" y="530"/>
                </a:lnTo>
                <a:cubicBezTo>
                  <a:pt x="27" y="530"/>
                  <a:pt x="0" y="504"/>
                  <a:pt x="0" y="471"/>
                </a:cubicBezTo>
                <a:lnTo>
                  <a:pt x="0" y="58"/>
                </a:lnTo>
                <a:cubicBezTo>
                  <a:pt x="0" y="26"/>
                  <a:pt x="27" y="0"/>
                  <a:pt x="59" y="0"/>
                </a:cubicBezTo>
                <a:lnTo>
                  <a:pt x="472" y="0"/>
                </a:lnTo>
                <a:cubicBezTo>
                  <a:pt x="504" y="0"/>
                  <a:pt x="531" y="26"/>
                  <a:pt x="531" y="58"/>
                </a:cubicBezTo>
                <a:lnTo>
                  <a:pt x="531"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84" name="Freeform: Shape 1383"/>
          <p:cNvSpPr/>
          <p:nvPr/>
        </p:nvSpPr>
        <p:spPr>
          <a:xfrm>
            <a:off x="7116480" y="2736360"/>
            <a:ext cx="131400" cy="128880"/>
          </a:xfrm>
          <a:custGeom>
            <a:avLst/>
            <a:gdLst/>
            <a:ahLst/>
            <a:cxnLst/>
            <a:rect l="0" t="0" r="r" b="b"/>
            <a:pathLst>
              <a:path w="365" h="358">
                <a:moveTo>
                  <a:pt x="348" y="6"/>
                </a:moveTo>
                <a:cubicBezTo>
                  <a:pt x="331" y="-5"/>
                  <a:pt x="308" y="0"/>
                  <a:pt x="297" y="17"/>
                </a:cubicBezTo>
                <a:lnTo>
                  <a:pt x="137" y="265"/>
                </a:lnTo>
                <a:lnTo>
                  <a:pt x="63" y="196"/>
                </a:lnTo>
                <a:cubicBezTo>
                  <a:pt x="48" y="182"/>
                  <a:pt x="25" y="183"/>
                  <a:pt x="10" y="198"/>
                </a:cubicBezTo>
                <a:cubicBezTo>
                  <a:pt x="-4" y="213"/>
                  <a:pt x="-3" y="236"/>
                  <a:pt x="12" y="250"/>
                </a:cubicBezTo>
                <a:lnTo>
                  <a:pt x="119" y="348"/>
                </a:lnTo>
                <a:cubicBezTo>
                  <a:pt x="126" y="355"/>
                  <a:pt x="135" y="358"/>
                  <a:pt x="144" y="358"/>
                </a:cubicBezTo>
                <a:cubicBezTo>
                  <a:pt x="154" y="358"/>
                  <a:pt x="167" y="354"/>
                  <a:pt x="175" y="341"/>
                </a:cubicBezTo>
                <a:cubicBezTo>
                  <a:pt x="180" y="334"/>
                  <a:pt x="359" y="58"/>
                  <a:pt x="359" y="58"/>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85" name="TextBox 1384"/>
          <p:cNvSpPr txBox="1"/>
          <p:nvPr/>
        </p:nvSpPr>
        <p:spPr>
          <a:xfrm>
            <a:off x="4480920" y="269208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1386" name="TextBox 1385"/>
          <p:cNvSpPr txBox="1"/>
          <p:nvPr/>
        </p:nvSpPr>
        <p:spPr>
          <a:xfrm>
            <a:off x="8542080" y="2692080"/>
            <a:ext cx="17074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Deadline validation</a:t>
            </a:r>
            <a:endParaRPr lang="en-GB" sz="1500" b="0" u="none" strike="noStrike">
              <a:solidFill>
                <a:srgbClr val="000000"/>
              </a:solidFill>
              <a:effectLst/>
              <a:uFillTx/>
              <a:latin typeface="Times New Roman"/>
            </a:endParaRPr>
          </a:p>
        </p:txBody>
      </p:sp>
      <p:sp>
        <p:nvSpPr>
          <p:cNvPr id="1387" name="Freeform: Shape 1386"/>
          <p:cNvSpPr/>
          <p:nvPr/>
        </p:nvSpPr>
        <p:spPr>
          <a:xfrm>
            <a:off x="4315320" y="3144240"/>
            <a:ext cx="146880" cy="169560"/>
          </a:xfrm>
          <a:custGeom>
            <a:avLst/>
            <a:gdLst/>
            <a:ahLst/>
            <a:cxnLst/>
            <a:rect l="0" t="0" r="r" b="b"/>
            <a:pathLst>
              <a:path w="408" h="471">
                <a:moveTo>
                  <a:pt x="398" y="219"/>
                </a:moveTo>
                <a:lnTo>
                  <a:pt x="266" y="170"/>
                </a:lnTo>
                <a:lnTo>
                  <a:pt x="218" y="10"/>
                </a:lnTo>
                <a:cubicBezTo>
                  <a:pt x="216" y="4"/>
                  <a:pt x="210" y="0"/>
                  <a:pt x="203" y="0"/>
                </a:cubicBezTo>
                <a:cubicBezTo>
                  <a:pt x="197" y="0"/>
                  <a:pt x="191" y="4"/>
                  <a:pt x="189" y="10"/>
                </a:cubicBezTo>
                <a:lnTo>
                  <a:pt x="141" y="170"/>
                </a:lnTo>
                <a:lnTo>
                  <a:pt x="10" y="219"/>
                </a:lnTo>
                <a:cubicBezTo>
                  <a:pt x="4" y="221"/>
                  <a:pt x="0" y="226"/>
                  <a:pt x="0" y="232"/>
                </a:cubicBezTo>
                <a:cubicBezTo>
                  <a:pt x="0" y="239"/>
                  <a:pt x="4" y="244"/>
                  <a:pt x="10" y="246"/>
                </a:cubicBezTo>
                <a:lnTo>
                  <a:pt x="140" y="295"/>
                </a:lnTo>
                <a:lnTo>
                  <a:pt x="189" y="461"/>
                </a:lnTo>
                <a:cubicBezTo>
                  <a:pt x="191" y="467"/>
                  <a:pt x="197" y="471"/>
                  <a:pt x="203" y="471"/>
                </a:cubicBezTo>
                <a:cubicBezTo>
                  <a:pt x="210" y="471"/>
                  <a:pt x="216" y="467"/>
                  <a:pt x="218" y="461"/>
                </a:cubicBezTo>
                <a:lnTo>
                  <a:pt x="266" y="295"/>
                </a:lnTo>
                <a:lnTo>
                  <a:pt x="398" y="246"/>
                </a:lnTo>
                <a:cubicBezTo>
                  <a:pt x="404" y="244"/>
                  <a:pt x="408" y="239"/>
                  <a:pt x="408" y="232"/>
                </a:cubicBezTo>
                <a:cubicBezTo>
                  <a:pt x="408" y="226"/>
                  <a:pt x="404"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88" name="Freeform: Shape 1387"/>
          <p:cNvSpPr/>
          <p:nvPr/>
        </p:nvSpPr>
        <p:spPr>
          <a:xfrm>
            <a:off x="4281840" y="3146040"/>
            <a:ext cx="74520" cy="173160"/>
          </a:xfrm>
          <a:custGeom>
            <a:avLst/>
            <a:gdLst/>
            <a:ahLst/>
            <a:cxnLst/>
            <a:rect l="0" t="0" r="r" b="b"/>
            <a:pathLst>
              <a:path w="207" h="481">
                <a:moveTo>
                  <a:pt x="197" y="376"/>
                </a:moveTo>
                <a:lnTo>
                  <a:pt x="163" y="364"/>
                </a:lnTo>
                <a:lnTo>
                  <a:pt x="150" y="315"/>
                </a:lnTo>
                <a:cubicBezTo>
                  <a:pt x="148" y="309"/>
                  <a:pt x="142" y="304"/>
                  <a:pt x="136" y="304"/>
                </a:cubicBezTo>
                <a:cubicBezTo>
                  <a:pt x="129" y="304"/>
                  <a:pt x="123" y="309"/>
                  <a:pt x="122" y="315"/>
                </a:cubicBezTo>
                <a:lnTo>
                  <a:pt x="108" y="364"/>
                </a:lnTo>
                <a:lnTo>
                  <a:pt x="73" y="376"/>
                </a:lnTo>
                <a:cubicBezTo>
                  <a:pt x="68" y="378"/>
                  <a:pt x="64" y="384"/>
                  <a:pt x="64" y="390"/>
                </a:cubicBezTo>
                <a:cubicBezTo>
                  <a:pt x="64" y="396"/>
                  <a:pt x="68" y="402"/>
                  <a:pt x="73" y="404"/>
                </a:cubicBezTo>
                <a:lnTo>
                  <a:pt x="108" y="416"/>
                </a:lnTo>
                <a:lnTo>
                  <a:pt x="122" y="470"/>
                </a:lnTo>
                <a:cubicBezTo>
                  <a:pt x="123" y="476"/>
                  <a:pt x="129" y="481"/>
                  <a:pt x="136" y="481"/>
                </a:cubicBezTo>
                <a:cubicBezTo>
                  <a:pt x="143" y="481"/>
                  <a:pt x="148" y="476"/>
                  <a:pt x="150" y="470"/>
                </a:cubicBezTo>
                <a:lnTo>
                  <a:pt x="163" y="416"/>
                </a:lnTo>
                <a:lnTo>
                  <a:pt x="197" y="404"/>
                </a:lnTo>
                <a:cubicBezTo>
                  <a:pt x="203" y="402"/>
                  <a:pt x="207" y="396"/>
                  <a:pt x="207" y="390"/>
                </a:cubicBezTo>
                <a:cubicBezTo>
                  <a:pt x="207" y="384"/>
                  <a:pt x="203" y="378"/>
                  <a:pt x="197" y="376"/>
                </a:cubicBezTo>
                <a:moveTo>
                  <a:pt x="133" y="57"/>
                </a:moveTo>
                <a:lnTo>
                  <a:pt x="98" y="44"/>
                </a:lnTo>
                <a:lnTo>
                  <a:pt x="85" y="9"/>
                </a:lnTo>
                <a:cubicBezTo>
                  <a:pt x="83" y="3"/>
                  <a:pt x="77" y="0"/>
                  <a:pt x="71" y="0"/>
                </a:cubicBezTo>
                <a:cubicBezTo>
                  <a:pt x="65" y="0"/>
                  <a:pt x="59" y="3"/>
                  <a:pt x="57" y="9"/>
                </a:cubicBezTo>
                <a:lnTo>
                  <a:pt x="44" y="44"/>
                </a:lnTo>
                <a:lnTo>
                  <a:pt x="10" y="57"/>
                </a:lnTo>
                <a:cubicBezTo>
                  <a:pt x="4" y="59"/>
                  <a:pt x="0" y="65"/>
                  <a:pt x="0" y="71"/>
                </a:cubicBezTo>
                <a:cubicBezTo>
                  <a:pt x="0" y="77"/>
                  <a:pt x="4" y="82"/>
                  <a:pt x="10" y="84"/>
                </a:cubicBezTo>
                <a:lnTo>
                  <a:pt x="44" y="97"/>
                </a:lnTo>
                <a:lnTo>
                  <a:pt x="57" y="132"/>
                </a:lnTo>
                <a:cubicBezTo>
                  <a:pt x="59" y="138"/>
                  <a:pt x="65" y="143"/>
                  <a:pt x="71" y="143"/>
                </a:cubicBezTo>
                <a:cubicBezTo>
                  <a:pt x="77" y="143"/>
                  <a:pt x="83" y="138"/>
                  <a:pt x="85" y="132"/>
                </a:cubicBezTo>
                <a:lnTo>
                  <a:pt x="98" y="97"/>
                </a:lnTo>
                <a:lnTo>
                  <a:pt x="133" y="84"/>
                </a:lnTo>
                <a:cubicBezTo>
                  <a:pt x="139" y="82"/>
                  <a:pt x="143" y="77"/>
                  <a:pt x="143" y="71"/>
                </a:cubicBezTo>
                <a:cubicBezTo>
                  <a:pt x="143" y="65"/>
                  <a:pt x="139" y="59"/>
                  <a:pt x="133"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89" name="TextBox 1388"/>
          <p:cNvSpPr txBox="1"/>
          <p:nvPr/>
        </p:nvSpPr>
        <p:spPr>
          <a:xfrm>
            <a:off x="880920" y="3120480"/>
            <a:ext cx="12726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Tutorial Cards</a:t>
            </a:r>
            <a:endParaRPr lang="en-GB" sz="1500" b="0" u="none" strike="noStrike">
              <a:solidFill>
                <a:srgbClr val="000000"/>
              </a:solidFill>
              <a:effectLst/>
              <a:uFillTx/>
              <a:latin typeface="Times New Roman"/>
            </a:endParaRPr>
          </a:p>
        </p:txBody>
      </p:sp>
      <p:sp>
        <p:nvSpPr>
          <p:cNvPr id="1390" name="Freeform: Shape 1389"/>
          <p:cNvSpPr/>
          <p:nvPr/>
        </p:nvSpPr>
        <p:spPr>
          <a:xfrm>
            <a:off x="7086240" y="3133440"/>
            <a:ext cx="191160" cy="190800"/>
          </a:xfrm>
          <a:custGeom>
            <a:avLst/>
            <a:gdLst/>
            <a:ahLst/>
            <a:cxnLst/>
            <a:rect l="0" t="0" r="r" b="b"/>
            <a:pathLst>
              <a:path w="531" h="530">
                <a:moveTo>
                  <a:pt x="531" y="472"/>
                </a:moveTo>
                <a:cubicBezTo>
                  <a:pt x="531" y="504"/>
                  <a:pt x="504" y="530"/>
                  <a:pt x="472" y="530"/>
                </a:cubicBezTo>
                <a:lnTo>
                  <a:pt x="59" y="530"/>
                </a:lnTo>
                <a:cubicBezTo>
                  <a:pt x="27" y="530"/>
                  <a:pt x="0" y="504"/>
                  <a:pt x="0" y="472"/>
                </a:cubicBezTo>
                <a:lnTo>
                  <a:pt x="0" y="60"/>
                </a:lnTo>
                <a:cubicBezTo>
                  <a:pt x="0" y="28"/>
                  <a:pt x="27" y="0"/>
                  <a:pt x="59" y="0"/>
                </a:cubicBezTo>
                <a:lnTo>
                  <a:pt x="472" y="0"/>
                </a:lnTo>
                <a:cubicBezTo>
                  <a:pt x="504" y="0"/>
                  <a:pt x="531" y="28"/>
                  <a:pt x="531" y="60"/>
                </a:cubicBezTo>
                <a:lnTo>
                  <a:pt x="531"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91" name="Freeform: Shape 1390"/>
          <p:cNvSpPr/>
          <p:nvPr/>
        </p:nvSpPr>
        <p:spPr>
          <a:xfrm>
            <a:off x="7116480" y="3165120"/>
            <a:ext cx="131400" cy="128880"/>
          </a:xfrm>
          <a:custGeom>
            <a:avLst/>
            <a:gdLst/>
            <a:ahLst/>
            <a:cxnLst/>
            <a:rect l="0" t="0" r="r" b="b"/>
            <a:pathLst>
              <a:path w="365" h="358">
                <a:moveTo>
                  <a:pt x="348" y="6"/>
                </a:moveTo>
                <a:cubicBezTo>
                  <a:pt x="331" y="-5"/>
                  <a:pt x="308" y="0"/>
                  <a:pt x="297" y="17"/>
                </a:cubicBezTo>
                <a:lnTo>
                  <a:pt x="137" y="263"/>
                </a:lnTo>
                <a:lnTo>
                  <a:pt x="63" y="195"/>
                </a:lnTo>
                <a:cubicBezTo>
                  <a:pt x="48" y="181"/>
                  <a:pt x="25" y="182"/>
                  <a:pt x="10" y="197"/>
                </a:cubicBezTo>
                <a:cubicBezTo>
                  <a:pt x="-4" y="212"/>
                  <a:pt x="-3" y="235"/>
                  <a:pt x="12" y="249"/>
                </a:cubicBezTo>
                <a:lnTo>
                  <a:pt x="119" y="348"/>
                </a:lnTo>
                <a:cubicBezTo>
                  <a:pt x="126" y="354"/>
                  <a:pt x="135" y="358"/>
                  <a:pt x="144" y="358"/>
                </a:cubicBezTo>
                <a:cubicBezTo>
                  <a:pt x="154" y="358"/>
                  <a:pt x="167" y="353"/>
                  <a:pt x="175" y="341"/>
                </a:cubicBezTo>
                <a:cubicBezTo>
                  <a:pt x="180" y="333"/>
                  <a:pt x="359" y="57"/>
                  <a:pt x="359"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92" name="TextBox 1391"/>
          <p:cNvSpPr txBox="1"/>
          <p:nvPr/>
        </p:nvSpPr>
        <p:spPr>
          <a:xfrm>
            <a:off x="4480920" y="312048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1393" name="TextBox 1392"/>
          <p:cNvSpPr txBox="1"/>
          <p:nvPr/>
        </p:nvSpPr>
        <p:spPr>
          <a:xfrm>
            <a:off x="8542080" y="3120480"/>
            <a:ext cx="15746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Session selection</a:t>
            </a:r>
            <a:endParaRPr lang="en-GB" sz="1500" b="0" u="none" strike="noStrike">
              <a:solidFill>
                <a:srgbClr val="000000"/>
              </a:solidFill>
              <a:effectLst/>
              <a:uFillTx/>
              <a:latin typeface="Times New Roman"/>
            </a:endParaRPr>
          </a:p>
        </p:txBody>
      </p:sp>
      <p:sp>
        <p:nvSpPr>
          <p:cNvPr id="1394" name="Freeform: Shape 1393"/>
          <p:cNvSpPr/>
          <p:nvPr/>
        </p:nvSpPr>
        <p:spPr>
          <a:xfrm>
            <a:off x="4315320" y="3572640"/>
            <a:ext cx="146880" cy="169920"/>
          </a:xfrm>
          <a:custGeom>
            <a:avLst/>
            <a:gdLst/>
            <a:ahLst/>
            <a:cxnLst/>
            <a:rect l="0" t="0" r="r" b="b"/>
            <a:pathLst>
              <a:path w="408" h="472">
                <a:moveTo>
                  <a:pt x="398" y="220"/>
                </a:moveTo>
                <a:lnTo>
                  <a:pt x="266" y="171"/>
                </a:lnTo>
                <a:lnTo>
                  <a:pt x="218" y="11"/>
                </a:lnTo>
                <a:cubicBezTo>
                  <a:pt x="216" y="5"/>
                  <a:pt x="210" y="0"/>
                  <a:pt x="203" y="0"/>
                </a:cubicBezTo>
                <a:cubicBezTo>
                  <a:pt x="197" y="0"/>
                  <a:pt x="191" y="5"/>
                  <a:pt x="189" y="11"/>
                </a:cubicBezTo>
                <a:lnTo>
                  <a:pt x="141" y="171"/>
                </a:lnTo>
                <a:lnTo>
                  <a:pt x="10" y="220"/>
                </a:lnTo>
                <a:cubicBezTo>
                  <a:pt x="4" y="222"/>
                  <a:pt x="0" y="228"/>
                  <a:pt x="0" y="234"/>
                </a:cubicBezTo>
                <a:cubicBezTo>
                  <a:pt x="0" y="240"/>
                  <a:pt x="4" y="246"/>
                  <a:pt x="10" y="248"/>
                </a:cubicBezTo>
                <a:lnTo>
                  <a:pt x="140" y="296"/>
                </a:lnTo>
                <a:lnTo>
                  <a:pt x="189" y="461"/>
                </a:lnTo>
                <a:cubicBezTo>
                  <a:pt x="191" y="467"/>
                  <a:pt x="197" y="472"/>
                  <a:pt x="203" y="472"/>
                </a:cubicBezTo>
                <a:cubicBezTo>
                  <a:pt x="210" y="472"/>
                  <a:pt x="216" y="467"/>
                  <a:pt x="218" y="461"/>
                </a:cubicBezTo>
                <a:lnTo>
                  <a:pt x="266" y="296"/>
                </a:lnTo>
                <a:lnTo>
                  <a:pt x="398" y="248"/>
                </a:lnTo>
                <a:cubicBezTo>
                  <a:pt x="404" y="246"/>
                  <a:pt x="408" y="240"/>
                  <a:pt x="408" y="234"/>
                </a:cubicBezTo>
                <a:cubicBezTo>
                  <a:pt x="408" y="228"/>
                  <a:pt x="404" y="222"/>
                  <a:pt x="398" y="220"/>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95" name="Freeform: Shape 1394"/>
          <p:cNvSpPr/>
          <p:nvPr/>
        </p:nvSpPr>
        <p:spPr>
          <a:xfrm>
            <a:off x="4281840" y="3574440"/>
            <a:ext cx="74520" cy="173160"/>
          </a:xfrm>
          <a:custGeom>
            <a:avLst/>
            <a:gdLst/>
            <a:ahLst/>
            <a:cxnLst/>
            <a:rect l="0" t="0" r="r" b="b"/>
            <a:pathLst>
              <a:path w="207" h="481">
                <a:moveTo>
                  <a:pt x="197" y="376"/>
                </a:moveTo>
                <a:lnTo>
                  <a:pt x="163" y="363"/>
                </a:lnTo>
                <a:lnTo>
                  <a:pt x="150" y="315"/>
                </a:lnTo>
                <a:cubicBezTo>
                  <a:pt x="148" y="308"/>
                  <a:pt x="142" y="304"/>
                  <a:pt x="136" y="304"/>
                </a:cubicBezTo>
                <a:cubicBezTo>
                  <a:pt x="129" y="304"/>
                  <a:pt x="123" y="308"/>
                  <a:pt x="122" y="315"/>
                </a:cubicBezTo>
                <a:lnTo>
                  <a:pt x="108" y="363"/>
                </a:lnTo>
                <a:lnTo>
                  <a:pt x="73" y="376"/>
                </a:lnTo>
                <a:cubicBezTo>
                  <a:pt x="68" y="378"/>
                  <a:pt x="64" y="384"/>
                  <a:pt x="64" y="390"/>
                </a:cubicBezTo>
                <a:cubicBezTo>
                  <a:pt x="64" y="397"/>
                  <a:pt x="68" y="402"/>
                  <a:pt x="73" y="404"/>
                </a:cubicBezTo>
                <a:lnTo>
                  <a:pt x="108" y="417"/>
                </a:lnTo>
                <a:lnTo>
                  <a:pt x="122" y="470"/>
                </a:lnTo>
                <a:cubicBezTo>
                  <a:pt x="123" y="477"/>
                  <a:pt x="129" y="481"/>
                  <a:pt x="136" y="481"/>
                </a:cubicBezTo>
                <a:cubicBezTo>
                  <a:pt x="143" y="481"/>
                  <a:pt x="148" y="477"/>
                  <a:pt x="150" y="470"/>
                </a:cubicBezTo>
                <a:lnTo>
                  <a:pt x="163" y="417"/>
                </a:lnTo>
                <a:lnTo>
                  <a:pt x="197" y="404"/>
                </a:lnTo>
                <a:cubicBezTo>
                  <a:pt x="203" y="402"/>
                  <a:pt x="207" y="397"/>
                  <a:pt x="207" y="390"/>
                </a:cubicBezTo>
                <a:cubicBezTo>
                  <a:pt x="207" y="384"/>
                  <a:pt x="203" y="378"/>
                  <a:pt x="197" y="376"/>
                </a:cubicBezTo>
                <a:moveTo>
                  <a:pt x="133" y="58"/>
                </a:moveTo>
                <a:lnTo>
                  <a:pt x="98" y="45"/>
                </a:lnTo>
                <a:lnTo>
                  <a:pt x="85" y="10"/>
                </a:lnTo>
                <a:cubicBezTo>
                  <a:pt x="83" y="4"/>
                  <a:pt x="77" y="0"/>
                  <a:pt x="71" y="0"/>
                </a:cubicBezTo>
                <a:cubicBezTo>
                  <a:pt x="65" y="0"/>
                  <a:pt x="59" y="4"/>
                  <a:pt x="57" y="10"/>
                </a:cubicBezTo>
                <a:lnTo>
                  <a:pt x="44" y="45"/>
                </a:lnTo>
                <a:lnTo>
                  <a:pt x="10" y="58"/>
                </a:lnTo>
                <a:cubicBezTo>
                  <a:pt x="4" y="60"/>
                  <a:pt x="0" y="65"/>
                  <a:pt x="0" y="71"/>
                </a:cubicBezTo>
                <a:cubicBezTo>
                  <a:pt x="0" y="77"/>
                  <a:pt x="4" y="83"/>
                  <a:pt x="10" y="85"/>
                </a:cubicBezTo>
                <a:lnTo>
                  <a:pt x="44" y="98"/>
                </a:lnTo>
                <a:lnTo>
                  <a:pt x="57" y="133"/>
                </a:lnTo>
                <a:cubicBezTo>
                  <a:pt x="59" y="138"/>
                  <a:pt x="65" y="142"/>
                  <a:pt x="71" y="142"/>
                </a:cubicBezTo>
                <a:cubicBezTo>
                  <a:pt x="77" y="142"/>
                  <a:pt x="83" y="138"/>
                  <a:pt x="85" y="133"/>
                </a:cubicBezTo>
                <a:lnTo>
                  <a:pt x="98" y="98"/>
                </a:lnTo>
                <a:lnTo>
                  <a:pt x="133" y="85"/>
                </a:lnTo>
                <a:cubicBezTo>
                  <a:pt x="139" y="83"/>
                  <a:pt x="143" y="77"/>
                  <a:pt x="143" y="71"/>
                </a:cubicBezTo>
                <a:cubicBezTo>
                  <a:pt x="143" y="65"/>
                  <a:pt x="139" y="60"/>
                  <a:pt x="133"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96" name="TextBox 1395"/>
          <p:cNvSpPr txBox="1"/>
          <p:nvPr/>
        </p:nvSpPr>
        <p:spPr>
          <a:xfrm>
            <a:off x="880920" y="3549240"/>
            <a:ext cx="16614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Product Variations</a:t>
            </a:r>
            <a:endParaRPr lang="en-GB" sz="1500" b="0" u="none" strike="noStrike">
              <a:solidFill>
                <a:srgbClr val="000000"/>
              </a:solidFill>
              <a:effectLst/>
              <a:uFillTx/>
              <a:latin typeface="Times New Roman"/>
            </a:endParaRPr>
          </a:p>
        </p:txBody>
      </p:sp>
      <p:sp>
        <p:nvSpPr>
          <p:cNvPr id="1397" name="Freeform: Shape 1396"/>
          <p:cNvSpPr/>
          <p:nvPr/>
        </p:nvSpPr>
        <p:spPr>
          <a:xfrm>
            <a:off x="7086240" y="3562200"/>
            <a:ext cx="191160" cy="190800"/>
          </a:xfrm>
          <a:custGeom>
            <a:avLst/>
            <a:gdLst/>
            <a:ahLst/>
            <a:cxnLst/>
            <a:rect l="0" t="0" r="r" b="b"/>
            <a:pathLst>
              <a:path w="531" h="530">
                <a:moveTo>
                  <a:pt x="531" y="471"/>
                </a:moveTo>
                <a:cubicBezTo>
                  <a:pt x="531" y="504"/>
                  <a:pt x="504" y="530"/>
                  <a:pt x="472" y="530"/>
                </a:cubicBezTo>
                <a:lnTo>
                  <a:pt x="59" y="530"/>
                </a:lnTo>
                <a:cubicBezTo>
                  <a:pt x="27" y="530"/>
                  <a:pt x="0" y="504"/>
                  <a:pt x="0" y="471"/>
                </a:cubicBezTo>
                <a:lnTo>
                  <a:pt x="0" y="59"/>
                </a:lnTo>
                <a:cubicBezTo>
                  <a:pt x="0" y="26"/>
                  <a:pt x="27" y="0"/>
                  <a:pt x="59" y="0"/>
                </a:cubicBezTo>
                <a:lnTo>
                  <a:pt x="472" y="0"/>
                </a:lnTo>
                <a:cubicBezTo>
                  <a:pt x="504" y="0"/>
                  <a:pt x="531" y="26"/>
                  <a:pt x="531" y="59"/>
                </a:cubicBezTo>
                <a:lnTo>
                  <a:pt x="531"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98" name="Freeform: Shape 1397"/>
          <p:cNvSpPr/>
          <p:nvPr/>
        </p:nvSpPr>
        <p:spPr>
          <a:xfrm>
            <a:off x="7116480" y="3593880"/>
            <a:ext cx="131400" cy="128880"/>
          </a:xfrm>
          <a:custGeom>
            <a:avLst/>
            <a:gdLst/>
            <a:ahLst/>
            <a:cxnLst/>
            <a:rect l="0" t="0" r="r" b="b"/>
            <a:pathLst>
              <a:path w="365" h="358">
                <a:moveTo>
                  <a:pt x="348" y="6"/>
                </a:moveTo>
                <a:cubicBezTo>
                  <a:pt x="331" y="-5"/>
                  <a:pt x="308" y="0"/>
                  <a:pt x="297" y="17"/>
                </a:cubicBezTo>
                <a:lnTo>
                  <a:pt x="137" y="265"/>
                </a:lnTo>
                <a:lnTo>
                  <a:pt x="63" y="197"/>
                </a:lnTo>
                <a:cubicBezTo>
                  <a:pt x="48" y="183"/>
                  <a:pt x="25" y="184"/>
                  <a:pt x="10" y="199"/>
                </a:cubicBezTo>
                <a:cubicBezTo>
                  <a:pt x="-4" y="213"/>
                  <a:pt x="-3" y="237"/>
                  <a:pt x="12" y="250"/>
                </a:cubicBezTo>
                <a:lnTo>
                  <a:pt x="119" y="348"/>
                </a:lnTo>
                <a:cubicBezTo>
                  <a:pt x="126" y="355"/>
                  <a:pt x="135" y="358"/>
                  <a:pt x="144" y="358"/>
                </a:cubicBezTo>
                <a:cubicBezTo>
                  <a:pt x="154" y="358"/>
                  <a:pt x="167" y="354"/>
                  <a:pt x="175" y="342"/>
                </a:cubicBezTo>
                <a:cubicBezTo>
                  <a:pt x="180" y="334"/>
                  <a:pt x="359" y="57"/>
                  <a:pt x="359"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399" name="TextBox 1398"/>
          <p:cNvSpPr txBox="1"/>
          <p:nvPr/>
        </p:nvSpPr>
        <p:spPr>
          <a:xfrm>
            <a:off x="4480920" y="354924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1400" name="TextBox 1399"/>
          <p:cNvSpPr txBox="1"/>
          <p:nvPr/>
        </p:nvSpPr>
        <p:spPr>
          <a:xfrm>
            <a:off x="8542080" y="3549240"/>
            <a:ext cx="1846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Printed/eBook/types</a:t>
            </a:r>
            <a:endParaRPr lang="en-GB" sz="1500" b="0" u="none" strike="noStrike">
              <a:solidFill>
                <a:srgbClr val="000000"/>
              </a:solidFill>
              <a:effectLst/>
              <a:uFillTx/>
              <a:latin typeface="Times New Roman"/>
            </a:endParaRPr>
          </a:p>
        </p:txBody>
      </p:sp>
      <p:sp>
        <p:nvSpPr>
          <p:cNvPr id="1401" name="Freeform: Shape 1400"/>
          <p:cNvSpPr/>
          <p:nvPr/>
        </p:nvSpPr>
        <p:spPr>
          <a:xfrm>
            <a:off x="4419360" y="4000320"/>
            <a:ext cx="190800" cy="190800"/>
          </a:xfrm>
          <a:custGeom>
            <a:avLst/>
            <a:gdLst/>
            <a:ahLst/>
            <a:cxnLst/>
            <a:rect l="0" t="0" r="r" b="b"/>
            <a:pathLst>
              <a:path w="530" h="530">
                <a:moveTo>
                  <a:pt x="530" y="471"/>
                </a:moveTo>
                <a:cubicBezTo>
                  <a:pt x="530" y="504"/>
                  <a:pt x="504" y="530"/>
                  <a:pt x="472" y="530"/>
                </a:cubicBezTo>
                <a:lnTo>
                  <a:pt x="59" y="530"/>
                </a:lnTo>
                <a:cubicBezTo>
                  <a:pt x="26" y="530"/>
                  <a:pt x="0" y="504"/>
                  <a:pt x="0" y="471"/>
                </a:cubicBezTo>
                <a:lnTo>
                  <a:pt x="0" y="59"/>
                </a:lnTo>
                <a:cubicBezTo>
                  <a:pt x="0" y="26"/>
                  <a:pt x="26" y="0"/>
                  <a:pt x="59" y="0"/>
                </a:cubicBezTo>
                <a:lnTo>
                  <a:pt x="472" y="0"/>
                </a:lnTo>
                <a:cubicBezTo>
                  <a:pt x="504"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02" name="Freeform: Shape 1401"/>
          <p:cNvSpPr/>
          <p:nvPr/>
        </p:nvSpPr>
        <p:spPr>
          <a:xfrm>
            <a:off x="4427640" y="4062600"/>
            <a:ext cx="177480" cy="65520"/>
          </a:xfrm>
          <a:custGeom>
            <a:avLst/>
            <a:gdLst/>
            <a:ahLst/>
            <a:cxnLst/>
            <a:rect l="0" t="0" r="r" b="b"/>
            <a:pathLst>
              <a:path w="493" h="182">
                <a:moveTo>
                  <a:pt x="18" y="0"/>
                </a:moveTo>
                <a:cubicBezTo>
                  <a:pt x="23" y="0"/>
                  <a:pt x="31" y="4"/>
                  <a:pt x="34" y="9"/>
                </a:cubicBezTo>
                <a:lnTo>
                  <a:pt x="113" y="114"/>
                </a:lnTo>
                <a:lnTo>
                  <a:pt x="114" y="114"/>
                </a:lnTo>
                <a:lnTo>
                  <a:pt x="114" y="20"/>
                </a:lnTo>
                <a:cubicBezTo>
                  <a:pt x="114" y="7"/>
                  <a:pt x="122" y="0"/>
                  <a:pt x="133" y="0"/>
                </a:cubicBezTo>
                <a:cubicBezTo>
                  <a:pt x="143" y="0"/>
                  <a:pt x="151" y="7"/>
                  <a:pt x="151" y="20"/>
                </a:cubicBezTo>
                <a:lnTo>
                  <a:pt x="151" y="163"/>
                </a:lnTo>
                <a:cubicBezTo>
                  <a:pt x="151" y="175"/>
                  <a:pt x="143" y="182"/>
                  <a:pt x="133" y="182"/>
                </a:cubicBezTo>
                <a:cubicBezTo>
                  <a:pt x="128" y="182"/>
                  <a:pt x="120" y="179"/>
                  <a:pt x="117" y="174"/>
                </a:cubicBezTo>
                <a:lnTo>
                  <a:pt x="38" y="69"/>
                </a:lnTo>
                <a:lnTo>
                  <a:pt x="37" y="69"/>
                </a:lnTo>
                <a:lnTo>
                  <a:pt x="37" y="163"/>
                </a:lnTo>
                <a:cubicBezTo>
                  <a:pt x="37" y="175"/>
                  <a:pt x="29" y="182"/>
                  <a:pt x="18" y="182"/>
                </a:cubicBezTo>
                <a:cubicBezTo>
                  <a:pt x="8" y="182"/>
                  <a:pt x="0" y="175"/>
                  <a:pt x="0" y="163"/>
                </a:cubicBezTo>
                <a:lnTo>
                  <a:pt x="0" y="20"/>
                </a:lnTo>
                <a:cubicBezTo>
                  <a:pt x="0" y="7"/>
                  <a:pt x="8" y="0"/>
                  <a:pt x="18" y="0"/>
                </a:cubicBezTo>
                <a:moveTo>
                  <a:pt x="162" y="24"/>
                </a:moveTo>
                <a:cubicBezTo>
                  <a:pt x="162" y="11"/>
                  <a:pt x="169" y="2"/>
                  <a:pt x="182" y="2"/>
                </a:cubicBezTo>
                <a:lnTo>
                  <a:pt x="245" y="2"/>
                </a:lnTo>
                <a:cubicBezTo>
                  <a:pt x="257" y="2"/>
                  <a:pt x="262" y="10"/>
                  <a:pt x="262" y="19"/>
                </a:cubicBezTo>
                <a:cubicBezTo>
                  <a:pt x="262" y="28"/>
                  <a:pt x="256" y="36"/>
                  <a:pt x="245" y="36"/>
                </a:cubicBezTo>
                <a:lnTo>
                  <a:pt x="200" y="36"/>
                </a:lnTo>
                <a:lnTo>
                  <a:pt x="200" y="73"/>
                </a:lnTo>
                <a:lnTo>
                  <a:pt x="242" y="73"/>
                </a:lnTo>
                <a:cubicBezTo>
                  <a:pt x="254" y="73"/>
                  <a:pt x="260" y="81"/>
                  <a:pt x="260" y="90"/>
                </a:cubicBezTo>
                <a:cubicBezTo>
                  <a:pt x="260" y="99"/>
                  <a:pt x="254" y="107"/>
                  <a:pt x="242" y="107"/>
                </a:cubicBezTo>
                <a:lnTo>
                  <a:pt x="200" y="107"/>
                </a:lnTo>
                <a:lnTo>
                  <a:pt x="200" y="146"/>
                </a:lnTo>
                <a:lnTo>
                  <a:pt x="247" y="146"/>
                </a:lnTo>
                <a:cubicBezTo>
                  <a:pt x="259" y="146"/>
                  <a:pt x="265" y="155"/>
                  <a:pt x="265" y="164"/>
                </a:cubicBezTo>
                <a:cubicBezTo>
                  <a:pt x="265" y="172"/>
                  <a:pt x="259" y="181"/>
                  <a:pt x="247" y="181"/>
                </a:cubicBezTo>
                <a:lnTo>
                  <a:pt x="182" y="181"/>
                </a:lnTo>
                <a:cubicBezTo>
                  <a:pt x="171" y="181"/>
                  <a:pt x="162" y="173"/>
                  <a:pt x="162" y="162"/>
                </a:cubicBezTo>
                <a:lnTo>
                  <a:pt x="162" y="24"/>
                </a:lnTo>
                <a:moveTo>
                  <a:pt x="271" y="25"/>
                </a:moveTo>
                <a:cubicBezTo>
                  <a:pt x="270" y="22"/>
                  <a:pt x="270" y="20"/>
                  <a:pt x="270" y="17"/>
                </a:cubicBezTo>
                <a:cubicBezTo>
                  <a:pt x="270" y="9"/>
                  <a:pt x="276" y="0"/>
                  <a:pt x="287" y="0"/>
                </a:cubicBezTo>
                <a:cubicBezTo>
                  <a:pt x="299" y="0"/>
                  <a:pt x="305" y="7"/>
                  <a:pt x="307" y="18"/>
                </a:cubicBezTo>
                <a:lnTo>
                  <a:pt x="329" y="125"/>
                </a:lnTo>
                <a:lnTo>
                  <a:pt x="362" y="15"/>
                </a:lnTo>
                <a:cubicBezTo>
                  <a:pt x="364" y="6"/>
                  <a:pt x="372" y="0"/>
                  <a:pt x="381" y="0"/>
                </a:cubicBezTo>
                <a:cubicBezTo>
                  <a:pt x="390" y="0"/>
                  <a:pt x="398" y="6"/>
                  <a:pt x="401" y="15"/>
                </a:cubicBezTo>
                <a:lnTo>
                  <a:pt x="433" y="125"/>
                </a:lnTo>
                <a:lnTo>
                  <a:pt x="434" y="125"/>
                </a:lnTo>
                <a:lnTo>
                  <a:pt x="455" y="18"/>
                </a:lnTo>
                <a:cubicBezTo>
                  <a:pt x="457" y="7"/>
                  <a:pt x="463" y="0"/>
                  <a:pt x="475" y="0"/>
                </a:cubicBezTo>
                <a:cubicBezTo>
                  <a:pt x="486" y="0"/>
                  <a:pt x="493" y="9"/>
                  <a:pt x="493" y="17"/>
                </a:cubicBezTo>
                <a:cubicBezTo>
                  <a:pt x="493" y="20"/>
                  <a:pt x="492" y="22"/>
                  <a:pt x="492" y="25"/>
                </a:cubicBezTo>
                <a:lnTo>
                  <a:pt x="460" y="163"/>
                </a:lnTo>
                <a:cubicBezTo>
                  <a:pt x="457" y="173"/>
                  <a:pt x="449" y="182"/>
                  <a:pt x="435" y="182"/>
                </a:cubicBezTo>
                <a:cubicBezTo>
                  <a:pt x="423" y="182"/>
                  <a:pt x="413" y="174"/>
                  <a:pt x="410" y="164"/>
                </a:cubicBezTo>
                <a:lnTo>
                  <a:pt x="381" y="67"/>
                </a:lnTo>
                <a:lnTo>
                  <a:pt x="352" y="164"/>
                </a:lnTo>
                <a:cubicBezTo>
                  <a:pt x="349" y="174"/>
                  <a:pt x="339" y="182"/>
                  <a:pt x="327" y="182"/>
                </a:cubicBezTo>
                <a:cubicBezTo>
                  <a:pt x="313" y="182"/>
                  <a:pt x="305" y="173"/>
                  <a:pt x="302" y="163"/>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03" name="TextBox 1402"/>
          <p:cNvSpPr txBox="1"/>
          <p:nvPr/>
        </p:nvSpPr>
        <p:spPr>
          <a:xfrm>
            <a:off x="880920" y="3987360"/>
            <a:ext cx="22212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Recommended Products</a:t>
            </a:r>
            <a:endParaRPr lang="en-GB" sz="1500" b="0" u="none" strike="noStrike">
              <a:solidFill>
                <a:srgbClr val="000000"/>
              </a:solidFill>
              <a:effectLst/>
              <a:uFillTx/>
              <a:latin typeface="Times New Roman"/>
            </a:endParaRPr>
          </a:p>
        </p:txBody>
      </p:sp>
      <p:sp>
        <p:nvSpPr>
          <p:cNvPr id="1404" name="Freeform: Shape 1403"/>
          <p:cNvSpPr/>
          <p:nvPr/>
        </p:nvSpPr>
        <p:spPr>
          <a:xfrm>
            <a:off x="7086240" y="4000320"/>
            <a:ext cx="191160" cy="190800"/>
          </a:xfrm>
          <a:custGeom>
            <a:avLst/>
            <a:gdLst/>
            <a:ahLst/>
            <a:cxnLst/>
            <a:rect l="0" t="0" r="r" b="b"/>
            <a:pathLst>
              <a:path w="531" h="530">
                <a:moveTo>
                  <a:pt x="531" y="471"/>
                </a:moveTo>
                <a:cubicBezTo>
                  <a:pt x="531" y="504"/>
                  <a:pt x="504" y="530"/>
                  <a:pt x="472" y="530"/>
                </a:cubicBezTo>
                <a:lnTo>
                  <a:pt x="59" y="530"/>
                </a:lnTo>
                <a:cubicBezTo>
                  <a:pt x="27" y="530"/>
                  <a:pt x="0" y="504"/>
                  <a:pt x="0" y="471"/>
                </a:cubicBezTo>
                <a:lnTo>
                  <a:pt x="0" y="59"/>
                </a:lnTo>
                <a:cubicBezTo>
                  <a:pt x="0" y="26"/>
                  <a:pt x="27" y="0"/>
                  <a:pt x="59" y="0"/>
                </a:cubicBezTo>
                <a:lnTo>
                  <a:pt x="472" y="0"/>
                </a:lnTo>
                <a:cubicBezTo>
                  <a:pt x="504" y="0"/>
                  <a:pt x="531" y="26"/>
                  <a:pt x="531" y="59"/>
                </a:cubicBezTo>
                <a:lnTo>
                  <a:pt x="531"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05" name="Freeform: Shape 1404"/>
          <p:cNvSpPr/>
          <p:nvPr/>
        </p:nvSpPr>
        <p:spPr>
          <a:xfrm>
            <a:off x="7116480" y="4032000"/>
            <a:ext cx="131400" cy="128880"/>
          </a:xfrm>
          <a:custGeom>
            <a:avLst/>
            <a:gdLst/>
            <a:ahLst/>
            <a:cxnLst/>
            <a:rect l="0" t="0" r="r" b="b"/>
            <a:pathLst>
              <a:path w="365" h="358">
                <a:moveTo>
                  <a:pt x="348" y="7"/>
                </a:moveTo>
                <a:cubicBezTo>
                  <a:pt x="331" y="-5"/>
                  <a:pt x="308" y="0"/>
                  <a:pt x="297" y="18"/>
                </a:cubicBezTo>
                <a:lnTo>
                  <a:pt x="137" y="265"/>
                </a:lnTo>
                <a:lnTo>
                  <a:pt x="63" y="197"/>
                </a:lnTo>
                <a:cubicBezTo>
                  <a:pt x="48" y="183"/>
                  <a:pt x="25" y="184"/>
                  <a:pt x="10" y="199"/>
                </a:cubicBezTo>
                <a:cubicBezTo>
                  <a:pt x="-4" y="214"/>
                  <a:pt x="-3" y="237"/>
                  <a:pt x="12" y="251"/>
                </a:cubicBezTo>
                <a:lnTo>
                  <a:pt x="119" y="349"/>
                </a:lnTo>
                <a:cubicBezTo>
                  <a:pt x="126" y="355"/>
                  <a:pt x="135" y="358"/>
                  <a:pt x="144" y="358"/>
                </a:cubicBezTo>
                <a:cubicBezTo>
                  <a:pt x="154" y="358"/>
                  <a:pt x="167" y="354"/>
                  <a:pt x="175" y="342"/>
                </a:cubicBezTo>
                <a:cubicBezTo>
                  <a:pt x="180" y="334"/>
                  <a:pt x="359" y="58"/>
                  <a:pt x="359" y="58"/>
                </a:cubicBezTo>
                <a:cubicBezTo>
                  <a:pt x="370" y="41"/>
                  <a:pt x="365" y="19"/>
                  <a:pt x="348" y="7"/>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06" name="TextBox 1405"/>
          <p:cNvSpPr txBox="1"/>
          <p:nvPr/>
        </p:nvSpPr>
        <p:spPr>
          <a:xfrm>
            <a:off x="4622760" y="398736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407" name="TextBox 1406"/>
          <p:cNvSpPr txBox="1"/>
          <p:nvPr/>
        </p:nvSpPr>
        <p:spPr>
          <a:xfrm>
            <a:off x="8542080" y="3987360"/>
            <a:ext cx="1199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Relationships</a:t>
            </a:r>
            <a:endParaRPr lang="en-GB" sz="1500" b="0" u="none" strike="noStrike">
              <a:solidFill>
                <a:srgbClr val="000000"/>
              </a:solidFill>
              <a:effectLst/>
              <a:uFillTx/>
              <a:latin typeface="Times New Roman"/>
            </a:endParaRPr>
          </a:p>
        </p:txBody>
      </p:sp>
      <p:sp>
        <p:nvSpPr>
          <p:cNvPr id="1408" name="Freeform: Shape 1407"/>
          <p:cNvSpPr/>
          <p:nvPr/>
        </p:nvSpPr>
        <p:spPr>
          <a:xfrm>
            <a:off x="4419360" y="4429080"/>
            <a:ext cx="190800" cy="190800"/>
          </a:xfrm>
          <a:custGeom>
            <a:avLst/>
            <a:gdLst/>
            <a:ahLst/>
            <a:cxnLst/>
            <a:rect l="0" t="0" r="r" b="b"/>
            <a:pathLst>
              <a:path w="530" h="530">
                <a:moveTo>
                  <a:pt x="530" y="471"/>
                </a:moveTo>
                <a:cubicBezTo>
                  <a:pt x="530" y="503"/>
                  <a:pt x="504" y="530"/>
                  <a:pt x="472" y="530"/>
                </a:cubicBezTo>
                <a:lnTo>
                  <a:pt x="59" y="530"/>
                </a:lnTo>
                <a:cubicBezTo>
                  <a:pt x="26" y="530"/>
                  <a:pt x="0" y="503"/>
                  <a:pt x="0" y="471"/>
                </a:cubicBezTo>
                <a:lnTo>
                  <a:pt x="0" y="58"/>
                </a:lnTo>
                <a:cubicBezTo>
                  <a:pt x="0" y="26"/>
                  <a:pt x="26" y="0"/>
                  <a:pt x="59" y="0"/>
                </a:cubicBezTo>
                <a:lnTo>
                  <a:pt x="472" y="0"/>
                </a:lnTo>
                <a:cubicBezTo>
                  <a:pt x="504" y="0"/>
                  <a:pt x="530" y="26"/>
                  <a:pt x="530" y="58"/>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09" name="Freeform: Shape 1408"/>
          <p:cNvSpPr/>
          <p:nvPr/>
        </p:nvSpPr>
        <p:spPr>
          <a:xfrm>
            <a:off x="4427640" y="4491360"/>
            <a:ext cx="177480" cy="65520"/>
          </a:xfrm>
          <a:custGeom>
            <a:avLst/>
            <a:gdLst/>
            <a:ahLst/>
            <a:cxnLst/>
            <a:rect l="0" t="0" r="r" b="b"/>
            <a:pathLst>
              <a:path w="493" h="182">
                <a:moveTo>
                  <a:pt x="18" y="0"/>
                </a:moveTo>
                <a:cubicBezTo>
                  <a:pt x="23" y="0"/>
                  <a:pt x="31" y="4"/>
                  <a:pt x="34" y="8"/>
                </a:cubicBezTo>
                <a:lnTo>
                  <a:pt x="113" y="115"/>
                </a:lnTo>
                <a:lnTo>
                  <a:pt x="114" y="115"/>
                </a:lnTo>
                <a:lnTo>
                  <a:pt x="114" y="19"/>
                </a:lnTo>
                <a:cubicBezTo>
                  <a:pt x="114" y="7"/>
                  <a:pt x="122" y="0"/>
                  <a:pt x="133" y="0"/>
                </a:cubicBezTo>
                <a:cubicBezTo>
                  <a:pt x="143" y="0"/>
                  <a:pt x="151" y="7"/>
                  <a:pt x="151" y="19"/>
                </a:cubicBezTo>
                <a:lnTo>
                  <a:pt x="151" y="162"/>
                </a:lnTo>
                <a:cubicBezTo>
                  <a:pt x="151" y="175"/>
                  <a:pt x="143" y="182"/>
                  <a:pt x="133" y="182"/>
                </a:cubicBezTo>
                <a:cubicBezTo>
                  <a:pt x="128" y="182"/>
                  <a:pt x="120" y="178"/>
                  <a:pt x="117" y="174"/>
                </a:cubicBezTo>
                <a:lnTo>
                  <a:pt x="38" y="69"/>
                </a:lnTo>
                <a:lnTo>
                  <a:pt x="37" y="69"/>
                </a:lnTo>
                <a:lnTo>
                  <a:pt x="37" y="162"/>
                </a:lnTo>
                <a:cubicBezTo>
                  <a:pt x="37" y="175"/>
                  <a:pt x="29" y="182"/>
                  <a:pt x="18" y="182"/>
                </a:cubicBezTo>
                <a:cubicBezTo>
                  <a:pt x="8" y="182"/>
                  <a:pt x="0" y="175"/>
                  <a:pt x="0" y="162"/>
                </a:cubicBezTo>
                <a:lnTo>
                  <a:pt x="0" y="19"/>
                </a:lnTo>
                <a:cubicBezTo>
                  <a:pt x="0" y="7"/>
                  <a:pt x="8" y="0"/>
                  <a:pt x="18" y="0"/>
                </a:cubicBezTo>
                <a:moveTo>
                  <a:pt x="162" y="23"/>
                </a:moveTo>
                <a:cubicBezTo>
                  <a:pt x="162" y="11"/>
                  <a:pt x="169" y="1"/>
                  <a:pt x="182" y="1"/>
                </a:cubicBezTo>
                <a:lnTo>
                  <a:pt x="245" y="1"/>
                </a:lnTo>
                <a:cubicBezTo>
                  <a:pt x="257" y="1"/>
                  <a:pt x="262" y="10"/>
                  <a:pt x="262" y="19"/>
                </a:cubicBezTo>
                <a:cubicBezTo>
                  <a:pt x="262" y="27"/>
                  <a:pt x="256" y="37"/>
                  <a:pt x="245" y="37"/>
                </a:cubicBezTo>
                <a:lnTo>
                  <a:pt x="200" y="37"/>
                </a:lnTo>
                <a:lnTo>
                  <a:pt x="200" y="73"/>
                </a:lnTo>
                <a:lnTo>
                  <a:pt x="242" y="73"/>
                </a:lnTo>
                <a:cubicBezTo>
                  <a:pt x="254" y="73"/>
                  <a:pt x="260" y="82"/>
                  <a:pt x="260" y="91"/>
                </a:cubicBezTo>
                <a:cubicBezTo>
                  <a:pt x="260" y="99"/>
                  <a:pt x="254" y="108"/>
                  <a:pt x="242" y="108"/>
                </a:cubicBezTo>
                <a:lnTo>
                  <a:pt x="200" y="108"/>
                </a:lnTo>
                <a:lnTo>
                  <a:pt x="200" y="146"/>
                </a:lnTo>
                <a:lnTo>
                  <a:pt x="247" y="146"/>
                </a:lnTo>
                <a:cubicBezTo>
                  <a:pt x="259" y="146"/>
                  <a:pt x="265" y="154"/>
                  <a:pt x="265" y="163"/>
                </a:cubicBezTo>
                <a:cubicBezTo>
                  <a:pt x="265" y="172"/>
                  <a:pt x="259" y="180"/>
                  <a:pt x="247" y="180"/>
                </a:cubicBezTo>
                <a:lnTo>
                  <a:pt x="182" y="180"/>
                </a:lnTo>
                <a:cubicBezTo>
                  <a:pt x="171" y="180"/>
                  <a:pt x="162" y="173"/>
                  <a:pt x="162" y="162"/>
                </a:cubicBezTo>
                <a:lnTo>
                  <a:pt x="162" y="23"/>
                </a:lnTo>
                <a:moveTo>
                  <a:pt x="271" y="25"/>
                </a:moveTo>
                <a:cubicBezTo>
                  <a:pt x="270" y="22"/>
                  <a:pt x="270" y="20"/>
                  <a:pt x="270" y="16"/>
                </a:cubicBezTo>
                <a:cubicBezTo>
                  <a:pt x="270" y="8"/>
                  <a:pt x="276" y="0"/>
                  <a:pt x="287" y="0"/>
                </a:cubicBezTo>
                <a:cubicBezTo>
                  <a:pt x="299" y="0"/>
                  <a:pt x="305" y="7"/>
                  <a:pt x="307" y="18"/>
                </a:cubicBezTo>
                <a:lnTo>
                  <a:pt x="329" y="125"/>
                </a:lnTo>
                <a:lnTo>
                  <a:pt x="362" y="15"/>
                </a:lnTo>
                <a:cubicBezTo>
                  <a:pt x="364" y="6"/>
                  <a:pt x="372" y="0"/>
                  <a:pt x="381" y="0"/>
                </a:cubicBezTo>
                <a:cubicBezTo>
                  <a:pt x="390" y="0"/>
                  <a:pt x="398" y="6"/>
                  <a:pt x="401" y="15"/>
                </a:cubicBezTo>
                <a:lnTo>
                  <a:pt x="433" y="125"/>
                </a:lnTo>
                <a:lnTo>
                  <a:pt x="434" y="125"/>
                </a:lnTo>
                <a:lnTo>
                  <a:pt x="455" y="18"/>
                </a:lnTo>
                <a:cubicBezTo>
                  <a:pt x="457" y="7"/>
                  <a:pt x="463" y="0"/>
                  <a:pt x="475" y="0"/>
                </a:cubicBezTo>
                <a:cubicBezTo>
                  <a:pt x="486" y="0"/>
                  <a:pt x="493" y="8"/>
                  <a:pt x="493" y="16"/>
                </a:cubicBezTo>
                <a:cubicBezTo>
                  <a:pt x="493" y="20"/>
                  <a:pt x="492" y="22"/>
                  <a:pt x="492" y="25"/>
                </a:cubicBezTo>
                <a:lnTo>
                  <a:pt x="460" y="162"/>
                </a:lnTo>
                <a:cubicBezTo>
                  <a:pt x="457" y="173"/>
                  <a:pt x="449" y="182"/>
                  <a:pt x="435" y="182"/>
                </a:cubicBezTo>
                <a:cubicBezTo>
                  <a:pt x="423" y="182"/>
                  <a:pt x="413" y="174"/>
                  <a:pt x="410" y="164"/>
                </a:cubicBezTo>
                <a:lnTo>
                  <a:pt x="381" y="67"/>
                </a:lnTo>
                <a:lnTo>
                  <a:pt x="352" y="164"/>
                </a:lnTo>
                <a:cubicBezTo>
                  <a:pt x="349" y="174"/>
                  <a:pt x="339" y="182"/>
                  <a:pt x="327" y="182"/>
                </a:cubicBezTo>
                <a:cubicBezTo>
                  <a:pt x="313" y="182"/>
                  <a:pt x="305" y="173"/>
                  <a:pt x="302" y="162"/>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10" name="TextBox 1409"/>
          <p:cNvSpPr txBox="1"/>
          <p:nvPr/>
        </p:nvSpPr>
        <p:spPr>
          <a:xfrm>
            <a:off x="880920" y="4416120"/>
            <a:ext cx="1921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Tutorial Choice Panel</a:t>
            </a:r>
            <a:endParaRPr lang="en-GB" sz="1500" b="0" u="none" strike="noStrike">
              <a:solidFill>
                <a:srgbClr val="000000"/>
              </a:solidFill>
              <a:effectLst/>
              <a:uFillTx/>
              <a:latin typeface="Times New Roman"/>
            </a:endParaRPr>
          </a:p>
        </p:txBody>
      </p:sp>
      <p:sp>
        <p:nvSpPr>
          <p:cNvPr id="1411" name="Freeform: Shape 1410"/>
          <p:cNvSpPr/>
          <p:nvPr/>
        </p:nvSpPr>
        <p:spPr>
          <a:xfrm>
            <a:off x="7086240" y="4429080"/>
            <a:ext cx="191160" cy="190800"/>
          </a:xfrm>
          <a:custGeom>
            <a:avLst/>
            <a:gdLst/>
            <a:ahLst/>
            <a:cxnLst/>
            <a:rect l="0" t="0" r="r" b="b"/>
            <a:pathLst>
              <a:path w="531" h="530">
                <a:moveTo>
                  <a:pt x="531" y="471"/>
                </a:moveTo>
                <a:cubicBezTo>
                  <a:pt x="531" y="503"/>
                  <a:pt x="504" y="530"/>
                  <a:pt x="472" y="530"/>
                </a:cubicBezTo>
                <a:lnTo>
                  <a:pt x="59" y="530"/>
                </a:lnTo>
                <a:cubicBezTo>
                  <a:pt x="27" y="530"/>
                  <a:pt x="0" y="503"/>
                  <a:pt x="0" y="471"/>
                </a:cubicBezTo>
                <a:lnTo>
                  <a:pt x="0" y="58"/>
                </a:lnTo>
                <a:cubicBezTo>
                  <a:pt x="0" y="26"/>
                  <a:pt x="27" y="0"/>
                  <a:pt x="59" y="0"/>
                </a:cubicBezTo>
                <a:lnTo>
                  <a:pt x="472" y="0"/>
                </a:lnTo>
                <a:cubicBezTo>
                  <a:pt x="504" y="0"/>
                  <a:pt x="531" y="26"/>
                  <a:pt x="531" y="58"/>
                </a:cubicBezTo>
                <a:lnTo>
                  <a:pt x="531"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12" name="Freeform: Shape 1411"/>
          <p:cNvSpPr/>
          <p:nvPr/>
        </p:nvSpPr>
        <p:spPr>
          <a:xfrm>
            <a:off x="7116480" y="4460400"/>
            <a:ext cx="131400" cy="128880"/>
          </a:xfrm>
          <a:custGeom>
            <a:avLst/>
            <a:gdLst/>
            <a:ahLst/>
            <a:cxnLst/>
            <a:rect l="0" t="0" r="r" b="b"/>
            <a:pathLst>
              <a:path w="365" h="358">
                <a:moveTo>
                  <a:pt x="348" y="6"/>
                </a:moveTo>
                <a:cubicBezTo>
                  <a:pt x="331" y="-5"/>
                  <a:pt x="308" y="0"/>
                  <a:pt x="297" y="17"/>
                </a:cubicBezTo>
                <a:lnTo>
                  <a:pt x="137" y="265"/>
                </a:lnTo>
                <a:lnTo>
                  <a:pt x="63" y="195"/>
                </a:lnTo>
                <a:cubicBezTo>
                  <a:pt x="48" y="181"/>
                  <a:pt x="25" y="182"/>
                  <a:pt x="10" y="197"/>
                </a:cubicBezTo>
                <a:cubicBezTo>
                  <a:pt x="-4" y="212"/>
                  <a:pt x="-3" y="235"/>
                  <a:pt x="12" y="250"/>
                </a:cubicBezTo>
                <a:lnTo>
                  <a:pt x="119" y="348"/>
                </a:lnTo>
                <a:cubicBezTo>
                  <a:pt x="126" y="355"/>
                  <a:pt x="135" y="358"/>
                  <a:pt x="144" y="358"/>
                </a:cubicBezTo>
                <a:cubicBezTo>
                  <a:pt x="154" y="358"/>
                  <a:pt x="167" y="354"/>
                  <a:pt x="175" y="341"/>
                </a:cubicBezTo>
                <a:cubicBezTo>
                  <a:pt x="180" y="334"/>
                  <a:pt x="359" y="57"/>
                  <a:pt x="359"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13" name="TextBox 1412"/>
          <p:cNvSpPr txBox="1"/>
          <p:nvPr/>
        </p:nvSpPr>
        <p:spPr>
          <a:xfrm>
            <a:off x="4622760" y="441612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414" name="TextBox 1413"/>
          <p:cNvSpPr txBox="1"/>
          <p:nvPr/>
        </p:nvSpPr>
        <p:spPr>
          <a:xfrm>
            <a:off x="8542080" y="4416120"/>
            <a:ext cx="23378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Context Dialog Summary</a:t>
            </a:r>
            <a:endParaRPr lang="en-GB" sz="1500" b="0" u="none" strike="noStrike">
              <a:solidFill>
                <a:srgbClr val="000000"/>
              </a:solidFill>
              <a:effectLst/>
              <a:uFillTx/>
              <a:latin typeface="Times New Roman"/>
            </a:endParaRPr>
          </a:p>
        </p:txBody>
      </p:sp>
      <p:sp>
        <p:nvSpPr>
          <p:cNvPr id="1415" name="Freeform: Shape 1414"/>
          <p:cNvSpPr/>
          <p:nvPr/>
        </p:nvSpPr>
        <p:spPr>
          <a:xfrm>
            <a:off x="4315320" y="4877640"/>
            <a:ext cx="146880" cy="169560"/>
          </a:xfrm>
          <a:custGeom>
            <a:avLst/>
            <a:gdLst/>
            <a:ahLst/>
            <a:cxnLst/>
            <a:rect l="0" t="0" r="r" b="b"/>
            <a:pathLst>
              <a:path w="408" h="471">
                <a:moveTo>
                  <a:pt x="398" y="219"/>
                </a:moveTo>
                <a:lnTo>
                  <a:pt x="266" y="171"/>
                </a:lnTo>
                <a:lnTo>
                  <a:pt x="218" y="11"/>
                </a:lnTo>
                <a:cubicBezTo>
                  <a:pt x="216" y="4"/>
                  <a:pt x="210" y="0"/>
                  <a:pt x="203" y="0"/>
                </a:cubicBezTo>
                <a:cubicBezTo>
                  <a:pt x="197" y="0"/>
                  <a:pt x="191" y="4"/>
                  <a:pt x="189" y="11"/>
                </a:cubicBezTo>
                <a:lnTo>
                  <a:pt x="141" y="171"/>
                </a:lnTo>
                <a:lnTo>
                  <a:pt x="10" y="219"/>
                </a:lnTo>
                <a:cubicBezTo>
                  <a:pt x="4" y="221"/>
                  <a:pt x="0" y="227"/>
                  <a:pt x="0" y="233"/>
                </a:cubicBezTo>
                <a:cubicBezTo>
                  <a:pt x="0" y="239"/>
                  <a:pt x="4" y="244"/>
                  <a:pt x="10" y="247"/>
                </a:cubicBezTo>
                <a:lnTo>
                  <a:pt x="140" y="295"/>
                </a:lnTo>
                <a:lnTo>
                  <a:pt x="189" y="461"/>
                </a:lnTo>
                <a:cubicBezTo>
                  <a:pt x="191" y="467"/>
                  <a:pt x="197" y="471"/>
                  <a:pt x="203" y="471"/>
                </a:cubicBezTo>
                <a:cubicBezTo>
                  <a:pt x="210" y="471"/>
                  <a:pt x="216" y="467"/>
                  <a:pt x="218" y="461"/>
                </a:cubicBezTo>
                <a:lnTo>
                  <a:pt x="266" y="295"/>
                </a:lnTo>
                <a:lnTo>
                  <a:pt x="398" y="247"/>
                </a:lnTo>
                <a:cubicBezTo>
                  <a:pt x="404" y="244"/>
                  <a:pt x="408" y="239"/>
                  <a:pt x="408" y="233"/>
                </a:cubicBezTo>
                <a:cubicBezTo>
                  <a:pt x="408" y="227"/>
                  <a:pt x="404"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16" name="Freeform: Shape 1415"/>
          <p:cNvSpPr/>
          <p:nvPr/>
        </p:nvSpPr>
        <p:spPr>
          <a:xfrm>
            <a:off x="4281840" y="4879440"/>
            <a:ext cx="74520" cy="173160"/>
          </a:xfrm>
          <a:custGeom>
            <a:avLst/>
            <a:gdLst/>
            <a:ahLst/>
            <a:cxnLst/>
            <a:rect l="0" t="0" r="r" b="b"/>
            <a:pathLst>
              <a:path w="207" h="481">
                <a:moveTo>
                  <a:pt x="197" y="377"/>
                </a:moveTo>
                <a:lnTo>
                  <a:pt x="163" y="364"/>
                </a:lnTo>
                <a:lnTo>
                  <a:pt x="150" y="316"/>
                </a:lnTo>
                <a:cubicBezTo>
                  <a:pt x="148" y="309"/>
                  <a:pt x="142" y="305"/>
                  <a:pt x="136" y="305"/>
                </a:cubicBezTo>
                <a:cubicBezTo>
                  <a:pt x="129" y="305"/>
                  <a:pt x="123" y="309"/>
                  <a:pt x="122" y="316"/>
                </a:cubicBezTo>
                <a:lnTo>
                  <a:pt x="108" y="364"/>
                </a:lnTo>
                <a:lnTo>
                  <a:pt x="73" y="377"/>
                </a:lnTo>
                <a:cubicBezTo>
                  <a:pt x="68" y="379"/>
                  <a:pt x="64" y="384"/>
                  <a:pt x="64" y="390"/>
                </a:cubicBezTo>
                <a:cubicBezTo>
                  <a:pt x="64" y="397"/>
                  <a:pt x="68" y="402"/>
                  <a:pt x="73" y="404"/>
                </a:cubicBezTo>
                <a:lnTo>
                  <a:pt x="108" y="417"/>
                </a:lnTo>
                <a:lnTo>
                  <a:pt x="122" y="470"/>
                </a:lnTo>
                <a:cubicBezTo>
                  <a:pt x="123" y="477"/>
                  <a:pt x="129" y="481"/>
                  <a:pt x="136" y="481"/>
                </a:cubicBezTo>
                <a:cubicBezTo>
                  <a:pt x="143" y="481"/>
                  <a:pt x="148" y="477"/>
                  <a:pt x="150" y="470"/>
                </a:cubicBezTo>
                <a:lnTo>
                  <a:pt x="163" y="417"/>
                </a:lnTo>
                <a:lnTo>
                  <a:pt x="197" y="404"/>
                </a:lnTo>
                <a:cubicBezTo>
                  <a:pt x="203" y="402"/>
                  <a:pt x="207" y="397"/>
                  <a:pt x="207" y="390"/>
                </a:cubicBezTo>
                <a:cubicBezTo>
                  <a:pt x="207" y="384"/>
                  <a:pt x="203" y="379"/>
                  <a:pt x="197" y="377"/>
                </a:cubicBezTo>
                <a:moveTo>
                  <a:pt x="133" y="57"/>
                </a:moveTo>
                <a:lnTo>
                  <a:pt x="98" y="44"/>
                </a:lnTo>
                <a:lnTo>
                  <a:pt x="85" y="10"/>
                </a:lnTo>
                <a:cubicBezTo>
                  <a:pt x="83" y="4"/>
                  <a:pt x="77" y="0"/>
                  <a:pt x="71" y="0"/>
                </a:cubicBezTo>
                <a:cubicBezTo>
                  <a:pt x="65" y="0"/>
                  <a:pt x="59" y="4"/>
                  <a:pt x="57" y="10"/>
                </a:cubicBezTo>
                <a:lnTo>
                  <a:pt x="44" y="44"/>
                </a:lnTo>
                <a:lnTo>
                  <a:pt x="10" y="57"/>
                </a:lnTo>
                <a:cubicBezTo>
                  <a:pt x="4" y="59"/>
                  <a:pt x="0" y="65"/>
                  <a:pt x="0" y="71"/>
                </a:cubicBezTo>
                <a:cubicBezTo>
                  <a:pt x="0" y="77"/>
                  <a:pt x="4" y="83"/>
                  <a:pt x="10" y="85"/>
                </a:cubicBezTo>
                <a:lnTo>
                  <a:pt x="44" y="98"/>
                </a:lnTo>
                <a:lnTo>
                  <a:pt x="57" y="133"/>
                </a:lnTo>
                <a:cubicBezTo>
                  <a:pt x="59" y="139"/>
                  <a:pt x="65" y="143"/>
                  <a:pt x="71" y="143"/>
                </a:cubicBezTo>
                <a:cubicBezTo>
                  <a:pt x="77" y="143"/>
                  <a:pt x="83" y="139"/>
                  <a:pt x="85" y="133"/>
                </a:cubicBezTo>
                <a:lnTo>
                  <a:pt x="98" y="98"/>
                </a:lnTo>
                <a:lnTo>
                  <a:pt x="133" y="85"/>
                </a:lnTo>
                <a:cubicBezTo>
                  <a:pt x="139" y="83"/>
                  <a:pt x="143" y="77"/>
                  <a:pt x="143" y="71"/>
                </a:cubicBezTo>
                <a:cubicBezTo>
                  <a:pt x="143" y="65"/>
                  <a:pt x="139" y="59"/>
                  <a:pt x="133"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17" name="TextBox 1416"/>
          <p:cNvSpPr txBox="1"/>
          <p:nvPr/>
        </p:nvSpPr>
        <p:spPr>
          <a:xfrm>
            <a:off x="880920" y="4854240"/>
            <a:ext cx="12556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Tutorial Dates</a:t>
            </a:r>
            <a:endParaRPr lang="en-GB" sz="1500" b="0" u="none" strike="noStrike">
              <a:solidFill>
                <a:srgbClr val="000000"/>
              </a:solidFill>
              <a:effectLst/>
              <a:uFillTx/>
              <a:latin typeface="Times New Roman"/>
            </a:endParaRPr>
          </a:p>
        </p:txBody>
      </p:sp>
      <p:sp>
        <p:nvSpPr>
          <p:cNvPr id="1418" name="Freeform: Shape 1417"/>
          <p:cNvSpPr/>
          <p:nvPr/>
        </p:nvSpPr>
        <p:spPr>
          <a:xfrm>
            <a:off x="6591600" y="4867200"/>
            <a:ext cx="180720" cy="180720"/>
          </a:xfrm>
          <a:custGeom>
            <a:avLst/>
            <a:gdLst/>
            <a:ahLst/>
            <a:cxnLst/>
            <a:rect l="0" t="0" r="r" b="b"/>
            <a:pathLst>
              <a:path w="502" h="502">
                <a:moveTo>
                  <a:pt x="476" y="93"/>
                </a:moveTo>
                <a:lnTo>
                  <a:pt x="435" y="133"/>
                </a:lnTo>
                <a:cubicBezTo>
                  <a:pt x="435" y="133"/>
                  <a:pt x="408" y="146"/>
                  <a:pt x="382" y="120"/>
                </a:cubicBezTo>
                <a:cubicBezTo>
                  <a:pt x="355" y="93"/>
                  <a:pt x="368" y="66"/>
                  <a:pt x="368" y="66"/>
                </a:cubicBezTo>
                <a:lnTo>
                  <a:pt x="408" y="25"/>
                </a:lnTo>
                <a:cubicBezTo>
                  <a:pt x="422" y="12"/>
                  <a:pt x="406" y="0"/>
                  <a:pt x="394" y="0"/>
                </a:cubicBezTo>
                <a:cubicBezTo>
                  <a:pt x="334" y="0"/>
                  <a:pt x="286" y="48"/>
                  <a:pt x="286" y="107"/>
                </a:cubicBezTo>
                <a:cubicBezTo>
                  <a:pt x="286" y="116"/>
                  <a:pt x="287" y="124"/>
                  <a:pt x="289" y="132"/>
                </a:cubicBezTo>
                <a:lnTo>
                  <a:pt x="198" y="223"/>
                </a:lnTo>
                <a:lnTo>
                  <a:pt x="278" y="305"/>
                </a:lnTo>
                <a:lnTo>
                  <a:pt x="369" y="212"/>
                </a:lnTo>
                <a:cubicBezTo>
                  <a:pt x="377" y="214"/>
                  <a:pt x="385" y="215"/>
                  <a:pt x="394" y="215"/>
                </a:cubicBezTo>
                <a:cubicBezTo>
                  <a:pt x="453" y="215"/>
                  <a:pt x="502" y="167"/>
                  <a:pt x="502" y="107"/>
                </a:cubicBezTo>
                <a:cubicBezTo>
                  <a:pt x="502" y="95"/>
                  <a:pt x="490" y="79"/>
                  <a:pt x="476" y="93"/>
                </a:cubicBezTo>
                <a:moveTo>
                  <a:pt x="196" y="226"/>
                </a:moveTo>
                <a:lnTo>
                  <a:pt x="17" y="406"/>
                </a:lnTo>
                <a:cubicBezTo>
                  <a:pt x="-5" y="428"/>
                  <a:pt x="-5" y="463"/>
                  <a:pt x="17" y="485"/>
                </a:cubicBezTo>
                <a:cubicBezTo>
                  <a:pt x="39" y="507"/>
                  <a:pt x="74" y="507"/>
                  <a:pt x="96" y="485"/>
                </a:cubicBezTo>
                <a:lnTo>
                  <a:pt x="276" y="306"/>
                </a:lnTo>
                <a:lnTo>
                  <a:pt x="196" y="226"/>
                </a:lnTo>
                <a:moveTo>
                  <a:pt x="57" y="469"/>
                </a:moveTo>
                <a:cubicBezTo>
                  <a:pt x="45" y="469"/>
                  <a:pt x="35" y="459"/>
                  <a:pt x="35" y="447"/>
                </a:cubicBezTo>
                <a:cubicBezTo>
                  <a:pt x="35" y="435"/>
                  <a:pt x="45" y="425"/>
                  <a:pt x="57" y="425"/>
                </a:cubicBezTo>
                <a:cubicBezTo>
                  <a:pt x="69" y="425"/>
                  <a:pt x="79" y="435"/>
                  <a:pt x="79" y="447"/>
                </a:cubicBezTo>
                <a:cubicBezTo>
                  <a:pt x="79" y="459"/>
                  <a:pt x="69" y="469"/>
                  <a:pt x="57" y="469"/>
                </a:cubicBezTo>
                <a:close/>
              </a:path>
            </a:pathLst>
          </a:custGeom>
          <a:solidFill>
            <a:srgbClr val="8899A6"/>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19" name="Freeform: Shape 1418"/>
          <p:cNvSpPr/>
          <p:nvPr/>
        </p:nvSpPr>
        <p:spPr>
          <a:xfrm>
            <a:off x="6616800" y="4894200"/>
            <a:ext cx="154440" cy="154440"/>
          </a:xfrm>
          <a:custGeom>
            <a:avLst/>
            <a:gdLst/>
            <a:ahLst/>
            <a:cxnLst/>
            <a:rect l="0" t="0" r="r" b="b"/>
            <a:pathLst>
              <a:path w="429" h="429">
                <a:moveTo>
                  <a:pt x="356" y="415"/>
                </a:moveTo>
                <a:cubicBezTo>
                  <a:pt x="374" y="432"/>
                  <a:pt x="401" y="433"/>
                  <a:pt x="417" y="417"/>
                </a:cubicBezTo>
                <a:cubicBezTo>
                  <a:pt x="433" y="400"/>
                  <a:pt x="432" y="373"/>
                  <a:pt x="415" y="356"/>
                </a:cubicBezTo>
                <a:lnTo>
                  <a:pt x="72" y="13"/>
                </a:lnTo>
                <a:cubicBezTo>
                  <a:pt x="55" y="-4"/>
                  <a:pt x="28" y="-5"/>
                  <a:pt x="12" y="11"/>
                </a:cubicBezTo>
                <a:cubicBezTo>
                  <a:pt x="-5" y="27"/>
                  <a:pt x="-4" y="55"/>
                  <a:pt x="13" y="72"/>
                </a:cubicBezTo>
                <a:lnTo>
                  <a:pt x="356" y="415"/>
                </a:lnTo>
                <a:close/>
              </a:path>
            </a:pathLst>
          </a:custGeom>
          <a:solidFill>
            <a:srgbClr val="F4900C"/>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20" name="Freeform: Shape 1419"/>
          <p:cNvSpPr/>
          <p:nvPr/>
        </p:nvSpPr>
        <p:spPr>
          <a:xfrm>
            <a:off x="6581520" y="4867200"/>
            <a:ext cx="115200" cy="92160"/>
          </a:xfrm>
          <a:custGeom>
            <a:avLst/>
            <a:gdLst/>
            <a:ahLst/>
            <a:cxnLst/>
            <a:rect l="0" t="0" r="r" b="b"/>
            <a:pathLst>
              <a:path w="320" h="256">
                <a:moveTo>
                  <a:pt x="316" y="13"/>
                </a:moveTo>
                <a:cubicBezTo>
                  <a:pt x="316" y="13"/>
                  <a:pt x="228" y="-31"/>
                  <a:pt x="155" y="42"/>
                </a:cubicBezTo>
                <a:lnTo>
                  <a:pt x="52" y="146"/>
                </a:lnTo>
                <a:cubicBezTo>
                  <a:pt x="52" y="146"/>
                  <a:pt x="37" y="131"/>
                  <a:pt x="22" y="146"/>
                </a:cubicBezTo>
                <a:lnTo>
                  <a:pt x="8" y="161"/>
                </a:lnTo>
                <a:cubicBezTo>
                  <a:pt x="8" y="161"/>
                  <a:pt x="0" y="167"/>
                  <a:pt x="0" y="176"/>
                </a:cubicBezTo>
                <a:cubicBezTo>
                  <a:pt x="0" y="181"/>
                  <a:pt x="2" y="185"/>
                  <a:pt x="8" y="190"/>
                </a:cubicBezTo>
                <a:lnTo>
                  <a:pt x="67" y="249"/>
                </a:lnTo>
                <a:cubicBezTo>
                  <a:pt x="67" y="249"/>
                  <a:pt x="81" y="264"/>
                  <a:pt x="96" y="249"/>
                </a:cubicBezTo>
                <a:lnTo>
                  <a:pt x="111" y="234"/>
                </a:lnTo>
                <a:cubicBezTo>
                  <a:pt x="111" y="234"/>
                  <a:pt x="125" y="220"/>
                  <a:pt x="111" y="205"/>
                </a:cubicBezTo>
                <a:lnTo>
                  <a:pt x="109" y="204"/>
                </a:lnTo>
                <a:cubicBezTo>
                  <a:pt x="121" y="193"/>
                  <a:pt x="138" y="182"/>
                  <a:pt x="155" y="190"/>
                </a:cubicBezTo>
                <a:lnTo>
                  <a:pt x="214" y="131"/>
                </a:lnTo>
                <a:cubicBezTo>
                  <a:pt x="214" y="131"/>
                  <a:pt x="199" y="87"/>
                  <a:pt x="228" y="57"/>
                </a:cubicBezTo>
                <a:cubicBezTo>
                  <a:pt x="258" y="28"/>
                  <a:pt x="272" y="28"/>
                  <a:pt x="302" y="28"/>
                </a:cubicBezTo>
                <a:cubicBezTo>
                  <a:pt x="332" y="28"/>
                  <a:pt x="316" y="13"/>
                  <a:pt x="316" y="13"/>
                </a:cubicBezTo>
                <a:close/>
              </a:path>
            </a:pathLst>
          </a:custGeom>
          <a:solidFill>
            <a:srgbClr val="66757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21" name="TextBox 1420"/>
          <p:cNvSpPr txBox="1"/>
          <p:nvPr/>
        </p:nvSpPr>
        <p:spPr>
          <a:xfrm>
            <a:off x="4480920" y="485424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1422" name="TextBox 1421"/>
          <p:cNvSpPr txBox="1"/>
          <p:nvPr/>
        </p:nvSpPr>
        <p:spPr>
          <a:xfrm>
            <a:off x="6780960" y="4854240"/>
            <a:ext cx="10749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In progress</a:t>
            </a:r>
            <a:endParaRPr lang="en-GB" sz="1500" b="0" u="none" strike="noStrike">
              <a:solidFill>
                <a:srgbClr val="000000"/>
              </a:solidFill>
              <a:effectLst/>
              <a:uFillTx/>
              <a:latin typeface="Times New Roman"/>
            </a:endParaRPr>
          </a:p>
        </p:txBody>
      </p:sp>
      <p:sp>
        <p:nvSpPr>
          <p:cNvPr id="1423" name="TextBox 1422"/>
          <p:cNvSpPr txBox="1"/>
          <p:nvPr/>
        </p:nvSpPr>
        <p:spPr>
          <a:xfrm>
            <a:off x="8542080" y="4854240"/>
            <a:ext cx="19148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Schedule component</a:t>
            </a:r>
            <a:endParaRPr lang="en-GB" sz="1500" b="0" u="none" strike="noStrike">
              <a:solidFill>
                <a:srgbClr val="000000"/>
              </a:solidFill>
              <a:effectLst/>
              <a:uFillTx/>
              <a:latin typeface="Times New Roman"/>
            </a:endParaRPr>
          </a:p>
        </p:txBody>
      </p:sp>
      <p:sp>
        <p:nvSpPr>
          <p:cNvPr id="1424" name="Freeform: Shape 1423"/>
          <p:cNvSpPr/>
          <p:nvPr/>
        </p:nvSpPr>
        <p:spPr>
          <a:xfrm>
            <a:off x="4315320" y="5306400"/>
            <a:ext cx="146880" cy="169560"/>
          </a:xfrm>
          <a:custGeom>
            <a:avLst/>
            <a:gdLst/>
            <a:ahLst/>
            <a:cxnLst/>
            <a:rect l="0" t="0" r="r" b="b"/>
            <a:pathLst>
              <a:path w="408" h="471">
                <a:moveTo>
                  <a:pt x="398" y="220"/>
                </a:moveTo>
                <a:lnTo>
                  <a:pt x="266" y="171"/>
                </a:lnTo>
                <a:lnTo>
                  <a:pt x="218" y="10"/>
                </a:lnTo>
                <a:cubicBezTo>
                  <a:pt x="216" y="4"/>
                  <a:pt x="210" y="0"/>
                  <a:pt x="203" y="0"/>
                </a:cubicBezTo>
                <a:cubicBezTo>
                  <a:pt x="197" y="0"/>
                  <a:pt x="191" y="4"/>
                  <a:pt x="189" y="10"/>
                </a:cubicBezTo>
                <a:lnTo>
                  <a:pt x="141" y="171"/>
                </a:lnTo>
                <a:lnTo>
                  <a:pt x="10" y="220"/>
                </a:lnTo>
                <a:cubicBezTo>
                  <a:pt x="4" y="222"/>
                  <a:pt x="0" y="227"/>
                  <a:pt x="0" y="233"/>
                </a:cubicBezTo>
                <a:cubicBezTo>
                  <a:pt x="0" y="240"/>
                  <a:pt x="4" y="245"/>
                  <a:pt x="10" y="247"/>
                </a:cubicBezTo>
                <a:lnTo>
                  <a:pt x="140" y="296"/>
                </a:lnTo>
                <a:lnTo>
                  <a:pt x="189" y="461"/>
                </a:lnTo>
                <a:cubicBezTo>
                  <a:pt x="191" y="467"/>
                  <a:pt x="197" y="471"/>
                  <a:pt x="203" y="471"/>
                </a:cubicBezTo>
                <a:cubicBezTo>
                  <a:pt x="210" y="471"/>
                  <a:pt x="216" y="467"/>
                  <a:pt x="218" y="461"/>
                </a:cubicBezTo>
                <a:lnTo>
                  <a:pt x="266" y="296"/>
                </a:lnTo>
                <a:lnTo>
                  <a:pt x="398" y="247"/>
                </a:lnTo>
                <a:cubicBezTo>
                  <a:pt x="404" y="245"/>
                  <a:pt x="408" y="240"/>
                  <a:pt x="408" y="233"/>
                </a:cubicBezTo>
                <a:cubicBezTo>
                  <a:pt x="408" y="227"/>
                  <a:pt x="404" y="222"/>
                  <a:pt x="398" y="220"/>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25" name="Freeform: Shape 1424"/>
          <p:cNvSpPr/>
          <p:nvPr/>
        </p:nvSpPr>
        <p:spPr>
          <a:xfrm>
            <a:off x="4281840" y="5308200"/>
            <a:ext cx="74520" cy="173160"/>
          </a:xfrm>
          <a:custGeom>
            <a:avLst/>
            <a:gdLst/>
            <a:ahLst/>
            <a:cxnLst/>
            <a:rect l="0" t="0" r="r" b="b"/>
            <a:pathLst>
              <a:path w="207" h="481">
                <a:moveTo>
                  <a:pt x="197" y="376"/>
                </a:moveTo>
                <a:lnTo>
                  <a:pt x="163" y="363"/>
                </a:lnTo>
                <a:lnTo>
                  <a:pt x="150" y="314"/>
                </a:lnTo>
                <a:cubicBezTo>
                  <a:pt x="148" y="308"/>
                  <a:pt x="142" y="303"/>
                  <a:pt x="136" y="303"/>
                </a:cubicBezTo>
                <a:cubicBezTo>
                  <a:pt x="129" y="303"/>
                  <a:pt x="123" y="308"/>
                  <a:pt x="122" y="314"/>
                </a:cubicBezTo>
                <a:lnTo>
                  <a:pt x="108" y="363"/>
                </a:lnTo>
                <a:lnTo>
                  <a:pt x="73" y="376"/>
                </a:lnTo>
                <a:cubicBezTo>
                  <a:pt x="68" y="378"/>
                  <a:pt x="64" y="384"/>
                  <a:pt x="64" y="390"/>
                </a:cubicBezTo>
                <a:cubicBezTo>
                  <a:pt x="64" y="396"/>
                  <a:pt x="68" y="402"/>
                  <a:pt x="73" y="404"/>
                </a:cubicBezTo>
                <a:lnTo>
                  <a:pt x="108" y="416"/>
                </a:lnTo>
                <a:lnTo>
                  <a:pt x="122" y="470"/>
                </a:lnTo>
                <a:cubicBezTo>
                  <a:pt x="123" y="476"/>
                  <a:pt x="129" y="481"/>
                  <a:pt x="136" y="481"/>
                </a:cubicBezTo>
                <a:cubicBezTo>
                  <a:pt x="143" y="481"/>
                  <a:pt x="148" y="476"/>
                  <a:pt x="150" y="470"/>
                </a:cubicBezTo>
                <a:lnTo>
                  <a:pt x="163" y="416"/>
                </a:lnTo>
                <a:lnTo>
                  <a:pt x="197" y="404"/>
                </a:lnTo>
                <a:cubicBezTo>
                  <a:pt x="203" y="402"/>
                  <a:pt x="207" y="396"/>
                  <a:pt x="207" y="390"/>
                </a:cubicBezTo>
                <a:cubicBezTo>
                  <a:pt x="207" y="384"/>
                  <a:pt x="203" y="378"/>
                  <a:pt x="197" y="376"/>
                </a:cubicBezTo>
                <a:moveTo>
                  <a:pt x="133" y="57"/>
                </a:moveTo>
                <a:lnTo>
                  <a:pt x="98" y="44"/>
                </a:lnTo>
                <a:lnTo>
                  <a:pt x="85" y="9"/>
                </a:lnTo>
                <a:cubicBezTo>
                  <a:pt x="83" y="4"/>
                  <a:pt x="77" y="0"/>
                  <a:pt x="71" y="0"/>
                </a:cubicBezTo>
                <a:cubicBezTo>
                  <a:pt x="65" y="0"/>
                  <a:pt x="59" y="4"/>
                  <a:pt x="57" y="9"/>
                </a:cubicBezTo>
                <a:lnTo>
                  <a:pt x="44" y="44"/>
                </a:lnTo>
                <a:lnTo>
                  <a:pt x="10" y="57"/>
                </a:lnTo>
                <a:cubicBezTo>
                  <a:pt x="4" y="59"/>
                  <a:pt x="0" y="65"/>
                  <a:pt x="0" y="71"/>
                </a:cubicBezTo>
                <a:cubicBezTo>
                  <a:pt x="0" y="77"/>
                  <a:pt x="4" y="82"/>
                  <a:pt x="10" y="84"/>
                </a:cubicBezTo>
                <a:lnTo>
                  <a:pt x="44" y="97"/>
                </a:lnTo>
                <a:lnTo>
                  <a:pt x="57" y="132"/>
                </a:lnTo>
                <a:cubicBezTo>
                  <a:pt x="59" y="138"/>
                  <a:pt x="65" y="142"/>
                  <a:pt x="71" y="142"/>
                </a:cubicBezTo>
                <a:cubicBezTo>
                  <a:pt x="77" y="142"/>
                  <a:pt x="83" y="138"/>
                  <a:pt x="85" y="132"/>
                </a:cubicBezTo>
                <a:lnTo>
                  <a:pt x="98" y="97"/>
                </a:lnTo>
                <a:lnTo>
                  <a:pt x="133" y="84"/>
                </a:lnTo>
                <a:cubicBezTo>
                  <a:pt x="139" y="82"/>
                  <a:pt x="143" y="77"/>
                  <a:pt x="143" y="71"/>
                </a:cubicBezTo>
                <a:cubicBezTo>
                  <a:pt x="143" y="65"/>
                  <a:pt x="139" y="59"/>
                  <a:pt x="133"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26" name="TextBox 1425"/>
          <p:cNvSpPr txBox="1"/>
          <p:nvPr/>
        </p:nvSpPr>
        <p:spPr>
          <a:xfrm>
            <a:off x="880920" y="5282640"/>
            <a:ext cx="12596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OC India/UK</a:t>
            </a:r>
            <a:endParaRPr lang="en-GB" sz="1500" b="0" u="none" strike="noStrike">
              <a:solidFill>
                <a:srgbClr val="000000"/>
              </a:solidFill>
              <a:effectLst/>
              <a:uFillTx/>
              <a:latin typeface="Times New Roman"/>
            </a:endParaRPr>
          </a:p>
        </p:txBody>
      </p:sp>
      <p:sp>
        <p:nvSpPr>
          <p:cNvPr id="1427" name="Freeform: Shape 1426"/>
          <p:cNvSpPr/>
          <p:nvPr/>
        </p:nvSpPr>
        <p:spPr>
          <a:xfrm>
            <a:off x="6591600" y="5295600"/>
            <a:ext cx="180720" cy="181080"/>
          </a:xfrm>
          <a:custGeom>
            <a:avLst/>
            <a:gdLst/>
            <a:ahLst/>
            <a:cxnLst/>
            <a:rect l="0" t="0" r="r" b="b"/>
            <a:pathLst>
              <a:path w="502" h="503">
                <a:moveTo>
                  <a:pt x="476" y="94"/>
                </a:moveTo>
                <a:lnTo>
                  <a:pt x="435" y="135"/>
                </a:lnTo>
                <a:cubicBezTo>
                  <a:pt x="435" y="135"/>
                  <a:pt x="408" y="148"/>
                  <a:pt x="382" y="121"/>
                </a:cubicBezTo>
                <a:cubicBezTo>
                  <a:pt x="355" y="94"/>
                  <a:pt x="368" y="66"/>
                  <a:pt x="368" y="66"/>
                </a:cubicBezTo>
                <a:lnTo>
                  <a:pt x="408" y="26"/>
                </a:lnTo>
                <a:cubicBezTo>
                  <a:pt x="422" y="13"/>
                  <a:pt x="406" y="0"/>
                  <a:pt x="394" y="0"/>
                </a:cubicBezTo>
                <a:cubicBezTo>
                  <a:pt x="334" y="0"/>
                  <a:pt x="286" y="49"/>
                  <a:pt x="286" y="109"/>
                </a:cubicBezTo>
                <a:cubicBezTo>
                  <a:pt x="286" y="117"/>
                  <a:pt x="287" y="126"/>
                  <a:pt x="289" y="133"/>
                </a:cubicBezTo>
                <a:lnTo>
                  <a:pt x="198" y="225"/>
                </a:lnTo>
                <a:lnTo>
                  <a:pt x="278" y="305"/>
                </a:lnTo>
                <a:lnTo>
                  <a:pt x="369" y="214"/>
                </a:lnTo>
                <a:cubicBezTo>
                  <a:pt x="377" y="216"/>
                  <a:pt x="385" y="217"/>
                  <a:pt x="394" y="217"/>
                </a:cubicBezTo>
                <a:cubicBezTo>
                  <a:pt x="453" y="217"/>
                  <a:pt x="502" y="169"/>
                  <a:pt x="502" y="109"/>
                </a:cubicBezTo>
                <a:cubicBezTo>
                  <a:pt x="502" y="97"/>
                  <a:pt x="490" y="81"/>
                  <a:pt x="476" y="94"/>
                </a:cubicBezTo>
                <a:moveTo>
                  <a:pt x="196" y="227"/>
                </a:moveTo>
                <a:lnTo>
                  <a:pt x="17" y="406"/>
                </a:lnTo>
                <a:cubicBezTo>
                  <a:pt x="-5" y="428"/>
                  <a:pt x="-5" y="464"/>
                  <a:pt x="17" y="486"/>
                </a:cubicBezTo>
                <a:cubicBezTo>
                  <a:pt x="39" y="508"/>
                  <a:pt x="74" y="508"/>
                  <a:pt x="96" y="486"/>
                </a:cubicBezTo>
                <a:lnTo>
                  <a:pt x="276" y="307"/>
                </a:lnTo>
                <a:lnTo>
                  <a:pt x="196" y="227"/>
                </a:lnTo>
                <a:moveTo>
                  <a:pt x="57" y="469"/>
                </a:moveTo>
                <a:cubicBezTo>
                  <a:pt x="45" y="469"/>
                  <a:pt x="35" y="460"/>
                  <a:pt x="35" y="448"/>
                </a:cubicBezTo>
                <a:cubicBezTo>
                  <a:pt x="35" y="436"/>
                  <a:pt x="45" y="426"/>
                  <a:pt x="57" y="426"/>
                </a:cubicBezTo>
                <a:cubicBezTo>
                  <a:pt x="69" y="426"/>
                  <a:pt x="79" y="435"/>
                  <a:pt x="79" y="448"/>
                </a:cubicBezTo>
                <a:cubicBezTo>
                  <a:pt x="79" y="460"/>
                  <a:pt x="69" y="469"/>
                  <a:pt x="57" y="469"/>
                </a:cubicBezTo>
                <a:close/>
              </a:path>
            </a:pathLst>
          </a:custGeom>
          <a:solidFill>
            <a:srgbClr val="8899A6"/>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28" name="Freeform: Shape 1427"/>
          <p:cNvSpPr/>
          <p:nvPr/>
        </p:nvSpPr>
        <p:spPr>
          <a:xfrm>
            <a:off x="6616800" y="5322600"/>
            <a:ext cx="154440" cy="154080"/>
          </a:xfrm>
          <a:custGeom>
            <a:avLst/>
            <a:gdLst/>
            <a:ahLst/>
            <a:cxnLst/>
            <a:rect l="0" t="0" r="r" b="b"/>
            <a:pathLst>
              <a:path w="429" h="428">
                <a:moveTo>
                  <a:pt x="356" y="415"/>
                </a:moveTo>
                <a:cubicBezTo>
                  <a:pt x="374" y="432"/>
                  <a:pt x="401" y="432"/>
                  <a:pt x="417" y="416"/>
                </a:cubicBezTo>
                <a:cubicBezTo>
                  <a:pt x="433" y="400"/>
                  <a:pt x="432" y="372"/>
                  <a:pt x="415" y="355"/>
                </a:cubicBezTo>
                <a:lnTo>
                  <a:pt x="72" y="13"/>
                </a:lnTo>
                <a:cubicBezTo>
                  <a:pt x="55" y="-4"/>
                  <a:pt x="28" y="-5"/>
                  <a:pt x="12" y="11"/>
                </a:cubicBezTo>
                <a:cubicBezTo>
                  <a:pt x="-5" y="27"/>
                  <a:pt x="-4" y="54"/>
                  <a:pt x="13" y="72"/>
                </a:cubicBezTo>
                <a:lnTo>
                  <a:pt x="356" y="415"/>
                </a:lnTo>
                <a:close/>
              </a:path>
            </a:pathLst>
          </a:custGeom>
          <a:solidFill>
            <a:srgbClr val="F4900C"/>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29" name="Freeform: Shape 1428"/>
          <p:cNvSpPr/>
          <p:nvPr/>
        </p:nvSpPr>
        <p:spPr>
          <a:xfrm>
            <a:off x="6581520" y="5295600"/>
            <a:ext cx="115200" cy="92160"/>
          </a:xfrm>
          <a:custGeom>
            <a:avLst/>
            <a:gdLst/>
            <a:ahLst/>
            <a:cxnLst/>
            <a:rect l="0" t="0" r="r" b="b"/>
            <a:pathLst>
              <a:path w="320" h="256">
                <a:moveTo>
                  <a:pt x="316" y="13"/>
                </a:moveTo>
                <a:cubicBezTo>
                  <a:pt x="316" y="13"/>
                  <a:pt x="228" y="-31"/>
                  <a:pt x="155" y="43"/>
                </a:cubicBezTo>
                <a:lnTo>
                  <a:pt x="52" y="146"/>
                </a:lnTo>
                <a:cubicBezTo>
                  <a:pt x="52" y="146"/>
                  <a:pt x="37" y="131"/>
                  <a:pt x="22" y="146"/>
                </a:cubicBezTo>
                <a:lnTo>
                  <a:pt x="8" y="161"/>
                </a:lnTo>
                <a:cubicBezTo>
                  <a:pt x="8" y="161"/>
                  <a:pt x="0" y="168"/>
                  <a:pt x="0" y="176"/>
                </a:cubicBezTo>
                <a:lnTo>
                  <a:pt x="0" y="177"/>
                </a:lnTo>
                <a:cubicBezTo>
                  <a:pt x="0" y="181"/>
                  <a:pt x="2" y="186"/>
                  <a:pt x="8" y="191"/>
                </a:cubicBezTo>
                <a:lnTo>
                  <a:pt x="67" y="250"/>
                </a:lnTo>
                <a:cubicBezTo>
                  <a:pt x="67" y="250"/>
                  <a:pt x="81" y="264"/>
                  <a:pt x="96" y="250"/>
                </a:cubicBezTo>
                <a:lnTo>
                  <a:pt x="111" y="235"/>
                </a:lnTo>
                <a:cubicBezTo>
                  <a:pt x="111" y="235"/>
                  <a:pt x="125" y="220"/>
                  <a:pt x="111" y="206"/>
                </a:cubicBezTo>
                <a:lnTo>
                  <a:pt x="109" y="204"/>
                </a:lnTo>
                <a:cubicBezTo>
                  <a:pt x="121" y="193"/>
                  <a:pt x="138" y="182"/>
                  <a:pt x="155" y="191"/>
                </a:cubicBezTo>
                <a:lnTo>
                  <a:pt x="214" y="131"/>
                </a:lnTo>
                <a:cubicBezTo>
                  <a:pt x="214" y="131"/>
                  <a:pt x="199" y="87"/>
                  <a:pt x="228" y="58"/>
                </a:cubicBezTo>
                <a:cubicBezTo>
                  <a:pt x="258" y="28"/>
                  <a:pt x="272" y="28"/>
                  <a:pt x="302" y="28"/>
                </a:cubicBezTo>
                <a:cubicBezTo>
                  <a:pt x="332" y="28"/>
                  <a:pt x="316" y="13"/>
                  <a:pt x="316" y="13"/>
                </a:cubicBezTo>
                <a:close/>
              </a:path>
            </a:pathLst>
          </a:custGeom>
          <a:solidFill>
            <a:srgbClr val="66757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30" name="TextBox 1429"/>
          <p:cNvSpPr txBox="1"/>
          <p:nvPr/>
        </p:nvSpPr>
        <p:spPr>
          <a:xfrm>
            <a:off x="4480920" y="528264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1431" name="TextBox 1430"/>
          <p:cNvSpPr txBox="1"/>
          <p:nvPr/>
        </p:nvSpPr>
        <p:spPr>
          <a:xfrm>
            <a:off x="6780960" y="5282640"/>
            <a:ext cx="10749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In progress</a:t>
            </a:r>
            <a:endParaRPr lang="en-GB" sz="1500" b="0" u="none" strike="noStrike">
              <a:solidFill>
                <a:srgbClr val="000000"/>
              </a:solidFill>
              <a:effectLst/>
              <a:uFillTx/>
              <a:latin typeface="Times New Roman"/>
            </a:endParaRPr>
          </a:p>
        </p:txBody>
      </p:sp>
      <p:sp>
        <p:nvSpPr>
          <p:cNvPr id="1432" name="TextBox 1431"/>
          <p:cNvSpPr txBox="1"/>
          <p:nvPr/>
        </p:nvSpPr>
        <p:spPr>
          <a:xfrm>
            <a:off x="8542080" y="5282640"/>
            <a:ext cx="1552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Region variations</a:t>
            </a:r>
            <a:endParaRPr lang="en-GB" sz="1500" b="0" u="none" strike="noStrike">
              <a:solidFill>
                <a:srgbClr val="000000"/>
              </a:solidFill>
              <a:effectLst/>
              <a:uFillTx/>
              <a:latin typeface="Times New Roman"/>
            </a:endParaRPr>
          </a:p>
        </p:txBody>
      </p:sp>
      <p:sp>
        <p:nvSpPr>
          <p:cNvPr id="1433" name="Freeform: Shape 1432"/>
          <p:cNvSpPr/>
          <p:nvPr/>
        </p:nvSpPr>
        <p:spPr>
          <a:xfrm>
            <a:off x="4315320" y="5734800"/>
            <a:ext cx="146880" cy="169920"/>
          </a:xfrm>
          <a:custGeom>
            <a:avLst/>
            <a:gdLst/>
            <a:ahLst/>
            <a:cxnLst/>
            <a:rect l="0" t="0" r="r" b="b"/>
            <a:pathLst>
              <a:path w="408" h="472">
                <a:moveTo>
                  <a:pt x="398" y="219"/>
                </a:moveTo>
                <a:lnTo>
                  <a:pt x="266" y="171"/>
                </a:lnTo>
                <a:lnTo>
                  <a:pt x="218" y="11"/>
                </a:lnTo>
                <a:cubicBezTo>
                  <a:pt x="216" y="5"/>
                  <a:pt x="210" y="0"/>
                  <a:pt x="203" y="0"/>
                </a:cubicBezTo>
                <a:cubicBezTo>
                  <a:pt x="197" y="0"/>
                  <a:pt x="191" y="5"/>
                  <a:pt x="189" y="11"/>
                </a:cubicBezTo>
                <a:lnTo>
                  <a:pt x="141" y="171"/>
                </a:lnTo>
                <a:lnTo>
                  <a:pt x="10" y="219"/>
                </a:lnTo>
                <a:cubicBezTo>
                  <a:pt x="4" y="221"/>
                  <a:pt x="0" y="227"/>
                  <a:pt x="0" y="233"/>
                </a:cubicBezTo>
                <a:cubicBezTo>
                  <a:pt x="0" y="239"/>
                  <a:pt x="4" y="245"/>
                  <a:pt x="10" y="247"/>
                </a:cubicBezTo>
                <a:lnTo>
                  <a:pt x="140" y="296"/>
                </a:lnTo>
                <a:lnTo>
                  <a:pt x="189" y="461"/>
                </a:lnTo>
                <a:cubicBezTo>
                  <a:pt x="191" y="467"/>
                  <a:pt x="197" y="472"/>
                  <a:pt x="203" y="472"/>
                </a:cubicBezTo>
                <a:cubicBezTo>
                  <a:pt x="210" y="472"/>
                  <a:pt x="216" y="467"/>
                  <a:pt x="218" y="461"/>
                </a:cubicBezTo>
                <a:lnTo>
                  <a:pt x="266" y="296"/>
                </a:lnTo>
                <a:lnTo>
                  <a:pt x="398" y="247"/>
                </a:lnTo>
                <a:cubicBezTo>
                  <a:pt x="404" y="245"/>
                  <a:pt x="408" y="239"/>
                  <a:pt x="408" y="233"/>
                </a:cubicBezTo>
                <a:cubicBezTo>
                  <a:pt x="408" y="227"/>
                  <a:pt x="404"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34" name="Freeform: Shape 1433"/>
          <p:cNvSpPr/>
          <p:nvPr/>
        </p:nvSpPr>
        <p:spPr>
          <a:xfrm>
            <a:off x="4281840" y="5736600"/>
            <a:ext cx="74520" cy="173160"/>
          </a:xfrm>
          <a:custGeom>
            <a:avLst/>
            <a:gdLst/>
            <a:ahLst/>
            <a:cxnLst/>
            <a:rect l="0" t="0" r="r" b="b"/>
            <a:pathLst>
              <a:path w="207" h="481">
                <a:moveTo>
                  <a:pt x="197" y="377"/>
                </a:moveTo>
                <a:lnTo>
                  <a:pt x="163" y="364"/>
                </a:lnTo>
                <a:lnTo>
                  <a:pt x="150" y="316"/>
                </a:lnTo>
                <a:cubicBezTo>
                  <a:pt x="148" y="309"/>
                  <a:pt x="142" y="305"/>
                  <a:pt x="136" y="305"/>
                </a:cubicBezTo>
                <a:cubicBezTo>
                  <a:pt x="129" y="305"/>
                  <a:pt x="123" y="309"/>
                  <a:pt x="122" y="316"/>
                </a:cubicBezTo>
                <a:lnTo>
                  <a:pt x="108" y="364"/>
                </a:lnTo>
                <a:lnTo>
                  <a:pt x="73" y="377"/>
                </a:lnTo>
                <a:cubicBezTo>
                  <a:pt x="68" y="379"/>
                  <a:pt x="64" y="385"/>
                  <a:pt x="64" y="391"/>
                </a:cubicBezTo>
                <a:cubicBezTo>
                  <a:pt x="64" y="397"/>
                  <a:pt x="68" y="402"/>
                  <a:pt x="73" y="405"/>
                </a:cubicBezTo>
                <a:lnTo>
                  <a:pt x="108" y="417"/>
                </a:lnTo>
                <a:lnTo>
                  <a:pt x="122" y="470"/>
                </a:lnTo>
                <a:cubicBezTo>
                  <a:pt x="123" y="477"/>
                  <a:pt x="129" y="481"/>
                  <a:pt x="136" y="481"/>
                </a:cubicBezTo>
                <a:cubicBezTo>
                  <a:pt x="143" y="481"/>
                  <a:pt x="148" y="477"/>
                  <a:pt x="150" y="470"/>
                </a:cubicBezTo>
                <a:lnTo>
                  <a:pt x="163" y="417"/>
                </a:lnTo>
                <a:lnTo>
                  <a:pt x="197" y="405"/>
                </a:lnTo>
                <a:cubicBezTo>
                  <a:pt x="203" y="402"/>
                  <a:pt x="207" y="397"/>
                  <a:pt x="207" y="391"/>
                </a:cubicBezTo>
                <a:cubicBezTo>
                  <a:pt x="207" y="385"/>
                  <a:pt x="203" y="379"/>
                  <a:pt x="197" y="377"/>
                </a:cubicBezTo>
                <a:moveTo>
                  <a:pt x="133" y="58"/>
                </a:moveTo>
                <a:lnTo>
                  <a:pt x="98" y="45"/>
                </a:lnTo>
                <a:lnTo>
                  <a:pt x="85" y="10"/>
                </a:lnTo>
                <a:cubicBezTo>
                  <a:pt x="83" y="4"/>
                  <a:pt x="77" y="0"/>
                  <a:pt x="71" y="0"/>
                </a:cubicBezTo>
                <a:cubicBezTo>
                  <a:pt x="65" y="0"/>
                  <a:pt x="59" y="4"/>
                  <a:pt x="57" y="10"/>
                </a:cubicBezTo>
                <a:lnTo>
                  <a:pt x="44" y="45"/>
                </a:lnTo>
                <a:lnTo>
                  <a:pt x="10" y="58"/>
                </a:lnTo>
                <a:cubicBezTo>
                  <a:pt x="4" y="60"/>
                  <a:pt x="0" y="65"/>
                  <a:pt x="0" y="71"/>
                </a:cubicBezTo>
                <a:cubicBezTo>
                  <a:pt x="0" y="77"/>
                  <a:pt x="4" y="83"/>
                  <a:pt x="10" y="85"/>
                </a:cubicBezTo>
                <a:lnTo>
                  <a:pt x="44" y="98"/>
                </a:lnTo>
                <a:lnTo>
                  <a:pt x="57" y="133"/>
                </a:lnTo>
                <a:cubicBezTo>
                  <a:pt x="59" y="139"/>
                  <a:pt x="65" y="142"/>
                  <a:pt x="71" y="142"/>
                </a:cubicBezTo>
                <a:cubicBezTo>
                  <a:pt x="77" y="142"/>
                  <a:pt x="83" y="139"/>
                  <a:pt x="85" y="133"/>
                </a:cubicBezTo>
                <a:lnTo>
                  <a:pt x="98" y="98"/>
                </a:lnTo>
                <a:lnTo>
                  <a:pt x="133" y="85"/>
                </a:lnTo>
                <a:cubicBezTo>
                  <a:pt x="139" y="83"/>
                  <a:pt x="143" y="77"/>
                  <a:pt x="143" y="71"/>
                </a:cubicBezTo>
                <a:cubicBezTo>
                  <a:pt x="143" y="65"/>
                  <a:pt x="139" y="60"/>
                  <a:pt x="133"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35" name="TextBox 1434"/>
          <p:cNvSpPr txBox="1"/>
          <p:nvPr/>
        </p:nvSpPr>
        <p:spPr>
          <a:xfrm>
            <a:off x="880920" y="5711400"/>
            <a:ext cx="15998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Check Availability</a:t>
            </a:r>
            <a:endParaRPr lang="en-GB" sz="1500" b="0" u="none" strike="noStrike">
              <a:solidFill>
                <a:srgbClr val="000000"/>
              </a:solidFill>
              <a:effectLst/>
              <a:uFillTx/>
              <a:latin typeface="Times New Roman"/>
            </a:endParaRPr>
          </a:p>
        </p:txBody>
      </p:sp>
      <p:sp>
        <p:nvSpPr>
          <p:cNvPr id="1436" name="Freeform: Shape 1435"/>
          <p:cNvSpPr/>
          <p:nvPr/>
        </p:nvSpPr>
        <p:spPr>
          <a:xfrm>
            <a:off x="6927120" y="5728320"/>
            <a:ext cx="185400" cy="181440"/>
          </a:xfrm>
          <a:custGeom>
            <a:avLst/>
            <a:gdLst/>
            <a:ahLst/>
            <a:cxnLst/>
            <a:rect l="0" t="0" r="r" b="b"/>
            <a:pathLst>
              <a:path w="515" h="504">
                <a:moveTo>
                  <a:pt x="32" y="504"/>
                </a:moveTo>
                <a:cubicBezTo>
                  <a:pt x="5" y="504"/>
                  <a:pt x="-7" y="485"/>
                  <a:pt x="5" y="461"/>
                </a:cubicBezTo>
                <a:lnTo>
                  <a:pt x="236" y="18"/>
                </a:lnTo>
                <a:cubicBezTo>
                  <a:pt x="248" y="-6"/>
                  <a:pt x="268" y="-6"/>
                  <a:pt x="281" y="18"/>
                </a:cubicBezTo>
                <a:lnTo>
                  <a:pt x="510" y="461"/>
                </a:lnTo>
                <a:cubicBezTo>
                  <a:pt x="523" y="485"/>
                  <a:pt x="511" y="504"/>
                  <a:pt x="484" y="504"/>
                </a:cubicBezTo>
                <a:lnTo>
                  <a:pt x="32" y="504"/>
                </a:ln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37" name="Freeform: Shape 1436"/>
          <p:cNvSpPr/>
          <p:nvPr/>
        </p:nvSpPr>
        <p:spPr>
          <a:xfrm>
            <a:off x="7007040" y="5769720"/>
            <a:ext cx="25920" cy="120960"/>
          </a:xfrm>
          <a:custGeom>
            <a:avLst/>
            <a:gdLst/>
            <a:ahLst/>
            <a:cxnLst/>
            <a:rect l="0" t="0" r="r" b="b"/>
            <a:pathLst>
              <a:path w="72" h="336">
                <a:moveTo>
                  <a:pt x="0" y="301"/>
                </a:moveTo>
                <a:cubicBezTo>
                  <a:pt x="0" y="281"/>
                  <a:pt x="16" y="265"/>
                  <a:pt x="36" y="265"/>
                </a:cubicBezTo>
                <a:cubicBezTo>
                  <a:pt x="56" y="265"/>
                  <a:pt x="72" y="281"/>
                  <a:pt x="72" y="301"/>
                </a:cubicBezTo>
                <a:cubicBezTo>
                  <a:pt x="72" y="320"/>
                  <a:pt x="56" y="336"/>
                  <a:pt x="36" y="336"/>
                </a:cubicBezTo>
                <a:cubicBezTo>
                  <a:pt x="16" y="336"/>
                  <a:pt x="0" y="320"/>
                  <a:pt x="0" y="301"/>
                </a:cubicBezTo>
                <a:moveTo>
                  <a:pt x="2" y="31"/>
                </a:moveTo>
                <a:cubicBezTo>
                  <a:pt x="2" y="12"/>
                  <a:pt x="17" y="0"/>
                  <a:pt x="36" y="0"/>
                </a:cubicBezTo>
                <a:cubicBezTo>
                  <a:pt x="55" y="0"/>
                  <a:pt x="69" y="12"/>
                  <a:pt x="69" y="31"/>
                </a:cubicBezTo>
                <a:lnTo>
                  <a:pt x="69" y="206"/>
                </a:lnTo>
                <a:cubicBezTo>
                  <a:pt x="69" y="226"/>
                  <a:pt x="55" y="238"/>
                  <a:pt x="36" y="238"/>
                </a:cubicBezTo>
                <a:cubicBezTo>
                  <a:pt x="17" y="238"/>
                  <a:pt x="2" y="226"/>
                  <a:pt x="2" y="206"/>
                </a:cubicBezTo>
                <a:lnTo>
                  <a:pt x="2" y="31"/>
                </a:lnTo>
                <a:close/>
              </a:path>
            </a:pathLst>
          </a:custGeom>
          <a:solidFill>
            <a:srgbClr val="231F20"/>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38" name="TextBox 1437"/>
          <p:cNvSpPr txBox="1"/>
          <p:nvPr/>
        </p:nvSpPr>
        <p:spPr>
          <a:xfrm>
            <a:off x="4480920" y="571140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1439" name="TextBox 1438"/>
          <p:cNvSpPr txBox="1"/>
          <p:nvPr/>
        </p:nvSpPr>
        <p:spPr>
          <a:xfrm>
            <a:off x="7121880" y="5711400"/>
            <a:ext cx="353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TBI</a:t>
            </a:r>
            <a:endParaRPr lang="en-GB" sz="1500" b="0" u="none" strike="noStrike">
              <a:solidFill>
                <a:srgbClr val="000000"/>
              </a:solidFill>
              <a:effectLst/>
              <a:uFillTx/>
              <a:latin typeface="Times New Roman"/>
            </a:endParaRPr>
          </a:p>
        </p:txBody>
      </p:sp>
      <p:sp>
        <p:nvSpPr>
          <p:cNvPr id="1440" name="TextBox 1439"/>
          <p:cNvSpPr txBox="1"/>
          <p:nvPr/>
        </p:nvSpPr>
        <p:spPr>
          <a:xfrm>
            <a:off x="8542080" y="5711400"/>
            <a:ext cx="1255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Realtime API</a:t>
            </a:r>
            <a:endParaRPr lang="en-GB" sz="1500" b="0" u="none" strike="noStrike">
              <a:solidFill>
                <a:srgbClr val="000000"/>
              </a:solidFill>
              <a:effectLst/>
              <a:uFillTx/>
              <a:latin typeface="Times New Roman"/>
            </a:endParaRPr>
          </a:p>
        </p:txBody>
      </p:sp>
      <p:sp>
        <p:nvSpPr>
          <p:cNvPr id="1441" name="Freeform: Shape 1440"/>
          <p:cNvSpPr/>
          <p:nvPr/>
        </p:nvSpPr>
        <p:spPr>
          <a:xfrm>
            <a:off x="4315320" y="6172920"/>
            <a:ext cx="146880" cy="169920"/>
          </a:xfrm>
          <a:custGeom>
            <a:avLst/>
            <a:gdLst/>
            <a:ahLst/>
            <a:cxnLst/>
            <a:rect l="0" t="0" r="r" b="b"/>
            <a:pathLst>
              <a:path w="408" h="472">
                <a:moveTo>
                  <a:pt x="398" y="220"/>
                </a:moveTo>
                <a:lnTo>
                  <a:pt x="266" y="172"/>
                </a:lnTo>
                <a:lnTo>
                  <a:pt x="218" y="12"/>
                </a:lnTo>
                <a:cubicBezTo>
                  <a:pt x="216" y="5"/>
                  <a:pt x="210" y="0"/>
                  <a:pt x="203" y="0"/>
                </a:cubicBezTo>
                <a:cubicBezTo>
                  <a:pt x="197" y="0"/>
                  <a:pt x="191" y="5"/>
                  <a:pt x="189" y="12"/>
                </a:cubicBezTo>
                <a:lnTo>
                  <a:pt x="141" y="172"/>
                </a:lnTo>
                <a:lnTo>
                  <a:pt x="10" y="220"/>
                </a:lnTo>
                <a:cubicBezTo>
                  <a:pt x="4" y="222"/>
                  <a:pt x="0" y="228"/>
                  <a:pt x="0" y="234"/>
                </a:cubicBezTo>
                <a:cubicBezTo>
                  <a:pt x="0" y="240"/>
                  <a:pt x="4" y="246"/>
                  <a:pt x="10" y="248"/>
                </a:cubicBezTo>
                <a:lnTo>
                  <a:pt x="140" y="296"/>
                </a:lnTo>
                <a:lnTo>
                  <a:pt x="189" y="461"/>
                </a:lnTo>
                <a:cubicBezTo>
                  <a:pt x="191" y="468"/>
                  <a:pt x="197" y="472"/>
                  <a:pt x="203" y="472"/>
                </a:cubicBezTo>
                <a:cubicBezTo>
                  <a:pt x="210" y="472"/>
                  <a:pt x="216" y="468"/>
                  <a:pt x="218" y="461"/>
                </a:cubicBezTo>
                <a:lnTo>
                  <a:pt x="266" y="296"/>
                </a:lnTo>
                <a:lnTo>
                  <a:pt x="398" y="248"/>
                </a:lnTo>
                <a:cubicBezTo>
                  <a:pt x="404" y="246"/>
                  <a:pt x="408" y="240"/>
                  <a:pt x="408" y="234"/>
                </a:cubicBezTo>
                <a:cubicBezTo>
                  <a:pt x="408" y="228"/>
                  <a:pt x="404" y="222"/>
                  <a:pt x="398" y="220"/>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42" name="Freeform: Shape 1441"/>
          <p:cNvSpPr/>
          <p:nvPr/>
        </p:nvSpPr>
        <p:spPr>
          <a:xfrm>
            <a:off x="4281840" y="6174720"/>
            <a:ext cx="74520" cy="173520"/>
          </a:xfrm>
          <a:custGeom>
            <a:avLst/>
            <a:gdLst/>
            <a:ahLst/>
            <a:cxnLst/>
            <a:rect l="0" t="0" r="r" b="b"/>
            <a:pathLst>
              <a:path w="207" h="482">
                <a:moveTo>
                  <a:pt x="197" y="377"/>
                </a:moveTo>
                <a:lnTo>
                  <a:pt x="163" y="363"/>
                </a:lnTo>
                <a:lnTo>
                  <a:pt x="150" y="315"/>
                </a:lnTo>
                <a:cubicBezTo>
                  <a:pt x="148" y="309"/>
                  <a:pt x="142" y="304"/>
                  <a:pt x="136" y="304"/>
                </a:cubicBezTo>
                <a:cubicBezTo>
                  <a:pt x="129" y="304"/>
                  <a:pt x="123" y="309"/>
                  <a:pt x="122" y="315"/>
                </a:cubicBezTo>
                <a:lnTo>
                  <a:pt x="108" y="363"/>
                </a:lnTo>
                <a:lnTo>
                  <a:pt x="73" y="377"/>
                </a:lnTo>
                <a:cubicBezTo>
                  <a:pt x="68" y="379"/>
                  <a:pt x="64" y="385"/>
                  <a:pt x="64" y="391"/>
                </a:cubicBezTo>
                <a:cubicBezTo>
                  <a:pt x="64" y="397"/>
                  <a:pt x="68" y="402"/>
                  <a:pt x="73" y="405"/>
                </a:cubicBezTo>
                <a:lnTo>
                  <a:pt x="108" y="417"/>
                </a:lnTo>
                <a:lnTo>
                  <a:pt x="122" y="470"/>
                </a:lnTo>
                <a:cubicBezTo>
                  <a:pt x="123" y="477"/>
                  <a:pt x="129" y="482"/>
                  <a:pt x="136" y="482"/>
                </a:cubicBezTo>
                <a:cubicBezTo>
                  <a:pt x="143" y="482"/>
                  <a:pt x="148" y="477"/>
                  <a:pt x="150" y="470"/>
                </a:cubicBezTo>
                <a:lnTo>
                  <a:pt x="163" y="417"/>
                </a:lnTo>
                <a:lnTo>
                  <a:pt x="197" y="405"/>
                </a:lnTo>
                <a:cubicBezTo>
                  <a:pt x="203" y="402"/>
                  <a:pt x="207" y="397"/>
                  <a:pt x="207" y="391"/>
                </a:cubicBezTo>
                <a:cubicBezTo>
                  <a:pt x="207" y="385"/>
                  <a:pt x="203" y="379"/>
                  <a:pt x="197" y="377"/>
                </a:cubicBezTo>
                <a:moveTo>
                  <a:pt x="133" y="58"/>
                </a:moveTo>
                <a:lnTo>
                  <a:pt x="98" y="45"/>
                </a:lnTo>
                <a:lnTo>
                  <a:pt x="85" y="10"/>
                </a:lnTo>
                <a:cubicBezTo>
                  <a:pt x="83" y="4"/>
                  <a:pt x="77" y="0"/>
                  <a:pt x="71" y="0"/>
                </a:cubicBezTo>
                <a:cubicBezTo>
                  <a:pt x="65" y="0"/>
                  <a:pt x="59" y="4"/>
                  <a:pt x="57" y="10"/>
                </a:cubicBezTo>
                <a:lnTo>
                  <a:pt x="44" y="45"/>
                </a:lnTo>
                <a:lnTo>
                  <a:pt x="10" y="58"/>
                </a:lnTo>
                <a:cubicBezTo>
                  <a:pt x="4" y="60"/>
                  <a:pt x="0" y="65"/>
                  <a:pt x="0" y="71"/>
                </a:cubicBezTo>
                <a:cubicBezTo>
                  <a:pt x="0" y="78"/>
                  <a:pt x="4" y="83"/>
                  <a:pt x="10" y="85"/>
                </a:cubicBezTo>
                <a:lnTo>
                  <a:pt x="44" y="98"/>
                </a:lnTo>
                <a:lnTo>
                  <a:pt x="57" y="133"/>
                </a:lnTo>
                <a:cubicBezTo>
                  <a:pt x="59" y="139"/>
                  <a:pt x="65" y="142"/>
                  <a:pt x="71" y="142"/>
                </a:cubicBezTo>
                <a:cubicBezTo>
                  <a:pt x="77" y="142"/>
                  <a:pt x="83" y="139"/>
                  <a:pt x="85" y="133"/>
                </a:cubicBezTo>
                <a:lnTo>
                  <a:pt x="98" y="98"/>
                </a:lnTo>
                <a:lnTo>
                  <a:pt x="133" y="85"/>
                </a:lnTo>
                <a:cubicBezTo>
                  <a:pt x="139" y="83"/>
                  <a:pt x="143" y="78"/>
                  <a:pt x="143" y="71"/>
                </a:cubicBezTo>
                <a:cubicBezTo>
                  <a:pt x="143" y="65"/>
                  <a:pt x="139" y="60"/>
                  <a:pt x="133"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43" name="TextBox 1442"/>
          <p:cNvSpPr txBox="1"/>
          <p:nvPr/>
        </p:nvSpPr>
        <p:spPr>
          <a:xfrm>
            <a:off x="880920" y="6149520"/>
            <a:ext cx="14742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Tutorial Request</a:t>
            </a:r>
            <a:endParaRPr lang="en-GB" sz="1500" b="0" u="none" strike="noStrike">
              <a:solidFill>
                <a:srgbClr val="000000"/>
              </a:solidFill>
              <a:effectLst/>
              <a:uFillTx/>
              <a:latin typeface="Times New Roman"/>
            </a:endParaRPr>
          </a:p>
        </p:txBody>
      </p:sp>
      <p:sp>
        <p:nvSpPr>
          <p:cNvPr id="1444" name="Freeform: Shape 1443"/>
          <p:cNvSpPr/>
          <p:nvPr/>
        </p:nvSpPr>
        <p:spPr>
          <a:xfrm>
            <a:off x="6927120" y="6166440"/>
            <a:ext cx="185400" cy="181800"/>
          </a:xfrm>
          <a:custGeom>
            <a:avLst/>
            <a:gdLst/>
            <a:ahLst/>
            <a:cxnLst/>
            <a:rect l="0" t="0" r="r" b="b"/>
            <a:pathLst>
              <a:path w="515" h="505">
                <a:moveTo>
                  <a:pt x="32" y="505"/>
                </a:moveTo>
                <a:cubicBezTo>
                  <a:pt x="5" y="505"/>
                  <a:pt x="-7" y="485"/>
                  <a:pt x="5" y="461"/>
                </a:cubicBezTo>
                <a:lnTo>
                  <a:pt x="236" y="18"/>
                </a:lnTo>
                <a:cubicBezTo>
                  <a:pt x="248" y="-6"/>
                  <a:pt x="268" y="-6"/>
                  <a:pt x="281" y="18"/>
                </a:cubicBezTo>
                <a:lnTo>
                  <a:pt x="510" y="461"/>
                </a:lnTo>
                <a:cubicBezTo>
                  <a:pt x="523" y="485"/>
                  <a:pt x="511" y="505"/>
                  <a:pt x="484" y="505"/>
                </a:cubicBezTo>
                <a:lnTo>
                  <a:pt x="32" y="505"/>
                </a:ln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45" name="Freeform: Shape 1444"/>
          <p:cNvSpPr/>
          <p:nvPr/>
        </p:nvSpPr>
        <p:spPr>
          <a:xfrm>
            <a:off x="7007040" y="6207840"/>
            <a:ext cx="25920" cy="120960"/>
          </a:xfrm>
          <a:custGeom>
            <a:avLst/>
            <a:gdLst/>
            <a:ahLst/>
            <a:cxnLst/>
            <a:rect l="0" t="0" r="r" b="b"/>
            <a:pathLst>
              <a:path w="72" h="336">
                <a:moveTo>
                  <a:pt x="0" y="301"/>
                </a:moveTo>
                <a:cubicBezTo>
                  <a:pt x="0" y="281"/>
                  <a:pt x="16" y="265"/>
                  <a:pt x="36" y="265"/>
                </a:cubicBezTo>
                <a:cubicBezTo>
                  <a:pt x="56" y="265"/>
                  <a:pt x="72" y="281"/>
                  <a:pt x="72" y="301"/>
                </a:cubicBezTo>
                <a:cubicBezTo>
                  <a:pt x="72" y="320"/>
                  <a:pt x="56" y="336"/>
                  <a:pt x="36" y="336"/>
                </a:cubicBezTo>
                <a:cubicBezTo>
                  <a:pt x="16" y="336"/>
                  <a:pt x="0" y="320"/>
                  <a:pt x="0" y="301"/>
                </a:cubicBezTo>
                <a:moveTo>
                  <a:pt x="2" y="32"/>
                </a:moveTo>
                <a:cubicBezTo>
                  <a:pt x="2" y="13"/>
                  <a:pt x="17" y="0"/>
                  <a:pt x="36" y="0"/>
                </a:cubicBezTo>
                <a:cubicBezTo>
                  <a:pt x="55" y="0"/>
                  <a:pt x="69" y="13"/>
                  <a:pt x="69" y="32"/>
                </a:cubicBezTo>
                <a:lnTo>
                  <a:pt x="69" y="207"/>
                </a:lnTo>
                <a:cubicBezTo>
                  <a:pt x="69" y="226"/>
                  <a:pt x="55" y="238"/>
                  <a:pt x="36" y="238"/>
                </a:cubicBezTo>
                <a:cubicBezTo>
                  <a:pt x="17" y="238"/>
                  <a:pt x="2" y="226"/>
                  <a:pt x="2" y="207"/>
                </a:cubicBezTo>
                <a:lnTo>
                  <a:pt x="2" y="32"/>
                </a:lnTo>
                <a:close/>
              </a:path>
            </a:pathLst>
          </a:custGeom>
          <a:solidFill>
            <a:srgbClr val="231F20"/>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446" name="TextBox 1445"/>
          <p:cNvSpPr txBox="1"/>
          <p:nvPr/>
        </p:nvSpPr>
        <p:spPr>
          <a:xfrm>
            <a:off x="4480920" y="614952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1447" name="TextBox 1446"/>
          <p:cNvSpPr txBox="1"/>
          <p:nvPr/>
        </p:nvSpPr>
        <p:spPr>
          <a:xfrm>
            <a:off x="7121880" y="6149520"/>
            <a:ext cx="353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TBI</a:t>
            </a:r>
            <a:endParaRPr lang="en-GB" sz="1500" b="0" u="none" strike="noStrike">
              <a:solidFill>
                <a:srgbClr val="000000"/>
              </a:solidFill>
              <a:effectLst/>
              <a:uFillTx/>
              <a:latin typeface="Times New Roman"/>
            </a:endParaRPr>
          </a:p>
        </p:txBody>
      </p:sp>
      <p:sp>
        <p:nvSpPr>
          <p:cNvPr id="1448" name="TextBox 1447"/>
          <p:cNvSpPr txBox="1"/>
          <p:nvPr/>
        </p:nvSpPr>
        <p:spPr>
          <a:xfrm>
            <a:off x="8542080" y="6149520"/>
            <a:ext cx="2493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Tutorial request submission</a:t>
            </a:r>
            <a:endParaRPr lang="en-GB" sz="1500" b="0" u="none" strike="noStrike">
              <a:solidFill>
                <a:srgbClr val="000000"/>
              </a:solidFill>
              <a:effectLst/>
              <a:uFillTx/>
              <a:latin typeface="Times New Roman"/>
            </a:endParaRPr>
          </a:p>
        </p:txBody>
      </p:sp>
      <p:sp>
        <p:nvSpPr>
          <p:cNvPr id="1449" name="TextBox 1448"/>
          <p:cNvSpPr txBox="1"/>
          <p:nvPr/>
        </p:nvSpPr>
        <p:spPr>
          <a:xfrm>
            <a:off x="11659680" y="6335280"/>
            <a:ext cx="24732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16</a:t>
            </a:r>
            <a:endParaRPr lang="en-GB" sz="1800" b="0" u="none" strike="noStrike">
              <a:solidFill>
                <a:srgbClr val="000000"/>
              </a:solidFill>
              <a:effectLst/>
              <a:uFillTx/>
              <a:latin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0" name="Freeform: Shape 144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51" name="Freeform: Shape 145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52" name="Freeform: Shape 145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53" name="Freeform: Shape 1452"/>
          <p:cNvSpPr/>
          <p:nvPr/>
        </p:nvSpPr>
        <p:spPr>
          <a:xfrm>
            <a:off x="752400" y="1295280"/>
            <a:ext cx="10696680" cy="4943880"/>
          </a:xfrm>
          <a:custGeom>
            <a:avLst/>
            <a:gdLst/>
            <a:ahLst/>
            <a:cxnLst/>
            <a:rect l="0" t="0" r="r" b="b"/>
            <a:pathLst>
              <a:path w="29713" h="13733">
                <a:moveTo>
                  <a:pt x="0" y="0"/>
                </a:moveTo>
                <a:lnTo>
                  <a:pt x="29713" y="0"/>
                </a:lnTo>
                <a:lnTo>
                  <a:pt x="29713" y="13733"/>
                </a:lnTo>
                <a:lnTo>
                  <a:pt x="0" y="13733"/>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54" name="Freeform: Shape 1453"/>
          <p:cNvSpPr/>
          <p:nvPr/>
        </p:nvSpPr>
        <p:spPr>
          <a:xfrm>
            <a:off x="752400" y="1295280"/>
            <a:ext cx="2733840" cy="438480"/>
          </a:xfrm>
          <a:custGeom>
            <a:avLst/>
            <a:gdLst/>
            <a:ahLst/>
            <a:cxnLst/>
            <a:rect l="0" t="0" r="r" b="b"/>
            <a:pathLst>
              <a:path w="7594" h="1218">
                <a:moveTo>
                  <a:pt x="0" y="0"/>
                </a:moveTo>
                <a:lnTo>
                  <a:pt x="7594" y="0"/>
                </a:lnTo>
                <a:lnTo>
                  <a:pt x="7594"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55" name="Freeform: Shape 1454"/>
          <p:cNvSpPr/>
          <p:nvPr/>
        </p:nvSpPr>
        <p:spPr>
          <a:xfrm>
            <a:off x="3485880" y="1295280"/>
            <a:ext cx="2334240" cy="438480"/>
          </a:xfrm>
          <a:custGeom>
            <a:avLst/>
            <a:gdLst/>
            <a:ahLst/>
            <a:cxnLst/>
            <a:rect l="0" t="0" r="r" b="b"/>
            <a:pathLst>
              <a:path w="6484" h="1218">
                <a:moveTo>
                  <a:pt x="0" y="0"/>
                </a:moveTo>
                <a:lnTo>
                  <a:pt x="6484" y="0"/>
                </a:lnTo>
                <a:lnTo>
                  <a:pt x="6484"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56" name="Freeform: Shape 1455"/>
          <p:cNvSpPr/>
          <p:nvPr/>
        </p:nvSpPr>
        <p:spPr>
          <a:xfrm>
            <a:off x="5819760" y="1295280"/>
            <a:ext cx="2409840" cy="438480"/>
          </a:xfrm>
          <a:custGeom>
            <a:avLst/>
            <a:gdLst/>
            <a:ahLst/>
            <a:cxnLst/>
            <a:rect l="0" t="0" r="r" b="b"/>
            <a:pathLst>
              <a:path w="6694" h="1218">
                <a:moveTo>
                  <a:pt x="0" y="0"/>
                </a:moveTo>
                <a:lnTo>
                  <a:pt x="6694" y="0"/>
                </a:lnTo>
                <a:lnTo>
                  <a:pt x="6694"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57" name="Freeform: Shape 1456"/>
          <p:cNvSpPr/>
          <p:nvPr/>
        </p:nvSpPr>
        <p:spPr>
          <a:xfrm>
            <a:off x="8229240" y="1295280"/>
            <a:ext cx="3210480" cy="438480"/>
          </a:xfrm>
          <a:custGeom>
            <a:avLst/>
            <a:gdLst/>
            <a:ahLst/>
            <a:cxnLst/>
            <a:rect l="0" t="0" r="r" b="b"/>
            <a:pathLst>
              <a:path w="8918" h="1218">
                <a:moveTo>
                  <a:pt x="0" y="0"/>
                </a:moveTo>
                <a:lnTo>
                  <a:pt x="8918" y="0"/>
                </a:lnTo>
                <a:lnTo>
                  <a:pt x="8918"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58" name="Freeform: Shape 1457"/>
          <p:cNvSpPr/>
          <p:nvPr/>
        </p:nvSpPr>
        <p:spPr>
          <a:xfrm>
            <a:off x="752400" y="1295280"/>
            <a:ext cx="2733840" cy="438480"/>
          </a:xfrm>
          <a:custGeom>
            <a:avLst/>
            <a:gdLst/>
            <a:ahLst/>
            <a:cxnLst/>
            <a:rect l="0" t="0" r="r" b="b"/>
            <a:pathLst>
              <a:path w="7594" h="1218">
                <a:moveTo>
                  <a:pt x="0" y="0"/>
                </a:moveTo>
                <a:lnTo>
                  <a:pt x="7594" y="0"/>
                </a:lnTo>
                <a:lnTo>
                  <a:pt x="759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59" name="Freeform: Shape 1458"/>
          <p:cNvSpPr/>
          <p:nvPr/>
        </p:nvSpPr>
        <p:spPr>
          <a:xfrm>
            <a:off x="3485880" y="1295280"/>
            <a:ext cx="2334240" cy="438480"/>
          </a:xfrm>
          <a:custGeom>
            <a:avLst/>
            <a:gdLst/>
            <a:ahLst/>
            <a:cxnLst/>
            <a:rect l="0" t="0" r="r" b="b"/>
            <a:pathLst>
              <a:path w="6484" h="1218">
                <a:moveTo>
                  <a:pt x="0" y="0"/>
                </a:moveTo>
                <a:lnTo>
                  <a:pt x="6484" y="0"/>
                </a:lnTo>
                <a:lnTo>
                  <a:pt x="648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60" name="Freeform: Shape 1459"/>
          <p:cNvSpPr/>
          <p:nvPr/>
        </p:nvSpPr>
        <p:spPr>
          <a:xfrm>
            <a:off x="5819760" y="1295280"/>
            <a:ext cx="2409840" cy="438480"/>
          </a:xfrm>
          <a:custGeom>
            <a:avLst/>
            <a:gdLst/>
            <a:ahLst/>
            <a:cxnLst/>
            <a:rect l="0" t="0" r="r" b="b"/>
            <a:pathLst>
              <a:path w="6694" h="1218">
                <a:moveTo>
                  <a:pt x="0" y="0"/>
                </a:moveTo>
                <a:lnTo>
                  <a:pt x="6694" y="0"/>
                </a:lnTo>
                <a:lnTo>
                  <a:pt x="669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61" name="Freeform: Shape 1460"/>
          <p:cNvSpPr/>
          <p:nvPr/>
        </p:nvSpPr>
        <p:spPr>
          <a:xfrm>
            <a:off x="8229240" y="1295280"/>
            <a:ext cx="3210480" cy="438480"/>
          </a:xfrm>
          <a:custGeom>
            <a:avLst/>
            <a:gdLst/>
            <a:ahLst/>
            <a:cxnLst/>
            <a:rect l="0" t="0" r="r" b="b"/>
            <a:pathLst>
              <a:path w="8918" h="1218">
                <a:moveTo>
                  <a:pt x="0" y="0"/>
                </a:moveTo>
                <a:lnTo>
                  <a:pt x="8918" y="0"/>
                </a:lnTo>
                <a:lnTo>
                  <a:pt x="8918"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62" name="Freeform: Shape 1461"/>
          <p:cNvSpPr/>
          <p:nvPr/>
        </p:nvSpPr>
        <p:spPr>
          <a:xfrm>
            <a:off x="752400" y="1733400"/>
            <a:ext cx="2733840" cy="733680"/>
          </a:xfrm>
          <a:custGeom>
            <a:avLst/>
            <a:gdLst/>
            <a:ahLst/>
            <a:cxnLst/>
            <a:rect l="0" t="0" r="r" b="b"/>
            <a:pathLst>
              <a:path w="7594" h="2038">
                <a:moveTo>
                  <a:pt x="0" y="0"/>
                </a:moveTo>
                <a:lnTo>
                  <a:pt x="7594" y="0"/>
                </a:lnTo>
                <a:lnTo>
                  <a:pt x="7594"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63" name="Freeform: Shape 1462"/>
          <p:cNvSpPr/>
          <p:nvPr/>
        </p:nvSpPr>
        <p:spPr>
          <a:xfrm>
            <a:off x="3485880" y="1733400"/>
            <a:ext cx="2334240" cy="733680"/>
          </a:xfrm>
          <a:custGeom>
            <a:avLst/>
            <a:gdLst/>
            <a:ahLst/>
            <a:cxnLst/>
            <a:rect l="0" t="0" r="r" b="b"/>
            <a:pathLst>
              <a:path w="6484" h="2038">
                <a:moveTo>
                  <a:pt x="0" y="0"/>
                </a:moveTo>
                <a:lnTo>
                  <a:pt x="6484" y="0"/>
                </a:lnTo>
                <a:lnTo>
                  <a:pt x="6484"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64" name="Freeform: Shape 1463"/>
          <p:cNvSpPr/>
          <p:nvPr/>
        </p:nvSpPr>
        <p:spPr>
          <a:xfrm>
            <a:off x="5819760" y="1733400"/>
            <a:ext cx="2409840" cy="733680"/>
          </a:xfrm>
          <a:custGeom>
            <a:avLst/>
            <a:gdLst/>
            <a:ahLst/>
            <a:cxnLst/>
            <a:rect l="0" t="0" r="r" b="b"/>
            <a:pathLst>
              <a:path w="6694" h="2038">
                <a:moveTo>
                  <a:pt x="0" y="0"/>
                </a:moveTo>
                <a:lnTo>
                  <a:pt x="6694" y="0"/>
                </a:lnTo>
                <a:lnTo>
                  <a:pt x="6694"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65" name="Freeform: Shape 1464"/>
          <p:cNvSpPr/>
          <p:nvPr/>
        </p:nvSpPr>
        <p:spPr>
          <a:xfrm>
            <a:off x="8229240" y="1733400"/>
            <a:ext cx="3210480" cy="733680"/>
          </a:xfrm>
          <a:custGeom>
            <a:avLst/>
            <a:gdLst/>
            <a:ahLst/>
            <a:cxnLst/>
            <a:rect l="0" t="0" r="r" b="b"/>
            <a:pathLst>
              <a:path w="8918" h="2038">
                <a:moveTo>
                  <a:pt x="0" y="0"/>
                </a:moveTo>
                <a:lnTo>
                  <a:pt x="8918" y="0"/>
                </a:lnTo>
                <a:lnTo>
                  <a:pt x="8918"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66" name="Freeform: Shape 1465"/>
          <p:cNvSpPr/>
          <p:nvPr/>
        </p:nvSpPr>
        <p:spPr>
          <a:xfrm>
            <a:off x="752400" y="1733400"/>
            <a:ext cx="2733840" cy="733680"/>
          </a:xfrm>
          <a:custGeom>
            <a:avLst/>
            <a:gdLst/>
            <a:ahLst/>
            <a:cxnLst/>
            <a:rect l="0" t="0" r="r" b="b"/>
            <a:pathLst>
              <a:path w="7594" h="2038">
                <a:moveTo>
                  <a:pt x="0" y="0"/>
                </a:moveTo>
                <a:lnTo>
                  <a:pt x="7594" y="0"/>
                </a:lnTo>
                <a:lnTo>
                  <a:pt x="7594"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67" name="Freeform: Shape 1466"/>
          <p:cNvSpPr/>
          <p:nvPr/>
        </p:nvSpPr>
        <p:spPr>
          <a:xfrm>
            <a:off x="3485880" y="1733400"/>
            <a:ext cx="2334240" cy="733680"/>
          </a:xfrm>
          <a:custGeom>
            <a:avLst/>
            <a:gdLst/>
            <a:ahLst/>
            <a:cxnLst/>
            <a:rect l="0" t="0" r="r" b="b"/>
            <a:pathLst>
              <a:path w="6484" h="2038">
                <a:moveTo>
                  <a:pt x="0" y="0"/>
                </a:moveTo>
                <a:lnTo>
                  <a:pt x="6484" y="0"/>
                </a:lnTo>
                <a:lnTo>
                  <a:pt x="6484"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68" name="Freeform: Shape 1467"/>
          <p:cNvSpPr/>
          <p:nvPr/>
        </p:nvSpPr>
        <p:spPr>
          <a:xfrm>
            <a:off x="5819760" y="1733400"/>
            <a:ext cx="2409840" cy="733680"/>
          </a:xfrm>
          <a:custGeom>
            <a:avLst/>
            <a:gdLst/>
            <a:ahLst/>
            <a:cxnLst/>
            <a:rect l="0" t="0" r="r" b="b"/>
            <a:pathLst>
              <a:path w="6694" h="2038">
                <a:moveTo>
                  <a:pt x="0" y="0"/>
                </a:moveTo>
                <a:lnTo>
                  <a:pt x="6694" y="0"/>
                </a:lnTo>
                <a:lnTo>
                  <a:pt x="6694"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69" name="Freeform: Shape 1468"/>
          <p:cNvSpPr/>
          <p:nvPr/>
        </p:nvSpPr>
        <p:spPr>
          <a:xfrm>
            <a:off x="8229240" y="1733400"/>
            <a:ext cx="3210480" cy="733680"/>
          </a:xfrm>
          <a:custGeom>
            <a:avLst/>
            <a:gdLst/>
            <a:ahLst/>
            <a:cxnLst/>
            <a:rect l="0" t="0" r="r" b="b"/>
            <a:pathLst>
              <a:path w="8918" h="2038">
                <a:moveTo>
                  <a:pt x="0" y="0"/>
                </a:moveTo>
                <a:lnTo>
                  <a:pt x="8918" y="0"/>
                </a:lnTo>
                <a:lnTo>
                  <a:pt x="8918"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70" name="Freeform: Shape 1469"/>
          <p:cNvSpPr/>
          <p:nvPr/>
        </p:nvSpPr>
        <p:spPr>
          <a:xfrm>
            <a:off x="752400" y="2466720"/>
            <a:ext cx="2733840" cy="438480"/>
          </a:xfrm>
          <a:custGeom>
            <a:avLst/>
            <a:gdLst/>
            <a:ahLst/>
            <a:cxnLst/>
            <a:rect l="0" t="0" r="r" b="b"/>
            <a:pathLst>
              <a:path w="7594" h="1218">
                <a:moveTo>
                  <a:pt x="0" y="0"/>
                </a:moveTo>
                <a:lnTo>
                  <a:pt x="7594" y="0"/>
                </a:lnTo>
                <a:lnTo>
                  <a:pt x="7594"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71" name="Freeform: Shape 1470"/>
          <p:cNvSpPr/>
          <p:nvPr/>
        </p:nvSpPr>
        <p:spPr>
          <a:xfrm>
            <a:off x="3485880" y="2466720"/>
            <a:ext cx="2334240" cy="438480"/>
          </a:xfrm>
          <a:custGeom>
            <a:avLst/>
            <a:gdLst/>
            <a:ahLst/>
            <a:cxnLst/>
            <a:rect l="0" t="0" r="r" b="b"/>
            <a:pathLst>
              <a:path w="6484" h="1218">
                <a:moveTo>
                  <a:pt x="0" y="0"/>
                </a:moveTo>
                <a:lnTo>
                  <a:pt x="6484" y="0"/>
                </a:lnTo>
                <a:lnTo>
                  <a:pt x="6484"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72" name="Freeform: Shape 1471"/>
          <p:cNvSpPr/>
          <p:nvPr/>
        </p:nvSpPr>
        <p:spPr>
          <a:xfrm>
            <a:off x="5819760" y="2466720"/>
            <a:ext cx="2409840" cy="438480"/>
          </a:xfrm>
          <a:custGeom>
            <a:avLst/>
            <a:gdLst/>
            <a:ahLst/>
            <a:cxnLst/>
            <a:rect l="0" t="0" r="r" b="b"/>
            <a:pathLst>
              <a:path w="6694" h="1218">
                <a:moveTo>
                  <a:pt x="0" y="0"/>
                </a:moveTo>
                <a:lnTo>
                  <a:pt x="6694" y="0"/>
                </a:lnTo>
                <a:lnTo>
                  <a:pt x="6694"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73" name="Freeform: Shape 1472"/>
          <p:cNvSpPr/>
          <p:nvPr/>
        </p:nvSpPr>
        <p:spPr>
          <a:xfrm>
            <a:off x="8229240" y="2466720"/>
            <a:ext cx="3210480" cy="438480"/>
          </a:xfrm>
          <a:custGeom>
            <a:avLst/>
            <a:gdLst/>
            <a:ahLst/>
            <a:cxnLst/>
            <a:rect l="0" t="0" r="r" b="b"/>
            <a:pathLst>
              <a:path w="8918" h="1218">
                <a:moveTo>
                  <a:pt x="0" y="0"/>
                </a:moveTo>
                <a:lnTo>
                  <a:pt x="8918" y="0"/>
                </a:lnTo>
                <a:lnTo>
                  <a:pt x="8918"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74" name="Freeform: Shape 1473"/>
          <p:cNvSpPr/>
          <p:nvPr/>
        </p:nvSpPr>
        <p:spPr>
          <a:xfrm>
            <a:off x="752400" y="2466720"/>
            <a:ext cx="2733840" cy="438480"/>
          </a:xfrm>
          <a:custGeom>
            <a:avLst/>
            <a:gdLst/>
            <a:ahLst/>
            <a:cxnLst/>
            <a:rect l="0" t="0" r="r" b="b"/>
            <a:pathLst>
              <a:path w="7594" h="1218">
                <a:moveTo>
                  <a:pt x="0" y="0"/>
                </a:moveTo>
                <a:lnTo>
                  <a:pt x="7594" y="0"/>
                </a:lnTo>
                <a:lnTo>
                  <a:pt x="759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75" name="Freeform: Shape 1474"/>
          <p:cNvSpPr/>
          <p:nvPr/>
        </p:nvSpPr>
        <p:spPr>
          <a:xfrm>
            <a:off x="3485880" y="2466720"/>
            <a:ext cx="2334240" cy="438480"/>
          </a:xfrm>
          <a:custGeom>
            <a:avLst/>
            <a:gdLst/>
            <a:ahLst/>
            <a:cxnLst/>
            <a:rect l="0" t="0" r="r" b="b"/>
            <a:pathLst>
              <a:path w="6484" h="1218">
                <a:moveTo>
                  <a:pt x="0" y="0"/>
                </a:moveTo>
                <a:lnTo>
                  <a:pt x="6484" y="0"/>
                </a:lnTo>
                <a:lnTo>
                  <a:pt x="648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76" name="Freeform: Shape 1475"/>
          <p:cNvSpPr/>
          <p:nvPr/>
        </p:nvSpPr>
        <p:spPr>
          <a:xfrm>
            <a:off x="5819760" y="2466720"/>
            <a:ext cx="2409840" cy="438480"/>
          </a:xfrm>
          <a:custGeom>
            <a:avLst/>
            <a:gdLst/>
            <a:ahLst/>
            <a:cxnLst/>
            <a:rect l="0" t="0" r="r" b="b"/>
            <a:pathLst>
              <a:path w="6694" h="1218">
                <a:moveTo>
                  <a:pt x="0" y="0"/>
                </a:moveTo>
                <a:lnTo>
                  <a:pt x="6694" y="0"/>
                </a:lnTo>
                <a:lnTo>
                  <a:pt x="669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77" name="Freeform: Shape 1476"/>
          <p:cNvSpPr/>
          <p:nvPr/>
        </p:nvSpPr>
        <p:spPr>
          <a:xfrm>
            <a:off x="8229240" y="2466720"/>
            <a:ext cx="3210480" cy="438480"/>
          </a:xfrm>
          <a:custGeom>
            <a:avLst/>
            <a:gdLst/>
            <a:ahLst/>
            <a:cxnLst/>
            <a:rect l="0" t="0" r="r" b="b"/>
            <a:pathLst>
              <a:path w="8918" h="1218">
                <a:moveTo>
                  <a:pt x="0" y="0"/>
                </a:moveTo>
                <a:lnTo>
                  <a:pt x="8918" y="0"/>
                </a:lnTo>
                <a:lnTo>
                  <a:pt x="8918"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78" name="Freeform: Shape 1477"/>
          <p:cNvSpPr/>
          <p:nvPr/>
        </p:nvSpPr>
        <p:spPr>
          <a:xfrm>
            <a:off x="752400" y="2904840"/>
            <a:ext cx="2733840" cy="429120"/>
          </a:xfrm>
          <a:custGeom>
            <a:avLst/>
            <a:gdLst/>
            <a:ahLst/>
            <a:cxnLst/>
            <a:rect l="0" t="0" r="r" b="b"/>
            <a:pathLst>
              <a:path w="7594" h="1192">
                <a:moveTo>
                  <a:pt x="0" y="0"/>
                </a:moveTo>
                <a:lnTo>
                  <a:pt x="7594" y="0"/>
                </a:lnTo>
                <a:lnTo>
                  <a:pt x="7594"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79" name="Freeform: Shape 1478"/>
          <p:cNvSpPr/>
          <p:nvPr/>
        </p:nvSpPr>
        <p:spPr>
          <a:xfrm>
            <a:off x="3485880" y="2904840"/>
            <a:ext cx="2334240" cy="429120"/>
          </a:xfrm>
          <a:custGeom>
            <a:avLst/>
            <a:gdLst/>
            <a:ahLst/>
            <a:cxnLst/>
            <a:rect l="0" t="0" r="r" b="b"/>
            <a:pathLst>
              <a:path w="6484" h="1192">
                <a:moveTo>
                  <a:pt x="0" y="0"/>
                </a:moveTo>
                <a:lnTo>
                  <a:pt x="6484" y="0"/>
                </a:lnTo>
                <a:lnTo>
                  <a:pt x="6484"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80" name="Freeform: Shape 1479"/>
          <p:cNvSpPr/>
          <p:nvPr/>
        </p:nvSpPr>
        <p:spPr>
          <a:xfrm>
            <a:off x="5819760" y="2904840"/>
            <a:ext cx="2409840" cy="429120"/>
          </a:xfrm>
          <a:custGeom>
            <a:avLst/>
            <a:gdLst/>
            <a:ahLst/>
            <a:cxnLst/>
            <a:rect l="0" t="0" r="r" b="b"/>
            <a:pathLst>
              <a:path w="6694" h="1192">
                <a:moveTo>
                  <a:pt x="0" y="0"/>
                </a:moveTo>
                <a:lnTo>
                  <a:pt x="6694" y="0"/>
                </a:lnTo>
                <a:lnTo>
                  <a:pt x="6694"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81" name="Freeform: Shape 1480"/>
          <p:cNvSpPr/>
          <p:nvPr/>
        </p:nvSpPr>
        <p:spPr>
          <a:xfrm>
            <a:off x="8229240" y="2904840"/>
            <a:ext cx="3210480" cy="429120"/>
          </a:xfrm>
          <a:custGeom>
            <a:avLst/>
            <a:gdLst/>
            <a:ahLst/>
            <a:cxnLst/>
            <a:rect l="0" t="0" r="r" b="b"/>
            <a:pathLst>
              <a:path w="8918" h="1192">
                <a:moveTo>
                  <a:pt x="0" y="0"/>
                </a:moveTo>
                <a:lnTo>
                  <a:pt x="8918" y="0"/>
                </a:lnTo>
                <a:lnTo>
                  <a:pt x="8918"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82" name="Freeform: Shape 1481"/>
          <p:cNvSpPr/>
          <p:nvPr/>
        </p:nvSpPr>
        <p:spPr>
          <a:xfrm>
            <a:off x="752400" y="2904840"/>
            <a:ext cx="2733840" cy="429120"/>
          </a:xfrm>
          <a:custGeom>
            <a:avLst/>
            <a:gdLst/>
            <a:ahLst/>
            <a:cxnLst/>
            <a:rect l="0" t="0" r="r" b="b"/>
            <a:pathLst>
              <a:path w="7594" h="1192">
                <a:moveTo>
                  <a:pt x="0" y="0"/>
                </a:moveTo>
                <a:lnTo>
                  <a:pt x="7594" y="0"/>
                </a:lnTo>
                <a:lnTo>
                  <a:pt x="759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83" name="Freeform: Shape 1482"/>
          <p:cNvSpPr/>
          <p:nvPr/>
        </p:nvSpPr>
        <p:spPr>
          <a:xfrm>
            <a:off x="3485880" y="2904840"/>
            <a:ext cx="2334240" cy="429120"/>
          </a:xfrm>
          <a:custGeom>
            <a:avLst/>
            <a:gdLst/>
            <a:ahLst/>
            <a:cxnLst/>
            <a:rect l="0" t="0" r="r" b="b"/>
            <a:pathLst>
              <a:path w="6484" h="1192">
                <a:moveTo>
                  <a:pt x="0" y="0"/>
                </a:moveTo>
                <a:lnTo>
                  <a:pt x="6484" y="0"/>
                </a:lnTo>
                <a:lnTo>
                  <a:pt x="648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84" name="Freeform: Shape 1483"/>
          <p:cNvSpPr/>
          <p:nvPr/>
        </p:nvSpPr>
        <p:spPr>
          <a:xfrm>
            <a:off x="5819760" y="2904840"/>
            <a:ext cx="2409840" cy="429120"/>
          </a:xfrm>
          <a:custGeom>
            <a:avLst/>
            <a:gdLst/>
            <a:ahLst/>
            <a:cxnLst/>
            <a:rect l="0" t="0" r="r" b="b"/>
            <a:pathLst>
              <a:path w="6694" h="1192">
                <a:moveTo>
                  <a:pt x="0" y="0"/>
                </a:moveTo>
                <a:lnTo>
                  <a:pt x="6694" y="0"/>
                </a:lnTo>
                <a:lnTo>
                  <a:pt x="669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85" name="Freeform: Shape 1484"/>
          <p:cNvSpPr/>
          <p:nvPr/>
        </p:nvSpPr>
        <p:spPr>
          <a:xfrm>
            <a:off x="8229240" y="2904840"/>
            <a:ext cx="3210480" cy="429120"/>
          </a:xfrm>
          <a:custGeom>
            <a:avLst/>
            <a:gdLst/>
            <a:ahLst/>
            <a:cxnLst/>
            <a:rect l="0" t="0" r="r" b="b"/>
            <a:pathLst>
              <a:path w="8918" h="1192">
                <a:moveTo>
                  <a:pt x="0" y="0"/>
                </a:moveTo>
                <a:lnTo>
                  <a:pt x="8918" y="0"/>
                </a:lnTo>
                <a:lnTo>
                  <a:pt x="8918"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86" name="Freeform: Shape 1485"/>
          <p:cNvSpPr/>
          <p:nvPr/>
        </p:nvSpPr>
        <p:spPr>
          <a:xfrm>
            <a:off x="752400" y="3333600"/>
            <a:ext cx="2733840" cy="429120"/>
          </a:xfrm>
          <a:custGeom>
            <a:avLst/>
            <a:gdLst/>
            <a:ahLst/>
            <a:cxnLst/>
            <a:rect l="0" t="0" r="r" b="b"/>
            <a:pathLst>
              <a:path w="7594" h="1192">
                <a:moveTo>
                  <a:pt x="0" y="0"/>
                </a:moveTo>
                <a:lnTo>
                  <a:pt x="7594" y="0"/>
                </a:lnTo>
                <a:lnTo>
                  <a:pt x="7594"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87" name="Freeform: Shape 1486"/>
          <p:cNvSpPr/>
          <p:nvPr/>
        </p:nvSpPr>
        <p:spPr>
          <a:xfrm>
            <a:off x="3485880" y="3333600"/>
            <a:ext cx="2334240" cy="429120"/>
          </a:xfrm>
          <a:custGeom>
            <a:avLst/>
            <a:gdLst/>
            <a:ahLst/>
            <a:cxnLst/>
            <a:rect l="0" t="0" r="r" b="b"/>
            <a:pathLst>
              <a:path w="6484" h="1192">
                <a:moveTo>
                  <a:pt x="0" y="0"/>
                </a:moveTo>
                <a:lnTo>
                  <a:pt x="6484" y="0"/>
                </a:lnTo>
                <a:lnTo>
                  <a:pt x="6484"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88" name="Freeform: Shape 1487"/>
          <p:cNvSpPr/>
          <p:nvPr/>
        </p:nvSpPr>
        <p:spPr>
          <a:xfrm>
            <a:off x="5819760" y="3333600"/>
            <a:ext cx="2409840" cy="429120"/>
          </a:xfrm>
          <a:custGeom>
            <a:avLst/>
            <a:gdLst/>
            <a:ahLst/>
            <a:cxnLst/>
            <a:rect l="0" t="0" r="r" b="b"/>
            <a:pathLst>
              <a:path w="6694" h="1192">
                <a:moveTo>
                  <a:pt x="0" y="0"/>
                </a:moveTo>
                <a:lnTo>
                  <a:pt x="6694" y="0"/>
                </a:lnTo>
                <a:lnTo>
                  <a:pt x="6694"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89" name="Freeform: Shape 1488"/>
          <p:cNvSpPr/>
          <p:nvPr/>
        </p:nvSpPr>
        <p:spPr>
          <a:xfrm>
            <a:off x="8229240" y="3333600"/>
            <a:ext cx="3210480" cy="429120"/>
          </a:xfrm>
          <a:custGeom>
            <a:avLst/>
            <a:gdLst/>
            <a:ahLst/>
            <a:cxnLst/>
            <a:rect l="0" t="0" r="r" b="b"/>
            <a:pathLst>
              <a:path w="8918" h="1192">
                <a:moveTo>
                  <a:pt x="0" y="0"/>
                </a:moveTo>
                <a:lnTo>
                  <a:pt x="8918" y="0"/>
                </a:lnTo>
                <a:lnTo>
                  <a:pt x="8918"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90" name="Freeform: Shape 1489"/>
          <p:cNvSpPr/>
          <p:nvPr/>
        </p:nvSpPr>
        <p:spPr>
          <a:xfrm>
            <a:off x="752400" y="3333600"/>
            <a:ext cx="2733840" cy="429120"/>
          </a:xfrm>
          <a:custGeom>
            <a:avLst/>
            <a:gdLst/>
            <a:ahLst/>
            <a:cxnLst/>
            <a:rect l="0" t="0" r="r" b="b"/>
            <a:pathLst>
              <a:path w="7594" h="1192">
                <a:moveTo>
                  <a:pt x="0" y="0"/>
                </a:moveTo>
                <a:lnTo>
                  <a:pt x="7594" y="0"/>
                </a:lnTo>
                <a:lnTo>
                  <a:pt x="759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91" name="Freeform: Shape 1490"/>
          <p:cNvSpPr/>
          <p:nvPr/>
        </p:nvSpPr>
        <p:spPr>
          <a:xfrm>
            <a:off x="3485880" y="3333600"/>
            <a:ext cx="2334240" cy="429120"/>
          </a:xfrm>
          <a:custGeom>
            <a:avLst/>
            <a:gdLst/>
            <a:ahLst/>
            <a:cxnLst/>
            <a:rect l="0" t="0" r="r" b="b"/>
            <a:pathLst>
              <a:path w="6484" h="1192">
                <a:moveTo>
                  <a:pt x="0" y="0"/>
                </a:moveTo>
                <a:lnTo>
                  <a:pt x="6484" y="0"/>
                </a:lnTo>
                <a:lnTo>
                  <a:pt x="648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92" name="Freeform: Shape 1491"/>
          <p:cNvSpPr/>
          <p:nvPr/>
        </p:nvSpPr>
        <p:spPr>
          <a:xfrm>
            <a:off x="5819760" y="3333600"/>
            <a:ext cx="2409840" cy="429120"/>
          </a:xfrm>
          <a:custGeom>
            <a:avLst/>
            <a:gdLst/>
            <a:ahLst/>
            <a:cxnLst/>
            <a:rect l="0" t="0" r="r" b="b"/>
            <a:pathLst>
              <a:path w="6694" h="1192">
                <a:moveTo>
                  <a:pt x="0" y="0"/>
                </a:moveTo>
                <a:lnTo>
                  <a:pt x="6694" y="0"/>
                </a:lnTo>
                <a:lnTo>
                  <a:pt x="669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93" name="Freeform: Shape 1492"/>
          <p:cNvSpPr/>
          <p:nvPr/>
        </p:nvSpPr>
        <p:spPr>
          <a:xfrm>
            <a:off x="8229240" y="3333600"/>
            <a:ext cx="3210480" cy="429120"/>
          </a:xfrm>
          <a:custGeom>
            <a:avLst/>
            <a:gdLst/>
            <a:ahLst/>
            <a:cxnLst/>
            <a:rect l="0" t="0" r="r" b="b"/>
            <a:pathLst>
              <a:path w="8918" h="1192">
                <a:moveTo>
                  <a:pt x="0" y="0"/>
                </a:moveTo>
                <a:lnTo>
                  <a:pt x="8918" y="0"/>
                </a:lnTo>
                <a:lnTo>
                  <a:pt x="8918"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94" name="Freeform: Shape 1493"/>
          <p:cNvSpPr/>
          <p:nvPr/>
        </p:nvSpPr>
        <p:spPr>
          <a:xfrm>
            <a:off x="752400" y="3762360"/>
            <a:ext cx="2733840" cy="438480"/>
          </a:xfrm>
          <a:custGeom>
            <a:avLst/>
            <a:gdLst/>
            <a:ahLst/>
            <a:cxnLst/>
            <a:rect l="0" t="0" r="r" b="b"/>
            <a:pathLst>
              <a:path w="7594" h="1218">
                <a:moveTo>
                  <a:pt x="0" y="0"/>
                </a:moveTo>
                <a:lnTo>
                  <a:pt x="7594" y="0"/>
                </a:lnTo>
                <a:lnTo>
                  <a:pt x="7594"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95" name="Freeform: Shape 1494"/>
          <p:cNvSpPr/>
          <p:nvPr/>
        </p:nvSpPr>
        <p:spPr>
          <a:xfrm>
            <a:off x="3485880" y="3762360"/>
            <a:ext cx="2334240" cy="438480"/>
          </a:xfrm>
          <a:custGeom>
            <a:avLst/>
            <a:gdLst/>
            <a:ahLst/>
            <a:cxnLst/>
            <a:rect l="0" t="0" r="r" b="b"/>
            <a:pathLst>
              <a:path w="6484" h="1218">
                <a:moveTo>
                  <a:pt x="0" y="0"/>
                </a:moveTo>
                <a:lnTo>
                  <a:pt x="6484" y="0"/>
                </a:lnTo>
                <a:lnTo>
                  <a:pt x="6484"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96" name="Freeform: Shape 1495"/>
          <p:cNvSpPr/>
          <p:nvPr/>
        </p:nvSpPr>
        <p:spPr>
          <a:xfrm>
            <a:off x="5819760" y="3762360"/>
            <a:ext cx="2409840" cy="438480"/>
          </a:xfrm>
          <a:custGeom>
            <a:avLst/>
            <a:gdLst/>
            <a:ahLst/>
            <a:cxnLst/>
            <a:rect l="0" t="0" r="r" b="b"/>
            <a:pathLst>
              <a:path w="6694" h="1218">
                <a:moveTo>
                  <a:pt x="0" y="0"/>
                </a:moveTo>
                <a:lnTo>
                  <a:pt x="6694" y="0"/>
                </a:lnTo>
                <a:lnTo>
                  <a:pt x="6694"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97" name="Freeform: Shape 1496"/>
          <p:cNvSpPr/>
          <p:nvPr/>
        </p:nvSpPr>
        <p:spPr>
          <a:xfrm>
            <a:off x="8229240" y="3762360"/>
            <a:ext cx="3210480" cy="438480"/>
          </a:xfrm>
          <a:custGeom>
            <a:avLst/>
            <a:gdLst/>
            <a:ahLst/>
            <a:cxnLst/>
            <a:rect l="0" t="0" r="r" b="b"/>
            <a:pathLst>
              <a:path w="8918" h="1218">
                <a:moveTo>
                  <a:pt x="0" y="0"/>
                </a:moveTo>
                <a:lnTo>
                  <a:pt x="8918" y="0"/>
                </a:lnTo>
                <a:lnTo>
                  <a:pt x="8918"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98" name="Freeform: Shape 1497"/>
          <p:cNvSpPr/>
          <p:nvPr/>
        </p:nvSpPr>
        <p:spPr>
          <a:xfrm>
            <a:off x="752400" y="3762360"/>
            <a:ext cx="2733840" cy="438480"/>
          </a:xfrm>
          <a:custGeom>
            <a:avLst/>
            <a:gdLst/>
            <a:ahLst/>
            <a:cxnLst/>
            <a:rect l="0" t="0" r="r" b="b"/>
            <a:pathLst>
              <a:path w="7594" h="1218">
                <a:moveTo>
                  <a:pt x="0" y="0"/>
                </a:moveTo>
                <a:lnTo>
                  <a:pt x="7594" y="0"/>
                </a:lnTo>
                <a:lnTo>
                  <a:pt x="759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499" name="Freeform: Shape 1498"/>
          <p:cNvSpPr/>
          <p:nvPr/>
        </p:nvSpPr>
        <p:spPr>
          <a:xfrm>
            <a:off x="3485880" y="3762360"/>
            <a:ext cx="2334240" cy="438480"/>
          </a:xfrm>
          <a:custGeom>
            <a:avLst/>
            <a:gdLst/>
            <a:ahLst/>
            <a:cxnLst/>
            <a:rect l="0" t="0" r="r" b="b"/>
            <a:pathLst>
              <a:path w="6484" h="1218">
                <a:moveTo>
                  <a:pt x="0" y="0"/>
                </a:moveTo>
                <a:lnTo>
                  <a:pt x="6484" y="0"/>
                </a:lnTo>
                <a:lnTo>
                  <a:pt x="648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00" name="Freeform: Shape 1499"/>
          <p:cNvSpPr/>
          <p:nvPr/>
        </p:nvSpPr>
        <p:spPr>
          <a:xfrm>
            <a:off x="5819760" y="3762360"/>
            <a:ext cx="2409840" cy="438480"/>
          </a:xfrm>
          <a:custGeom>
            <a:avLst/>
            <a:gdLst/>
            <a:ahLst/>
            <a:cxnLst/>
            <a:rect l="0" t="0" r="r" b="b"/>
            <a:pathLst>
              <a:path w="6694" h="1218">
                <a:moveTo>
                  <a:pt x="0" y="0"/>
                </a:moveTo>
                <a:lnTo>
                  <a:pt x="6694" y="0"/>
                </a:lnTo>
                <a:lnTo>
                  <a:pt x="669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01" name="Freeform: Shape 1500"/>
          <p:cNvSpPr/>
          <p:nvPr/>
        </p:nvSpPr>
        <p:spPr>
          <a:xfrm>
            <a:off x="8229240" y="3762360"/>
            <a:ext cx="3210480" cy="438480"/>
          </a:xfrm>
          <a:custGeom>
            <a:avLst/>
            <a:gdLst/>
            <a:ahLst/>
            <a:cxnLst/>
            <a:rect l="0" t="0" r="r" b="b"/>
            <a:pathLst>
              <a:path w="8918" h="1218">
                <a:moveTo>
                  <a:pt x="0" y="0"/>
                </a:moveTo>
                <a:lnTo>
                  <a:pt x="8918" y="0"/>
                </a:lnTo>
                <a:lnTo>
                  <a:pt x="8918"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02" name="Freeform: Shape 1501"/>
          <p:cNvSpPr/>
          <p:nvPr/>
        </p:nvSpPr>
        <p:spPr>
          <a:xfrm>
            <a:off x="752400" y="4200480"/>
            <a:ext cx="2733840" cy="428760"/>
          </a:xfrm>
          <a:custGeom>
            <a:avLst/>
            <a:gdLst/>
            <a:ahLst/>
            <a:cxnLst/>
            <a:rect l="0" t="0" r="r" b="b"/>
            <a:pathLst>
              <a:path w="7594" h="1191">
                <a:moveTo>
                  <a:pt x="0" y="0"/>
                </a:moveTo>
                <a:lnTo>
                  <a:pt x="7594" y="0"/>
                </a:lnTo>
                <a:lnTo>
                  <a:pt x="7594"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03" name="Freeform: Shape 1502"/>
          <p:cNvSpPr/>
          <p:nvPr/>
        </p:nvSpPr>
        <p:spPr>
          <a:xfrm>
            <a:off x="3485880" y="4200480"/>
            <a:ext cx="2334240" cy="428760"/>
          </a:xfrm>
          <a:custGeom>
            <a:avLst/>
            <a:gdLst/>
            <a:ahLst/>
            <a:cxnLst/>
            <a:rect l="0" t="0" r="r" b="b"/>
            <a:pathLst>
              <a:path w="6484" h="1191">
                <a:moveTo>
                  <a:pt x="0" y="0"/>
                </a:moveTo>
                <a:lnTo>
                  <a:pt x="6484" y="0"/>
                </a:lnTo>
                <a:lnTo>
                  <a:pt x="6484"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04" name="Freeform: Shape 1503"/>
          <p:cNvSpPr/>
          <p:nvPr/>
        </p:nvSpPr>
        <p:spPr>
          <a:xfrm>
            <a:off x="5819760" y="4200480"/>
            <a:ext cx="2409840" cy="428760"/>
          </a:xfrm>
          <a:custGeom>
            <a:avLst/>
            <a:gdLst/>
            <a:ahLst/>
            <a:cxnLst/>
            <a:rect l="0" t="0" r="r" b="b"/>
            <a:pathLst>
              <a:path w="6694" h="1191">
                <a:moveTo>
                  <a:pt x="0" y="0"/>
                </a:moveTo>
                <a:lnTo>
                  <a:pt x="6694" y="0"/>
                </a:lnTo>
                <a:lnTo>
                  <a:pt x="6694"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05" name="Freeform: Shape 1504"/>
          <p:cNvSpPr/>
          <p:nvPr/>
        </p:nvSpPr>
        <p:spPr>
          <a:xfrm>
            <a:off x="8229240" y="4200480"/>
            <a:ext cx="3210480" cy="428760"/>
          </a:xfrm>
          <a:custGeom>
            <a:avLst/>
            <a:gdLst/>
            <a:ahLst/>
            <a:cxnLst/>
            <a:rect l="0" t="0" r="r" b="b"/>
            <a:pathLst>
              <a:path w="8918" h="1191">
                <a:moveTo>
                  <a:pt x="0" y="0"/>
                </a:moveTo>
                <a:lnTo>
                  <a:pt x="8918" y="0"/>
                </a:lnTo>
                <a:lnTo>
                  <a:pt x="8918"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06" name="Freeform: Shape 1505"/>
          <p:cNvSpPr/>
          <p:nvPr/>
        </p:nvSpPr>
        <p:spPr>
          <a:xfrm>
            <a:off x="752400" y="4200480"/>
            <a:ext cx="2733840" cy="428760"/>
          </a:xfrm>
          <a:custGeom>
            <a:avLst/>
            <a:gdLst/>
            <a:ahLst/>
            <a:cxnLst/>
            <a:rect l="0" t="0" r="r" b="b"/>
            <a:pathLst>
              <a:path w="7594" h="1191">
                <a:moveTo>
                  <a:pt x="0" y="0"/>
                </a:moveTo>
                <a:lnTo>
                  <a:pt x="7594" y="0"/>
                </a:lnTo>
                <a:lnTo>
                  <a:pt x="7594"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07" name="Freeform: Shape 1506"/>
          <p:cNvSpPr/>
          <p:nvPr/>
        </p:nvSpPr>
        <p:spPr>
          <a:xfrm>
            <a:off x="3485880" y="4200480"/>
            <a:ext cx="2334240" cy="428760"/>
          </a:xfrm>
          <a:custGeom>
            <a:avLst/>
            <a:gdLst/>
            <a:ahLst/>
            <a:cxnLst/>
            <a:rect l="0" t="0" r="r" b="b"/>
            <a:pathLst>
              <a:path w="6484" h="1191">
                <a:moveTo>
                  <a:pt x="0" y="0"/>
                </a:moveTo>
                <a:lnTo>
                  <a:pt x="6484" y="0"/>
                </a:lnTo>
                <a:lnTo>
                  <a:pt x="6484"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08" name="Freeform: Shape 1507"/>
          <p:cNvSpPr/>
          <p:nvPr/>
        </p:nvSpPr>
        <p:spPr>
          <a:xfrm>
            <a:off x="5819760" y="4200480"/>
            <a:ext cx="2409840" cy="428760"/>
          </a:xfrm>
          <a:custGeom>
            <a:avLst/>
            <a:gdLst/>
            <a:ahLst/>
            <a:cxnLst/>
            <a:rect l="0" t="0" r="r" b="b"/>
            <a:pathLst>
              <a:path w="6694" h="1191">
                <a:moveTo>
                  <a:pt x="0" y="0"/>
                </a:moveTo>
                <a:lnTo>
                  <a:pt x="6694" y="0"/>
                </a:lnTo>
                <a:lnTo>
                  <a:pt x="6694"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09" name="Freeform: Shape 1508"/>
          <p:cNvSpPr/>
          <p:nvPr/>
        </p:nvSpPr>
        <p:spPr>
          <a:xfrm>
            <a:off x="8229240" y="4200480"/>
            <a:ext cx="3210480" cy="428760"/>
          </a:xfrm>
          <a:custGeom>
            <a:avLst/>
            <a:gdLst/>
            <a:ahLst/>
            <a:cxnLst/>
            <a:rect l="0" t="0" r="r" b="b"/>
            <a:pathLst>
              <a:path w="8918" h="1191">
                <a:moveTo>
                  <a:pt x="0" y="0"/>
                </a:moveTo>
                <a:lnTo>
                  <a:pt x="8918" y="0"/>
                </a:lnTo>
                <a:lnTo>
                  <a:pt x="8918"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10" name="Freeform: Shape 1509"/>
          <p:cNvSpPr/>
          <p:nvPr/>
        </p:nvSpPr>
        <p:spPr>
          <a:xfrm>
            <a:off x="752400" y="4628880"/>
            <a:ext cx="2733840" cy="429120"/>
          </a:xfrm>
          <a:custGeom>
            <a:avLst/>
            <a:gdLst/>
            <a:ahLst/>
            <a:cxnLst/>
            <a:rect l="0" t="0" r="r" b="b"/>
            <a:pathLst>
              <a:path w="7594" h="1192">
                <a:moveTo>
                  <a:pt x="0" y="0"/>
                </a:moveTo>
                <a:lnTo>
                  <a:pt x="7594" y="0"/>
                </a:lnTo>
                <a:lnTo>
                  <a:pt x="7594"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11" name="Freeform: Shape 1510"/>
          <p:cNvSpPr/>
          <p:nvPr/>
        </p:nvSpPr>
        <p:spPr>
          <a:xfrm>
            <a:off x="3485880" y="4628880"/>
            <a:ext cx="2334240" cy="429120"/>
          </a:xfrm>
          <a:custGeom>
            <a:avLst/>
            <a:gdLst/>
            <a:ahLst/>
            <a:cxnLst/>
            <a:rect l="0" t="0" r="r" b="b"/>
            <a:pathLst>
              <a:path w="6484" h="1192">
                <a:moveTo>
                  <a:pt x="0" y="0"/>
                </a:moveTo>
                <a:lnTo>
                  <a:pt x="6484" y="0"/>
                </a:lnTo>
                <a:lnTo>
                  <a:pt x="6484"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12" name="Freeform: Shape 1511"/>
          <p:cNvSpPr/>
          <p:nvPr/>
        </p:nvSpPr>
        <p:spPr>
          <a:xfrm>
            <a:off x="5819760" y="4628880"/>
            <a:ext cx="2409840" cy="429120"/>
          </a:xfrm>
          <a:custGeom>
            <a:avLst/>
            <a:gdLst/>
            <a:ahLst/>
            <a:cxnLst/>
            <a:rect l="0" t="0" r="r" b="b"/>
            <a:pathLst>
              <a:path w="6694" h="1192">
                <a:moveTo>
                  <a:pt x="0" y="0"/>
                </a:moveTo>
                <a:lnTo>
                  <a:pt x="6694" y="0"/>
                </a:lnTo>
                <a:lnTo>
                  <a:pt x="6694"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13" name="Freeform: Shape 1512"/>
          <p:cNvSpPr/>
          <p:nvPr/>
        </p:nvSpPr>
        <p:spPr>
          <a:xfrm>
            <a:off x="8229240" y="4628880"/>
            <a:ext cx="3210480" cy="429120"/>
          </a:xfrm>
          <a:custGeom>
            <a:avLst/>
            <a:gdLst/>
            <a:ahLst/>
            <a:cxnLst/>
            <a:rect l="0" t="0" r="r" b="b"/>
            <a:pathLst>
              <a:path w="8918" h="1192">
                <a:moveTo>
                  <a:pt x="0" y="0"/>
                </a:moveTo>
                <a:lnTo>
                  <a:pt x="8918" y="0"/>
                </a:lnTo>
                <a:lnTo>
                  <a:pt x="8918"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14" name="Freeform: Shape 1513"/>
          <p:cNvSpPr/>
          <p:nvPr/>
        </p:nvSpPr>
        <p:spPr>
          <a:xfrm>
            <a:off x="752400" y="4628880"/>
            <a:ext cx="2733840" cy="429120"/>
          </a:xfrm>
          <a:custGeom>
            <a:avLst/>
            <a:gdLst/>
            <a:ahLst/>
            <a:cxnLst/>
            <a:rect l="0" t="0" r="r" b="b"/>
            <a:pathLst>
              <a:path w="7594" h="1192">
                <a:moveTo>
                  <a:pt x="0" y="0"/>
                </a:moveTo>
                <a:lnTo>
                  <a:pt x="7594" y="0"/>
                </a:lnTo>
                <a:lnTo>
                  <a:pt x="759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15" name="Freeform: Shape 1514"/>
          <p:cNvSpPr/>
          <p:nvPr/>
        </p:nvSpPr>
        <p:spPr>
          <a:xfrm>
            <a:off x="3485880" y="4628880"/>
            <a:ext cx="2334240" cy="429120"/>
          </a:xfrm>
          <a:custGeom>
            <a:avLst/>
            <a:gdLst/>
            <a:ahLst/>
            <a:cxnLst/>
            <a:rect l="0" t="0" r="r" b="b"/>
            <a:pathLst>
              <a:path w="6484" h="1192">
                <a:moveTo>
                  <a:pt x="0" y="0"/>
                </a:moveTo>
                <a:lnTo>
                  <a:pt x="6484" y="0"/>
                </a:lnTo>
                <a:lnTo>
                  <a:pt x="648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16" name="Freeform: Shape 1515"/>
          <p:cNvSpPr/>
          <p:nvPr/>
        </p:nvSpPr>
        <p:spPr>
          <a:xfrm>
            <a:off x="5819760" y="4628880"/>
            <a:ext cx="2409840" cy="429120"/>
          </a:xfrm>
          <a:custGeom>
            <a:avLst/>
            <a:gdLst/>
            <a:ahLst/>
            <a:cxnLst/>
            <a:rect l="0" t="0" r="r" b="b"/>
            <a:pathLst>
              <a:path w="6694" h="1192">
                <a:moveTo>
                  <a:pt x="0" y="0"/>
                </a:moveTo>
                <a:lnTo>
                  <a:pt x="6694" y="0"/>
                </a:lnTo>
                <a:lnTo>
                  <a:pt x="669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17" name="Freeform: Shape 1516"/>
          <p:cNvSpPr/>
          <p:nvPr/>
        </p:nvSpPr>
        <p:spPr>
          <a:xfrm>
            <a:off x="8229240" y="4628880"/>
            <a:ext cx="3210480" cy="429120"/>
          </a:xfrm>
          <a:custGeom>
            <a:avLst/>
            <a:gdLst/>
            <a:ahLst/>
            <a:cxnLst/>
            <a:rect l="0" t="0" r="r" b="b"/>
            <a:pathLst>
              <a:path w="8918" h="1192">
                <a:moveTo>
                  <a:pt x="0" y="0"/>
                </a:moveTo>
                <a:lnTo>
                  <a:pt x="8918" y="0"/>
                </a:lnTo>
                <a:lnTo>
                  <a:pt x="8918"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18" name="Freeform: Shape 1517"/>
          <p:cNvSpPr/>
          <p:nvPr/>
        </p:nvSpPr>
        <p:spPr>
          <a:xfrm>
            <a:off x="752400" y="5057640"/>
            <a:ext cx="2733840" cy="438480"/>
          </a:xfrm>
          <a:custGeom>
            <a:avLst/>
            <a:gdLst/>
            <a:ahLst/>
            <a:cxnLst/>
            <a:rect l="0" t="0" r="r" b="b"/>
            <a:pathLst>
              <a:path w="7594" h="1218">
                <a:moveTo>
                  <a:pt x="0" y="0"/>
                </a:moveTo>
                <a:lnTo>
                  <a:pt x="7594" y="0"/>
                </a:lnTo>
                <a:lnTo>
                  <a:pt x="7594"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19" name="Freeform: Shape 1518"/>
          <p:cNvSpPr/>
          <p:nvPr/>
        </p:nvSpPr>
        <p:spPr>
          <a:xfrm>
            <a:off x="3485880" y="5057640"/>
            <a:ext cx="2334240" cy="438480"/>
          </a:xfrm>
          <a:custGeom>
            <a:avLst/>
            <a:gdLst/>
            <a:ahLst/>
            <a:cxnLst/>
            <a:rect l="0" t="0" r="r" b="b"/>
            <a:pathLst>
              <a:path w="6484" h="1218">
                <a:moveTo>
                  <a:pt x="0" y="0"/>
                </a:moveTo>
                <a:lnTo>
                  <a:pt x="6484" y="0"/>
                </a:lnTo>
                <a:lnTo>
                  <a:pt x="6484"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20" name="Freeform: Shape 1519"/>
          <p:cNvSpPr/>
          <p:nvPr/>
        </p:nvSpPr>
        <p:spPr>
          <a:xfrm>
            <a:off x="5819760" y="5057640"/>
            <a:ext cx="2409840" cy="438480"/>
          </a:xfrm>
          <a:custGeom>
            <a:avLst/>
            <a:gdLst/>
            <a:ahLst/>
            <a:cxnLst/>
            <a:rect l="0" t="0" r="r" b="b"/>
            <a:pathLst>
              <a:path w="6694" h="1218">
                <a:moveTo>
                  <a:pt x="0" y="0"/>
                </a:moveTo>
                <a:lnTo>
                  <a:pt x="6694" y="0"/>
                </a:lnTo>
                <a:lnTo>
                  <a:pt x="6694"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21" name="Freeform: Shape 1520"/>
          <p:cNvSpPr/>
          <p:nvPr/>
        </p:nvSpPr>
        <p:spPr>
          <a:xfrm>
            <a:off x="8229240" y="5057640"/>
            <a:ext cx="3210480" cy="438480"/>
          </a:xfrm>
          <a:custGeom>
            <a:avLst/>
            <a:gdLst/>
            <a:ahLst/>
            <a:cxnLst/>
            <a:rect l="0" t="0" r="r" b="b"/>
            <a:pathLst>
              <a:path w="8918" h="1218">
                <a:moveTo>
                  <a:pt x="0" y="0"/>
                </a:moveTo>
                <a:lnTo>
                  <a:pt x="8918" y="0"/>
                </a:lnTo>
                <a:lnTo>
                  <a:pt x="8918"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22" name="Freeform: Shape 1521"/>
          <p:cNvSpPr/>
          <p:nvPr/>
        </p:nvSpPr>
        <p:spPr>
          <a:xfrm>
            <a:off x="752400" y="5057640"/>
            <a:ext cx="2733840" cy="438480"/>
          </a:xfrm>
          <a:custGeom>
            <a:avLst/>
            <a:gdLst/>
            <a:ahLst/>
            <a:cxnLst/>
            <a:rect l="0" t="0" r="r" b="b"/>
            <a:pathLst>
              <a:path w="7594" h="1218">
                <a:moveTo>
                  <a:pt x="0" y="0"/>
                </a:moveTo>
                <a:lnTo>
                  <a:pt x="7594" y="0"/>
                </a:lnTo>
                <a:lnTo>
                  <a:pt x="759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23" name="Freeform: Shape 1522"/>
          <p:cNvSpPr/>
          <p:nvPr/>
        </p:nvSpPr>
        <p:spPr>
          <a:xfrm>
            <a:off x="3485880" y="5057640"/>
            <a:ext cx="2334240" cy="438480"/>
          </a:xfrm>
          <a:custGeom>
            <a:avLst/>
            <a:gdLst/>
            <a:ahLst/>
            <a:cxnLst/>
            <a:rect l="0" t="0" r="r" b="b"/>
            <a:pathLst>
              <a:path w="6484" h="1218">
                <a:moveTo>
                  <a:pt x="0" y="0"/>
                </a:moveTo>
                <a:lnTo>
                  <a:pt x="6484" y="0"/>
                </a:lnTo>
                <a:lnTo>
                  <a:pt x="648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24" name="Freeform: Shape 1523"/>
          <p:cNvSpPr/>
          <p:nvPr/>
        </p:nvSpPr>
        <p:spPr>
          <a:xfrm>
            <a:off x="5819760" y="5057640"/>
            <a:ext cx="2409840" cy="438480"/>
          </a:xfrm>
          <a:custGeom>
            <a:avLst/>
            <a:gdLst/>
            <a:ahLst/>
            <a:cxnLst/>
            <a:rect l="0" t="0" r="r" b="b"/>
            <a:pathLst>
              <a:path w="6694" h="1218">
                <a:moveTo>
                  <a:pt x="0" y="0"/>
                </a:moveTo>
                <a:lnTo>
                  <a:pt x="6694" y="0"/>
                </a:lnTo>
                <a:lnTo>
                  <a:pt x="669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25" name="Freeform: Shape 1524"/>
          <p:cNvSpPr/>
          <p:nvPr/>
        </p:nvSpPr>
        <p:spPr>
          <a:xfrm>
            <a:off x="8229240" y="5057640"/>
            <a:ext cx="3210480" cy="438480"/>
          </a:xfrm>
          <a:custGeom>
            <a:avLst/>
            <a:gdLst/>
            <a:ahLst/>
            <a:cxnLst/>
            <a:rect l="0" t="0" r="r" b="b"/>
            <a:pathLst>
              <a:path w="8918" h="1218">
                <a:moveTo>
                  <a:pt x="0" y="0"/>
                </a:moveTo>
                <a:lnTo>
                  <a:pt x="8918" y="0"/>
                </a:lnTo>
                <a:lnTo>
                  <a:pt x="8918"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26" name="Freeform: Shape 1525"/>
          <p:cNvSpPr/>
          <p:nvPr/>
        </p:nvSpPr>
        <p:spPr>
          <a:xfrm>
            <a:off x="752400" y="5495760"/>
            <a:ext cx="2733840" cy="733680"/>
          </a:xfrm>
          <a:custGeom>
            <a:avLst/>
            <a:gdLst/>
            <a:ahLst/>
            <a:cxnLst/>
            <a:rect l="0" t="0" r="r" b="b"/>
            <a:pathLst>
              <a:path w="7594" h="2038">
                <a:moveTo>
                  <a:pt x="0" y="0"/>
                </a:moveTo>
                <a:lnTo>
                  <a:pt x="7594" y="0"/>
                </a:lnTo>
                <a:lnTo>
                  <a:pt x="7594"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27" name="Freeform: Shape 1526"/>
          <p:cNvSpPr/>
          <p:nvPr/>
        </p:nvSpPr>
        <p:spPr>
          <a:xfrm>
            <a:off x="3485880" y="5495760"/>
            <a:ext cx="2334240" cy="733680"/>
          </a:xfrm>
          <a:custGeom>
            <a:avLst/>
            <a:gdLst/>
            <a:ahLst/>
            <a:cxnLst/>
            <a:rect l="0" t="0" r="r" b="b"/>
            <a:pathLst>
              <a:path w="6484" h="2038">
                <a:moveTo>
                  <a:pt x="0" y="0"/>
                </a:moveTo>
                <a:lnTo>
                  <a:pt x="6484" y="0"/>
                </a:lnTo>
                <a:lnTo>
                  <a:pt x="6484"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28" name="Freeform: Shape 1527"/>
          <p:cNvSpPr/>
          <p:nvPr/>
        </p:nvSpPr>
        <p:spPr>
          <a:xfrm>
            <a:off x="5819760" y="5495760"/>
            <a:ext cx="2409840" cy="733680"/>
          </a:xfrm>
          <a:custGeom>
            <a:avLst/>
            <a:gdLst/>
            <a:ahLst/>
            <a:cxnLst/>
            <a:rect l="0" t="0" r="r" b="b"/>
            <a:pathLst>
              <a:path w="6694" h="2038">
                <a:moveTo>
                  <a:pt x="0" y="0"/>
                </a:moveTo>
                <a:lnTo>
                  <a:pt x="6694" y="0"/>
                </a:lnTo>
                <a:lnTo>
                  <a:pt x="6694"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29" name="Freeform: Shape 1528"/>
          <p:cNvSpPr/>
          <p:nvPr/>
        </p:nvSpPr>
        <p:spPr>
          <a:xfrm>
            <a:off x="8229240" y="5495760"/>
            <a:ext cx="3210480" cy="733680"/>
          </a:xfrm>
          <a:custGeom>
            <a:avLst/>
            <a:gdLst/>
            <a:ahLst/>
            <a:cxnLst/>
            <a:rect l="0" t="0" r="r" b="b"/>
            <a:pathLst>
              <a:path w="8918" h="2038">
                <a:moveTo>
                  <a:pt x="0" y="0"/>
                </a:moveTo>
                <a:lnTo>
                  <a:pt x="8918" y="0"/>
                </a:lnTo>
                <a:lnTo>
                  <a:pt x="8918"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30" name="Freeform: Shape 1529"/>
          <p:cNvSpPr/>
          <p:nvPr/>
        </p:nvSpPr>
        <p:spPr>
          <a:xfrm>
            <a:off x="752400" y="5495760"/>
            <a:ext cx="2733840" cy="733680"/>
          </a:xfrm>
          <a:custGeom>
            <a:avLst/>
            <a:gdLst/>
            <a:ahLst/>
            <a:cxnLst/>
            <a:rect l="0" t="0" r="r" b="b"/>
            <a:pathLst>
              <a:path w="7594" h="2038">
                <a:moveTo>
                  <a:pt x="0" y="0"/>
                </a:moveTo>
                <a:lnTo>
                  <a:pt x="7594" y="0"/>
                </a:lnTo>
                <a:lnTo>
                  <a:pt x="7594"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31" name="Freeform: Shape 1530"/>
          <p:cNvSpPr/>
          <p:nvPr/>
        </p:nvSpPr>
        <p:spPr>
          <a:xfrm>
            <a:off x="3485880" y="5495760"/>
            <a:ext cx="2334240" cy="733680"/>
          </a:xfrm>
          <a:custGeom>
            <a:avLst/>
            <a:gdLst/>
            <a:ahLst/>
            <a:cxnLst/>
            <a:rect l="0" t="0" r="r" b="b"/>
            <a:pathLst>
              <a:path w="6484" h="2038">
                <a:moveTo>
                  <a:pt x="0" y="0"/>
                </a:moveTo>
                <a:lnTo>
                  <a:pt x="6484" y="0"/>
                </a:lnTo>
                <a:lnTo>
                  <a:pt x="6484"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32" name="Freeform: Shape 1531"/>
          <p:cNvSpPr/>
          <p:nvPr/>
        </p:nvSpPr>
        <p:spPr>
          <a:xfrm>
            <a:off x="5819760" y="5495760"/>
            <a:ext cx="2409840" cy="733680"/>
          </a:xfrm>
          <a:custGeom>
            <a:avLst/>
            <a:gdLst/>
            <a:ahLst/>
            <a:cxnLst/>
            <a:rect l="0" t="0" r="r" b="b"/>
            <a:pathLst>
              <a:path w="6694" h="2038">
                <a:moveTo>
                  <a:pt x="0" y="0"/>
                </a:moveTo>
                <a:lnTo>
                  <a:pt x="6694" y="0"/>
                </a:lnTo>
                <a:lnTo>
                  <a:pt x="6694"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33" name="Freeform: Shape 1532"/>
          <p:cNvSpPr/>
          <p:nvPr/>
        </p:nvSpPr>
        <p:spPr>
          <a:xfrm>
            <a:off x="8229240" y="5495760"/>
            <a:ext cx="3210480" cy="733680"/>
          </a:xfrm>
          <a:custGeom>
            <a:avLst/>
            <a:gdLst/>
            <a:ahLst/>
            <a:cxnLst/>
            <a:rect l="0" t="0" r="r" b="b"/>
            <a:pathLst>
              <a:path w="8918" h="2038">
                <a:moveTo>
                  <a:pt x="0" y="0"/>
                </a:moveTo>
                <a:lnTo>
                  <a:pt x="8918" y="0"/>
                </a:lnTo>
                <a:lnTo>
                  <a:pt x="8918"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34" name="Freeform: Shape 1533"/>
          <p:cNvSpPr/>
          <p:nvPr/>
        </p:nvSpPr>
        <p:spPr>
          <a:xfrm>
            <a:off x="75240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35" name="Freeform: Shape 1534"/>
          <p:cNvSpPr/>
          <p:nvPr/>
        </p:nvSpPr>
        <p:spPr>
          <a:xfrm>
            <a:off x="752400" y="1295280"/>
            <a:ext cx="2733840" cy="9720"/>
          </a:xfrm>
          <a:custGeom>
            <a:avLst/>
            <a:gdLst/>
            <a:ahLst/>
            <a:cxnLst/>
            <a:rect l="0" t="0" r="r" b="b"/>
            <a:pathLst>
              <a:path w="7594" h="27">
                <a:moveTo>
                  <a:pt x="0" y="0"/>
                </a:moveTo>
                <a:lnTo>
                  <a:pt x="7594" y="0"/>
                </a:lnTo>
                <a:lnTo>
                  <a:pt x="7594"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36" name="Freeform: Shape 1535"/>
          <p:cNvSpPr/>
          <p:nvPr/>
        </p:nvSpPr>
        <p:spPr>
          <a:xfrm>
            <a:off x="347652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37" name="Freeform: Shape 1536"/>
          <p:cNvSpPr/>
          <p:nvPr/>
        </p:nvSpPr>
        <p:spPr>
          <a:xfrm>
            <a:off x="3485880" y="1295280"/>
            <a:ext cx="2343600" cy="9720"/>
          </a:xfrm>
          <a:custGeom>
            <a:avLst/>
            <a:gdLst/>
            <a:ahLst/>
            <a:cxnLst/>
            <a:rect l="0" t="0" r="r" b="b"/>
            <a:pathLst>
              <a:path w="6510" h="27">
                <a:moveTo>
                  <a:pt x="0" y="0"/>
                </a:moveTo>
                <a:lnTo>
                  <a:pt x="6510" y="0"/>
                </a:lnTo>
                <a:lnTo>
                  <a:pt x="6510"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38" name="Freeform: Shape 1537"/>
          <p:cNvSpPr/>
          <p:nvPr/>
        </p:nvSpPr>
        <p:spPr>
          <a:xfrm>
            <a:off x="581976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39" name="Freeform: Shape 1538"/>
          <p:cNvSpPr/>
          <p:nvPr/>
        </p:nvSpPr>
        <p:spPr>
          <a:xfrm>
            <a:off x="5829120" y="1295280"/>
            <a:ext cx="2400480" cy="9720"/>
          </a:xfrm>
          <a:custGeom>
            <a:avLst/>
            <a:gdLst/>
            <a:ahLst/>
            <a:cxnLst/>
            <a:rect l="0" t="0" r="r" b="b"/>
            <a:pathLst>
              <a:path w="6668" h="27">
                <a:moveTo>
                  <a:pt x="0" y="0"/>
                </a:moveTo>
                <a:lnTo>
                  <a:pt x="6668" y="0"/>
                </a:lnTo>
                <a:lnTo>
                  <a:pt x="666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40" name="Freeform: Shape 1539"/>
          <p:cNvSpPr/>
          <p:nvPr/>
        </p:nvSpPr>
        <p:spPr>
          <a:xfrm>
            <a:off x="821988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41" name="Freeform: Shape 1540"/>
          <p:cNvSpPr/>
          <p:nvPr/>
        </p:nvSpPr>
        <p:spPr>
          <a:xfrm>
            <a:off x="8229240" y="1295280"/>
            <a:ext cx="3219840" cy="9720"/>
          </a:xfrm>
          <a:custGeom>
            <a:avLst/>
            <a:gdLst/>
            <a:ahLst/>
            <a:cxnLst/>
            <a:rect l="0" t="0" r="r" b="b"/>
            <a:pathLst>
              <a:path w="8944" h="27">
                <a:moveTo>
                  <a:pt x="0" y="0"/>
                </a:moveTo>
                <a:lnTo>
                  <a:pt x="8944" y="0"/>
                </a:lnTo>
                <a:lnTo>
                  <a:pt x="8944"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42" name="Freeform: Shape 1541"/>
          <p:cNvSpPr/>
          <p:nvPr/>
        </p:nvSpPr>
        <p:spPr>
          <a:xfrm>
            <a:off x="1143936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43" name="Freeform: Shape 1542"/>
          <p:cNvSpPr/>
          <p:nvPr/>
        </p:nvSpPr>
        <p:spPr>
          <a:xfrm>
            <a:off x="752400" y="1723680"/>
            <a:ext cx="2733840" cy="10080"/>
          </a:xfrm>
          <a:custGeom>
            <a:avLst/>
            <a:gdLst/>
            <a:ahLst/>
            <a:cxnLst/>
            <a:rect l="0" t="0" r="r" b="b"/>
            <a:pathLst>
              <a:path w="7594" h="28">
                <a:moveTo>
                  <a:pt x="0" y="0"/>
                </a:moveTo>
                <a:lnTo>
                  <a:pt x="7594" y="0"/>
                </a:lnTo>
                <a:lnTo>
                  <a:pt x="759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44" name="Freeform: Shape 1543"/>
          <p:cNvSpPr/>
          <p:nvPr/>
        </p:nvSpPr>
        <p:spPr>
          <a:xfrm>
            <a:off x="3485880" y="1723680"/>
            <a:ext cx="2343600" cy="10080"/>
          </a:xfrm>
          <a:custGeom>
            <a:avLst/>
            <a:gdLst/>
            <a:ahLst/>
            <a:cxnLst/>
            <a:rect l="0" t="0" r="r" b="b"/>
            <a:pathLst>
              <a:path w="6510" h="28">
                <a:moveTo>
                  <a:pt x="0" y="0"/>
                </a:moveTo>
                <a:lnTo>
                  <a:pt x="6510" y="0"/>
                </a:lnTo>
                <a:lnTo>
                  <a:pt x="6510"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45" name="Freeform: Shape 1544"/>
          <p:cNvSpPr/>
          <p:nvPr/>
        </p:nvSpPr>
        <p:spPr>
          <a:xfrm>
            <a:off x="5829120" y="1723680"/>
            <a:ext cx="2400480" cy="10080"/>
          </a:xfrm>
          <a:custGeom>
            <a:avLst/>
            <a:gdLst/>
            <a:ahLst/>
            <a:cxnLst/>
            <a:rect l="0" t="0" r="r" b="b"/>
            <a:pathLst>
              <a:path w="6668" h="28">
                <a:moveTo>
                  <a:pt x="0" y="0"/>
                </a:moveTo>
                <a:lnTo>
                  <a:pt x="6668" y="0"/>
                </a:lnTo>
                <a:lnTo>
                  <a:pt x="666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46" name="Freeform: Shape 1545"/>
          <p:cNvSpPr/>
          <p:nvPr/>
        </p:nvSpPr>
        <p:spPr>
          <a:xfrm>
            <a:off x="8229240" y="1723680"/>
            <a:ext cx="3219840" cy="10080"/>
          </a:xfrm>
          <a:custGeom>
            <a:avLst/>
            <a:gdLst/>
            <a:ahLst/>
            <a:cxnLst/>
            <a:rect l="0" t="0" r="r" b="b"/>
            <a:pathLst>
              <a:path w="8944" h="28">
                <a:moveTo>
                  <a:pt x="0" y="0"/>
                </a:moveTo>
                <a:lnTo>
                  <a:pt x="8944" y="0"/>
                </a:lnTo>
                <a:lnTo>
                  <a:pt x="894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47" name="Freeform: Shape 1546"/>
          <p:cNvSpPr/>
          <p:nvPr/>
        </p:nvSpPr>
        <p:spPr>
          <a:xfrm>
            <a:off x="752400" y="17334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48" name="Freeform: Shape 1547"/>
          <p:cNvSpPr/>
          <p:nvPr/>
        </p:nvSpPr>
        <p:spPr>
          <a:xfrm>
            <a:off x="3476520" y="17334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49" name="Freeform: Shape 1548"/>
          <p:cNvSpPr/>
          <p:nvPr/>
        </p:nvSpPr>
        <p:spPr>
          <a:xfrm>
            <a:off x="5819760" y="17334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50" name="Freeform: Shape 1549"/>
          <p:cNvSpPr/>
          <p:nvPr/>
        </p:nvSpPr>
        <p:spPr>
          <a:xfrm>
            <a:off x="8219880" y="17334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51" name="Freeform: Shape 1550"/>
          <p:cNvSpPr/>
          <p:nvPr/>
        </p:nvSpPr>
        <p:spPr>
          <a:xfrm>
            <a:off x="11439360" y="17334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52" name="Freeform: Shape 1551"/>
          <p:cNvSpPr/>
          <p:nvPr/>
        </p:nvSpPr>
        <p:spPr>
          <a:xfrm>
            <a:off x="752400" y="24764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53" name="Freeform: Shape 1552"/>
          <p:cNvSpPr/>
          <p:nvPr/>
        </p:nvSpPr>
        <p:spPr>
          <a:xfrm>
            <a:off x="752400" y="2466720"/>
            <a:ext cx="2733840" cy="10080"/>
          </a:xfrm>
          <a:custGeom>
            <a:avLst/>
            <a:gdLst/>
            <a:ahLst/>
            <a:cxnLst/>
            <a:rect l="0" t="0" r="r" b="b"/>
            <a:pathLst>
              <a:path w="7594" h="28">
                <a:moveTo>
                  <a:pt x="0" y="0"/>
                </a:moveTo>
                <a:lnTo>
                  <a:pt x="7594" y="0"/>
                </a:lnTo>
                <a:lnTo>
                  <a:pt x="759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54" name="Freeform: Shape 1553"/>
          <p:cNvSpPr/>
          <p:nvPr/>
        </p:nvSpPr>
        <p:spPr>
          <a:xfrm>
            <a:off x="3476520" y="24764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55" name="Freeform: Shape 1554"/>
          <p:cNvSpPr/>
          <p:nvPr/>
        </p:nvSpPr>
        <p:spPr>
          <a:xfrm>
            <a:off x="3485880" y="2466720"/>
            <a:ext cx="2343600" cy="10080"/>
          </a:xfrm>
          <a:custGeom>
            <a:avLst/>
            <a:gdLst/>
            <a:ahLst/>
            <a:cxnLst/>
            <a:rect l="0" t="0" r="r" b="b"/>
            <a:pathLst>
              <a:path w="6510" h="28">
                <a:moveTo>
                  <a:pt x="0" y="0"/>
                </a:moveTo>
                <a:lnTo>
                  <a:pt x="6510" y="0"/>
                </a:lnTo>
                <a:lnTo>
                  <a:pt x="6510"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56" name="Freeform: Shape 1555"/>
          <p:cNvSpPr/>
          <p:nvPr/>
        </p:nvSpPr>
        <p:spPr>
          <a:xfrm>
            <a:off x="5819760" y="24764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57" name="Freeform: Shape 1556"/>
          <p:cNvSpPr/>
          <p:nvPr/>
        </p:nvSpPr>
        <p:spPr>
          <a:xfrm>
            <a:off x="5829120" y="2466720"/>
            <a:ext cx="2400480" cy="10080"/>
          </a:xfrm>
          <a:custGeom>
            <a:avLst/>
            <a:gdLst/>
            <a:ahLst/>
            <a:cxnLst/>
            <a:rect l="0" t="0" r="r" b="b"/>
            <a:pathLst>
              <a:path w="6668" h="28">
                <a:moveTo>
                  <a:pt x="0" y="0"/>
                </a:moveTo>
                <a:lnTo>
                  <a:pt x="6668" y="0"/>
                </a:lnTo>
                <a:lnTo>
                  <a:pt x="666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58" name="Freeform: Shape 1557"/>
          <p:cNvSpPr/>
          <p:nvPr/>
        </p:nvSpPr>
        <p:spPr>
          <a:xfrm>
            <a:off x="8219880" y="24764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59" name="Freeform: Shape 1558"/>
          <p:cNvSpPr/>
          <p:nvPr/>
        </p:nvSpPr>
        <p:spPr>
          <a:xfrm>
            <a:off x="8229240" y="2466720"/>
            <a:ext cx="3219840" cy="10080"/>
          </a:xfrm>
          <a:custGeom>
            <a:avLst/>
            <a:gdLst/>
            <a:ahLst/>
            <a:cxnLst/>
            <a:rect l="0" t="0" r="r" b="b"/>
            <a:pathLst>
              <a:path w="8944" h="28">
                <a:moveTo>
                  <a:pt x="0" y="0"/>
                </a:moveTo>
                <a:lnTo>
                  <a:pt x="8944" y="0"/>
                </a:lnTo>
                <a:lnTo>
                  <a:pt x="894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60" name="Freeform: Shape 1559"/>
          <p:cNvSpPr/>
          <p:nvPr/>
        </p:nvSpPr>
        <p:spPr>
          <a:xfrm>
            <a:off x="11439360" y="24764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61" name="Freeform: Shape 1560"/>
          <p:cNvSpPr/>
          <p:nvPr/>
        </p:nvSpPr>
        <p:spPr>
          <a:xfrm>
            <a:off x="752400" y="2904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62" name="Freeform: Shape 1561"/>
          <p:cNvSpPr/>
          <p:nvPr/>
        </p:nvSpPr>
        <p:spPr>
          <a:xfrm>
            <a:off x="752400" y="2895480"/>
            <a:ext cx="2733840" cy="9720"/>
          </a:xfrm>
          <a:custGeom>
            <a:avLst/>
            <a:gdLst/>
            <a:ahLst/>
            <a:cxnLst/>
            <a:rect l="0" t="0" r="r" b="b"/>
            <a:pathLst>
              <a:path w="7594" h="27">
                <a:moveTo>
                  <a:pt x="0" y="0"/>
                </a:moveTo>
                <a:lnTo>
                  <a:pt x="7594" y="0"/>
                </a:lnTo>
                <a:lnTo>
                  <a:pt x="7594"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63" name="Freeform: Shape 1562"/>
          <p:cNvSpPr/>
          <p:nvPr/>
        </p:nvSpPr>
        <p:spPr>
          <a:xfrm>
            <a:off x="3476520" y="2904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64" name="Freeform: Shape 1563"/>
          <p:cNvSpPr/>
          <p:nvPr/>
        </p:nvSpPr>
        <p:spPr>
          <a:xfrm>
            <a:off x="3485880" y="2895480"/>
            <a:ext cx="2343600" cy="9720"/>
          </a:xfrm>
          <a:custGeom>
            <a:avLst/>
            <a:gdLst/>
            <a:ahLst/>
            <a:cxnLst/>
            <a:rect l="0" t="0" r="r" b="b"/>
            <a:pathLst>
              <a:path w="6510" h="27">
                <a:moveTo>
                  <a:pt x="0" y="0"/>
                </a:moveTo>
                <a:lnTo>
                  <a:pt x="6510" y="0"/>
                </a:lnTo>
                <a:lnTo>
                  <a:pt x="6510"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65" name="Freeform: Shape 1564"/>
          <p:cNvSpPr/>
          <p:nvPr/>
        </p:nvSpPr>
        <p:spPr>
          <a:xfrm>
            <a:off x="5819760" y="2904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66" name="Freeform: Shape 1565"/>
          <p:cNvSpPr/>
          <p:nvPr/>
        </p:nvSpPr>
        <p:spPr>
          <a:xfrm>
            <a:off x="5829120" y="2895480"/>
            <a:ext cx="2400480" cy="9720"/>
          </a:xfrm>
          <a:custGeom>
            <a:avLst/>
            <a:gdLst/>
            <a:ahLst/>
            <a:cxnLst/>
            <a:rect l="0" t="0" r="r" b="b"/>
            <a:pathLst>
              <a:path w="6668" h="27">
                <a:moveTo>
                  <a:pt x="0" y="0"/>
                </a:moveTo>
                <a:lnTo>
                  <a:pt x="6668" y="0"/>
                </a:lnTo>
                <a:lnTo>
                  <a:pt x="666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67" name="Freeform: Shape 1566"/>
          <p:cNvSpPr/>
          <p:nvPr/>
        </p:nvSpPr>
        <p:spPr>
          <a:xfrm>
            <a:off x="8219880" y="2904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68" name="Freeform: Shape 1567"/>
          <p:cNvSpPr/>
          <p:nvPr/>
        </p:nvSpPr>
        <p:spPr>
          <a:xfrm>
            <a:off x="8229240" y="2895480"/>
            <a:ext cx="3219840" cy="9720"/>
          </a:xfrm>
          <a:custGeom>
            <a:avLst/>
            <a:gdLst/>
            <a:ahLst/>
            <a:cxnLst/>
            <a:rect l="0" t="0" r="r" b="b"/>
            <a:pathLst>
              <a:path w="8944" h="27">
                <a:moveTo>
                  <a:pt x="0" y="0"/>
                </a:moveTo>
                <a:lnTo>
                  <a:pt x="8944" y="0"/>
                </a:lnTo>
                <a:lnTo>
                  <a:pt x="8944"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69" name="Freeform: Shape 1568"/>
          <p:cNvSpPr/>
          <p:nvPr/>
        </p:nvSpPr>
        <p:spPr>
          <a:xfrm>
            <a:off x="11439360" y="2904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70" name="Freeform: Shape 1569"/>
          <p:cNvSpPr/>
          <p:nvPr/>
        </p:nvSpPr>
        <p:spPr>
          <a:xfrm>
            <a:off x="752400" y="3333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71" name="Freeform: Shape 1570"/>
          <p:cNvSpPr/>
          <p:nvPr/>
        </p:nvSpPr>
        <p:spPr>
          <a:xfrm>
            <a:off x="752400" y="3323880"/>
            <a:ext cx="2733840" cy="10080"/>
          </a:xfrm>
          <a:custGeom>
            <a:avLst/>
            <a:gdLst/>
            <a:ahLst/>
            <a:cxnLst/>
            <a:rect l="0" t="0" r="r" b="b"/>
            <a:pathLst>
              <a:path w="7594" h="28">
                <a:moveTo>
                  <a:pt x="0" y="0"/>
                </a:moveTo>
                <a:lnTo>
                  <a:pt x="7594" y="0"/>
                </a:lnTo>
                <a:lnTo>
                  <a:pt x="759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72" name="Freeform: Shape 1571"/>
          <p:cNvSpPr/>
          <p:nvPr/>
        </p:nvSpPr>
        <p:spPr>
          <a:xfrm>
            <a:off x="3476520" y="3333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73" name="Freeform: Shape 1572"/>
          <p:cNvSpPr/>
          <p:nvPr/>
        </p:nvSpPr>
        <p:spPr>
          <a:xfrm>
            <a:off x="3485880" y="3323880"/>
            <a:ext cx="2343600" cy="10080"/>
          </a:xfrm>
          <a:custGeom>
            <a:avLst/>
            <a:gdLst/>
            <a:ahLst/>
            <a:cxnLst/>
            <a:rect l="0" t="0" r="r" b="b"/>
            <a:pathLst>
              <a:path w="6510" h="28">
                <a:moveTo>
                  <a:pt x="0" y="0"/>
                </a:moveTo>
                <a:lnTo>
                  <a:pt x="6510" y="0"/>
                </a:lnTo>
                <a:lnTo>
                  <a:pt x="6510"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74" name="Freeform: Shape 1573"/>
          <p:cNvSpPr/>
          <p:nvPr/>
        </p:nvSpPr>
        <p:spPr>
          <a:xfrm>
            <a:off x="5819760" y="3333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75" name="Freeform: Shape 1574"/>
          <p:cNvSpPr/>
          <p:nvPr/>
        </p:nvSpPr>
        <p:spPr>
          <a:xfrm>
            <a:off x="5829120" y="3323880"/>
            <a:ext cx="2400480" cy="10080"/>
          </a:xfrm>
          <a:custGeom>
            <a:avLst/>
            <a:gdLst/>
            <a:ahLst/>
            <a:cxnLst/>
            <a:rect l="0" t="0" r="r" b="b"/>
            <a:pathLst>
              <a:path w="6668" h="28">
                <a:moveTo>
                  <a:pt x="0" y="0"/>
                </a:moveTo>
                <a:lnTo>
                  <a:pt x="6668" y="0"/>
                </a:lnTo>
                <a:lnTo>
                  <a:pt x="666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76" name="Freeform: Shape 1575"/>
          <p:cNvSpPr/>
          <p:nvPr/>
        </p:nvSpPr>
        <p:spPr>
          <a:xfrm>
            <a:off x="8219880" y="3333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77" name="Freeform: Shape 1576"/>
          <p:cNvSpPr/>
          <p:nvPr/>
        </p:nvSpPr>
        <p:spPr>
          <a:xfrm>
            <a:off x="8229240" y="3323880"/>
            <a:ext cx="3219840" cy="10080"/>
          </a:xfrm>
          <a:custGeom>
            <a:avLst/>
            <a:gdLst/>
            <a:ahLst/>
            <a:cxnLst/>
            <a:rect l="0" t="0" r="r" b="b"/>
            <a:pathLst>
              <a:path w="8944" h="28">
                <a:moveTo>
                  <a:pt x="0" y="0"/>
                </a:moveTo>
                <a:lnTo>
                  <a:pt x="8944" y="0"/>
                </a:lnTo>
                <a:lnTo>
                  <a:pt x="894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78" name="Freeform: Shape 1577"/>
          <p:cNvSpPr/>
          <p:nvPr/>
        </p:nvSpPr>
        <p:spPr>
          <a:xfrm>
            <a:off x="11439360" y="3333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79" name="Freeform: Shape 1578"/>
          <p:cNvSpPr/>
          <p:nvPr/>
        </p:nvSpPr>
        <p:spPr>
          <a:xfrm>
            <a:off x="752400" y="3771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80" name="Freeform: Shape 1579"/>
          <p:cNvSpPr/>
          <p:nvPr/>
        </p:nvSpPr>
        <p:spPr>
          <a:xfrm>
            <a:off x="752400" y="3762360"/>
            <a:ext cx="2733840" cy="9720"/>
          </a:xfrm>
          <a:custGeom>
            <a:avLst/>
            <a:gdLst/>
            <a:ahLst/>
            <a:cxnLst/>
            <a:rect l="0" t="0" r="r" b="b"/>
            <a:pathLst>
              <a:path w="7594" h="27">
                <a:moveTo>
                  <a:pt x="0" y="0"/>
                </a:moveTo>
                <a:lnTo>
                  <a:pt x="7594" y="0"/>
                </a:lnTo>
                <a:lnTo>
                  <a:pt x="7594"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81" name="Freeform: Shape 1580"/>
          <p:cNvSpPr/>
          <p:nvPr/>
        </p:nvSpPr>
        <p:spPr>
          <a:xfrm>
            <a:off x="3476520" y="3771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82" name="Freeform: Shape 1581"/>
          <p:cNvSpPr/>
          <p:nvPr/>
        </p:nvSpPr>
        <p:spPr>
          <a:xfrm>
            <a:off x="3485880" y="3762360"/>
            <a:ext cx="2343600" cy="9720"/>
          </a:xfrm>
          <a:custGeom>
            <a:avLst/>
            <a:gdLst/>
            <a:ahLst/>
            <a:cxnLst/>
            <a:rect l="0" t="0" r="r" b="b"/>
            <a:pathLst>
              <a:path w="6510" h="27">
                <a:moveTo>
                  <a:pt x="0" y="0"/>
                </a:moveTo>
                <a:lnTo>
                  <a:pt x="6510" y="0"/>
                </a:lnTo>
                <a:lnTo>
                  <a:pt x="6510"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83" name="Freeform: Shape 1582"/>
          <p:cNvSpPr/>
          <p:nvPr/>
        </p:nvSpPr>
        <p:spPr>
          <a:xfrm>
            <a:off x="5819760" y="3771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84" name="Freeform: Shape 1583"/>
          <p:cNvSpPr/>
          <p:nvPr/>
        </p:nvSpPr>
        <p:spPr>
          <a:xfrm>
            <a:off x="5829120" y="3762360"/>
            <a:ext cx="2400480" cy="9720"/>
          </a:xfrm>
          <a:custGeom>
            <a:avLst/>
            <a:gdLst/>
            <a:ahLst/>
            <a:cxnLst/>
            <a:rect l="0" t="0" r="r" b="b"/>
            <a:pathLst>
              <a:path w="6668" h="27">
                <a:moveTo>
                  <a:pt x="0" y="0"/>
                </a:moveTo>
                <a:lnTo>
                  <a:pt x="6668" y="0"/>
                </a:lnTo>
                <a:lnTo>
                  <a:pt x="666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85" name="Freeform: Shape 1584"/>
          <p:cNvSpPr/>
          <p:nvPr/>
        </p:nvSpPr>
        <p:spPr>
          <a:xfrm>
            <a:off x="8219880" y="3771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86" name="Freeform: Shape 1585"/>
          <p:cNvSpPr/>
          <p:nvPr/>
        </p:nvSpPr>
        <p:spPr>
          <a:xfrm>
            <a:off x="8229240" y="3762360"/>
            <a:ext cx="3219840" cy="9720"/>
          </a:xfrm>
          <a:custGeom>
            <a:avLst/>
            <a:gdLst/>
            <a:ahLst/>
            <a:cxnLst/>
            <a:rect l="0" t="0" r="r" b="b"/>
            <a:pathLst>
              <a:path w="8944" h="27">
                <a:moveTo>
                  <a:pt x="0" y="0"/>
                </a:moveTo>
                <a:lnTo>
                  <a:pt x="8944" y="0"/>
                </a:lnTo>
                <a:lnTo>
                  <a:pt x="8944"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87" name="Freeform: Shape 1586"/>
          <p:cNvSpPr/>
          <p:nvPr/>
        </p:nvSpPr>
        <p:spPr>
          <a:xfrm>
            <a:off x="11439360" y="3771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88" name="Freeform: Shape 1587"/>
          <p:cNvSpPr/>
          <p:nvPr/>
        </p:nvSpPr>
        <p:spPr>
          <a:xfrm>
            <a:off x="752400" y="42004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89" name="Freeform: Shape 1588"/>
          <p:cNvSpPr/>
          <p:nvPr/>
        </p:nvSpPr>
        <p:spPr>
          <a:xfrm>
            <a:off x="752400" y="4190760"/>
            <a:ext cx="2733840" cy="10080"/>
          </a:xfrm>
          <a:custGeom>
            <a:avLst/>
            <a:gdLst/>
            <a:ahLst/>
            <a:cxnLst/>
            <a:rect l="0" t="0" r="r" b="b"/>
            <a:pathLst>
              <a:path w="7594" h="28">
                <a:moveTo>
                  <a:pt x="0" y="0"/>
                </a:moveTo>
                <a:lnTo>
                  <a:pt x="7594" y="0"/>
                </a:lnTo>
                <a:lnTo>
                  <a:pt x="759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90" name="Freeform: Shape 1589"/>
          <p:cNvSpPr/>
          <p:nvPr/>
        </p:nvSpPr>
        <p:spPr>
          <a:xfrm>
            <a:off x="3476520" y="42004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91" name="Freeform: Shape 1590"/>
          <p:cNvSpPr/>
          <p:nvPr/>
        </p:nvSpPr>
        <p:spPr>
          <a:xfrm>
            <a:off x="3485880" y="4190760"/>
            <a:ext cx="2343600" cy="10080"/>
          </a:xfrm>
          <a:custGeom>
            <a:avLst/>
            <a:gdLst/>
            <a:ahLst/>
            <a:cxnLst/>
            <a:rect l="0" t="0" r="r" b="b"/>
            <a:pathLst>
              <a:path w="6510" h="28">
                <a:moveTo>
                  <a:pt x="0" y="0"/>
                </a:moveTo>
                <a:lnTo>
                  <a:pt x="6510" y="0"/>
                </a:lnTo>
                <a:lnTo>
                  <a:pt x="6510"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92" name="Freeform: Shape 1591"/>
          <p:cNvSpPr/>
          <p:nvPr/>
        </p:nvSpPr>
        <p:spPr>
          <a:xfrm>
            <a:off x="5819760" y="42004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93" name="Freeform: Shape 1592"/>
          <p:cNvSpPr/>
          <p:nvPr/>
        </p:nvSpPr>
        <p:spPr>
          <a:xfrm>
            <a:off x="5829120" y="4190760"/>
            <a:ext cx="2400480" cy="10080"/>
          </a:xfrm>
          <a:custGeom>
            <a:avLst/>
            <a:gdLst/>
            <a:ahLst/>
            <a:cxnLst/>
            <a:rect l="0" t="0" r="r" b="b"/>
            <a:pathLst>
              <a:path w="6668" h="28">
                <a:moveTo>
                  <a:pt x="0" y="0"/>
                </a:moveTo>
                <a:lnTo>
                  <a:pt x="6668" y="0"/>
                </a:lnTo>
                <a:lnTo>
                  <a:pt x="666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94" name="Freeform: Shape 1593"/>
          <p:cNvSpPr/>
          <p:nvPr/>
        </p:nvSpPr>
        <p:spPr>
          <a:xfrm>
            <a:off x="8219880" y="42004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95" name="Freeform: Shape 1594"/>
          <p:cNvSpPr/>
          <p:nvPr/>
        </p:nvSpPr>
        <p:spPr>
          <a:xfrm>
            <a:off x="8229240" y="4190760"/>
            <a:ext cx="3219840" cy="10080"/>
          </a:xfrm>
          <a:custGeom>
            <a:avLst/>
            <a:gdLst/>
            <a:ahLst/>
            <a:cxnLst/>
            <a:rect l="0" t="0" r="r" b="b"/>
            <a:pathLst>
              <a:path w="8944" h="28">
                <a:moveTo>
                  <a:pt x="0" y="0"/>
                </a:moveTo>
                <a:lnTo>
                  <a:pt x="8944" y="0"/>
                </a:lnTo>
                <a:lnTo>
                  <a:pt x="894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96" name="Freeform: Shape 1595"/>
          <p:cNvSpPr/>
          <p:nvPr/>
        </p:nvSpPr>
        <p:spPr>
          <a:xfrm>
            <a:off x="11439360" y="42004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97" name="Freeform: Shape 1596"/>
          <p:cNvSpPr/>
          <p:nvPr/>
        </p:nvSpPr>
        <p:spPr>
          <a:xfrm>
            <a:off x="752400" y="463860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98" name="Freeform: Shape 1597"/>
          <p:cNvSpPr/>
          <p:nvPr/>
        </p:nvSpPr>
        <p:spPr>
          <a:xfrm>
            <a:off x="752400" y="4628880"/>
            <a:ext cx="2733840" cy="10080"/>
          </a:xfrm>
          <a:custGeom>
            <a:avLst/>
            <a:gdLst/>
            <a:ahLst/>
            <a:cxnLst/>
            <a:rect l="0" t="0" r="r" b="b"/>
            <a:pathLst>
              <a:path w="7594" h="28">
                <a:moveTo>
                  <a:pt x="0" y="0"/>
                </a:moveTo>
                <a:lnTo>
                  <a:pt x="7594" y="0"/>
                </a:lnTo>
                <a:lnTo>
                  <a:pt x="759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599" name="Freeform: Shape 1598"/>
          <p:cNvSpPr/>
          <p:nvPr/>
        </p:nvSpPr>
        <p:spPr>
          <a:xfrm>
            <a:off x="3476520" y="463860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00" name="Freeform: Shape 1599"/>
          <p:cNvSpPr/>
          <p:nvPr/>
        </p:nvSpPr>
        <p:spPr>
          <a:xfrm>
            <a:off x="3485880" y="4628880"/>
            <a:ext cx="2343600" cy="10080"/>
          </a:xfrm>
          <a:custGeom>
            <a:avLst/>
            <a:gdLst/>
            <a:ahLst/>
            <a:cxnLst/>
            <a:rect l="0" t="0" r="r" b="b"/>
            <a:pathLst>
              <a:path w="6510" h="28">
                <a:moveTo>
                  <a:pt x="0" y="0"/>
                </a:moveTo>
                <a:lnTo>
                  <a:pt x="6510" y="0"/>
                </a:lnTo>
                <a:lnTo>
                  <a:pt x="6510"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01" name="Freeform: Shape 1600"/>
          <p:cNvSpPr/>
          <p:nvPr/>
        </p:nvSpPr>
        <p:spPr>
          <a:xfrm>
            <a:off x="5819760" y="463860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02" name="Freeform: Shape 1601"/>
          <p:cNvSpPr/>
          <p:nvPr/>
        </p:nvSpPr>
        <p:spPr>
          <a:xfrm>
            <a:off x="5829120" y="4628880"/>
            <a:ext cx="2400480" cy="10080"/>
          </a:xfrm>
          <a:custGeom>
            <a:avLst/>
            <a:gdLst/>
            <a:ahLst/>
            <a:cxnLst/>
            <a:rect l="0" t="0" r="r" b="b"/>
            <a:pathLst>
              <a:path w="6668" h="28">
                <a:moveTo>
                  <a:pt x="0" y="0"/>
                </a:moveTo>
                <a:lnTo>
                  <a:pt x="6668" y="0"/>
                </a:lnTo>
                <a:lnTo>
                  <a:pt x="666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03" name="Freeform: Shape 1602"/>
          <p:cNvSpPr/>
          <p:nvPr/>
        </p:nvSpPr>
        <p:spPr>
          <a:xfrm>
            <a:off x="8219880" y="463860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04" name="Freeform: Shape 1603"/>
          <p:cNvSpPr/>
          <p:nvPr/>
        </p:nvSpPr>
        <p:spPr>
          <a:xfrm>
            <a:off x="8229240" y="4628880"/>
            <a:ext cx="3219840" cy="10080"/>
          </a:xfrm>
          <a:custGeom>
            <a:avLst/>
            <a:gdLst/>
            <a:ahLst/>
            <a:cxnLst/>
            <a:rect l="0" t="0" r="r" b="b"/>
            <a:pathLst>
              <a:path w="8944" h="28">
                <a:moveTo>
                  <a:pt x="0" y="0"/>
                </a:moveTo>
                <a:lnTo>
                  <a:pt x="8944" y="0"/>
                </a:lnTo>
                <a:lnTo>
                  <a:pt x="894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05" name="Freeform: Shape 1604"/>
          <p:cNvSpPr/>
          <p:nvPr/>
        </p:nvSpPr>
        <p:spPr>
          <a:xfrm>
            <a:off x="11439360" y="463860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06" name="Freeform: Shape 1605"/>
          <p:cNvSpPr/>
          <p:nvPr/>
        </p:nvSpPr>
        <p:spPr>
          <a:xfrm>
            <a:off x="752400" y="50670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07" name="Freeform: Shape 1606"/>
          <p:cNvSpPr/>
          <p:nvPr/>
        </p:nvSpPr>
        <p:spPr>
          <a:xfrm>
            <a:off x="752400" y="5057640"/>
            <a:ext cx="2733840" cy="9720"/>
          </a:xfrm>
          <a:custGeom>
            <a:avLst/>
            <a:gdLst/>
            <a:ahLst/>
            <a:cxnLst/>
            <a:rect l="0" t="0" r="r" b="b"/>
            <a:pathLst>
              <a:path w="7594" h="27">
                <a:moveTo>
                  <a:pt x="0" y="0"/>
                </a:moveTo>
                <a:lnTo>
                  <a:pt x="7594" y="0"/>
                </a:lnTo>
                <a:lnTo>
                  <a:pt x="7594"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08" name="Freeform: Shape 1607"/>
          <p:cNvSpPr/>
          <p:nvPr/>
        </p:nvSpPr>
        <p:spPr>
          <a:xfrm>
            <a:off x="3476520" y="50670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09" name="Freeform: Shape 1608"/>
          <p:cNvSpPr/>
          <p:nvPr/>
        </p:nvSpPr>
        <p:spPr>
          <a:xfrm>
            <a:off x="3485880" y="5057640"/>
            <a:ext cx="2343600" cy="9720"/>
          </a:xfrm>
          <a:custGeom>
            <a:avLst/>
            <a:gdLst/>
            <a:ahLst/>
            <a:cxnLst/>
            <a:rect l="0" t="0" r="r" b="b"/>
            <a:pathLst>
              <a:path w="6510" h="27">
                <a:moveTo>
                  <a:pt x="0" y="0"/>
                </a:moveTo>
                <a:lnTo>
                  <a:pt x="6510" y="0"/>
                </a:lnTo>
                <a:lnTo>
                  <a:pt x="6510"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10" name="Freeform: Shape 1609"/>
          <p:cNvSpPr/>
          <p:nvPr/>
        </p:nvSpPr>
        <p:spPr>
          <a:xfrm>
            <a:off x="5819760" y="50670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11" name="Freeform: Shape 1610"/>
          <p:cNvSpPr/>
          <p:nvPr/>
        </p:nvSpPr>
        <p:spPr>
          <a:xfrm>
            <a:off x="5829120" y="5057640"/>
            <a:ext cx="2400480" cy="9720"/>
          </a:xfrm>
          <a:custGeom>
            <a:avLst/>
            <a:gdLst/>
            <a:ahLst/>
            <a:cxnLst/>
            <a:rect l="0" t="0" r="r" b="b"/>
            <a:pathLst>
              <a:path w="6668" h="27">
                <a:moveTo>
                  <a:pt x="0" y="0"/>
                </a:moveTo>
                <a:lnTo>
                  <a:pt x="6668" y="0"/>
                </a:lnTo>
                <a:lnTo>
                  <a:pt x="666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12" name="Freeform: Shape 1611"/>
          <p:cNvSpPr/>
          <p:nvPr/>
        </p:nvSpPr>
        <p:spPr>
          <a:xfrm>
            <a:off x="8219880" y="50670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13" name="Freeform: Shape 1612"/>
          <p:cNvSpPr/>
          <p:nvPr/>
        </p:nvSpPr>
        <p:spPr>
          <a:xfrm>
            <a:off x="8229240" y="5057640"/>
            <a:ext cx="3219840" cy="9720"/>
          </a:xfrm>
          <a:custGeom>
            <a:avLst/>
            <a:gdLst/>
            <a:ahLst/>
            <a:cxnLst/>
            <a:rect l="0" t="0" r="r" b="b"/>
            <a:pathLst>
              <a:path w="8944" h="27">
                <a:moveTo>
                  <a:pt x="0" y="0"/>
                </a:moveTo>
                <a:lnTo>
                  <a:pt x="8944" y="0"/>
                </a:lnTo>
                <a:lnTo>
                  <a:pt x="8944"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14" name="Freeform: Shape 1613"/>
          <p:cNvSpPr/>
          <p:nvPr/>
        </p:nvSpPr>
        <p:spPr>
          <a:xfrm>
            <a:off x="11439360" y="50670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15" name="Freeform: Shape 1614"/>
          <p:cNvSpPr/>
          <p:nvPr/>
        </p:nvSpPr>
        <p:spPr>
          <a:xfrm>
            <a:off x="752400" y="549576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16" name="Freeform: Shape 1615"/>
          <p:cNvSpPr/>
          <p:nvPr/>
        </p:nvSpPr>
        <p:spPr>
          <a:xfrm>
            <a:off x="752400" y="5486040"/>
            <a:ext cx="2733840" cy="10080"/>
          </a:xfrm>
          <a:custGeom>
            <a:avLst/>
            <a:gdLst/>
            <a:ahLst/>
            <a:cxnLst/>
            <a:rect l="0" t="0" r="r" b="b"/>
            <a:pathLst>
              <a:path w="7594" h="28">
                <a:moveTo>
                  <a:pt x="0" y="0"/>
                </a:moveTo>
                <a:lnTo>
                  <a:pt x="7594" y="0"/>
                </a:lnTo>
                <a:lnTo>
                  <a:pt x="759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17" name="Freeform: Shape 1616"/>
          <p:cNvSpPr/>
          <p:nvPr/>
        </p:nvSpPr>
        <p:spPr>
          <a:xfrm>
            <a:off x="3476520" y="549576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18" name="Freeform: Shape 1617"/>
          <p:cNvSpPr/>
          <p:nvPr/>
        </p:nvSpPr>
        <p:spPr>
          <a:xfrm>
            <a:off x="3485880" y="5486040"/>
            <a:ext cx="2343600" cy="10080"/>
          </a:xfrm>
          <a:custGeom>
            <a:avLst/>
            <a:gdLst/>
            <a:ahLst/>
            <a:cxnLst/>
            <a:rect l="0" t="0" r="r" b="b"/>
            <a:pathLst>
              <a:path w="6510" h="28">
                <a:moveTo>
                  <a:pt x="0" y="0"/>
                </a:moveTo>
                <a:lnTo>
                  <a:pt x="6510" y="0"/>
                </a:lnTo>
                <a:lnTo>
                  <a:pt x="6510"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19" name="Freeform: Shape 1618"/>
          <p:cNvSpPr/>
          <p:nvPr/>
        </p:nvSpPr>
        <p:spPr>
          <a:xfrm>
            <a:off x="5819760" y="549576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20" name="Freeform: Shape 1619"/>
          <p:cNvSpPr/>
          <p:nvPr/>
        </p:nvSpPr>
        <p:spPr>
          <a:xfrm>
            <a:off x="5829120" y="5486040"/>
            <a:ext cx="2400480" cy="10080"/>
          </a:xfrm>
          <a:custGeom>
            <a:avLst/>
            <a:gdLst/>
            <a:ahLst/>
            <a:cxnLst/>
            <a:rect l="0" t="0" r="r" b="b"/>
            <a:pathLst>
              <a:path w="6668" h="28">
                <a:moveTo>
                  <a:pt x="0" y="0"/>
                </a:moveTo>
                <a:lnTo>
                  <a:pt x="6668" y="0"/>
                </a:lnTo>
                <a:lnTo>
                  <a:pt x="666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21" name="Freeform: Shape 1620"/>
          <p:cNvSpPr/>
          <p:nvPr/>
        </p:nvSpPr>
        <p:spPr>
          <a:xfrm>
            <a:off x="8219880" y="549576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22" name="Freeform: Shape 1621"/>
          <p:cNvSpPr/>
          <p:nvPr/>
        </p:nvSpPr>
        <p:spPr>
          <a:xfrm>
            <a:off x="8229240" y="5486040"/>
            <a:ext cx="3219840" cy="10080"/>
          </a:xfrm>
          <a:custGeom>
            <a:avLst/>
            <a:gdLst/>
            <a:ahLst/>
            <a:cxnLst/>
            <a:rect l="0" t="0" r="r" b="b"/>
            <a:pathLst>
              <a:path w="8944" h="28">
                <a:moveTo>
                  <a:pt x="0" y="0"/>
                </a:moveTo>
                <a:lnTo>
                  <a:pt x="8944" y="0"/>
                </a:lnTo>
                <a:lnTo>
                  <a:pt x="894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23" name="Freeform: Shape 1622"/>
          <p:cNvSpPr/>
          <p:nvPr/>
        </p:nvSpPr>
        <p:spPr>
          <a:xfrm>
            <a:off x="11439360" y="549576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24" name="Freeform: Shape 1623"/>
          <p:cNvSpPr/>
          <p:nvPr/>
        </p:nvSpPr>
        <p:spPr>
          <a:xfrm>
            <a:off x="752400" y="6229080"/>
            <a:ext cx="2733840" cy="10080"/>
          </a:xfrm>
          <a:custGeom>
            <a:avLst/>
            <a:gdLst/>
            <a:ahLst/>
            <a:cxnLst/>
            <a:rect l="0" t="0" r="r" b="b"/>
            <a:pathLst>
              <a:path w="7594" h="28">
                <a:moveTo>
                  <a:pt x="0" y="0"/>
                </a:moveTo>
                <a:lnTo>
                  <a:pt x="7594" y="0"/>
                </a:lnTo>
                <a:lnTo>
                  <a:pt x="759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25" name="Freeform: Shape 1624"/>
          <p:cNvSpPr/>
          <p:nvPr/>
        </p:nvSpPr>
        <p:spPr>
          <a:xfrm>
            <a:off x="3485880" y="6229080"/>
            <a:ext cx="2343600" cy="10080"/>
          </a:xfrm>
          <a:custGeom>
            <a:avLst/>
            <a:gdLst/>
            <a:ahLst/>
            <a:cxnLst/>
            <a:rect l="0" t="0" r="r" b="b"/>
            <a:pathLst>
              <a:path w="6510" h="28">
                <a:moveTo>
                  <a:pt x="0" y="0"/>
                </a:moveTo>
                <a:lnTo>
                  <a:pt x="6510" y="0"/>
                </a:lnTo>
                <a:lnTo>
                  <a:pt x="6510"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26" name="Freeform: Shape 1625"/>
          <p:cNvSpPr/>
          <p:nvPr/>
        </p:nvSpPr>
        <p:spPr>
          <a:xfrm>
            <a:off x="5829120" y="6229080"/>
            <a:ext cx="2400480" cy="10080"/>
          </a:xfrm>
          <a:custGeom>
            <a:avLst/>
            <a:gdLst/>
            <a:ahLst/>
            <a:cxnLst/>
            <a:rect l="0" t="0" r="r" b="b"/>
            <a:pathLst>
              <a:path w="6668" h="28">
                <a:moveTo>
                  <a:pt x="0" y="0"/>
                </a:moveTo>
                <a:lnTo>
                  <a:pt x="6668" y="0"/>
                </a:lnTo>
                <a:lnTo>
                  <a:pt x="666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27" name="Freeform: Shape 1626"/>
          <p:cNvSpPr/>
          <p:nvPr/>
        </p:nvSpPr>
        <p:spPr>
          <a:xfrm>
            <a:off x="8229240" y="6229080"/>
            <a:ext cx="3219840" cy="10080"/>
          </a:xfrm>
          <a:custGeom>
            <a:avLst/>
            <a:gdLst/>
            <a:ahLst/>
            <a:cxnLst/>
            <a:rect l="0" t="0" r="r" b="b"/>
            <a:pathLst>
              <a:path w="8944" h="28">
                <a:moveTo>
                  <a:pt x="0" y="0"/>
                </a:moveTo>
                <a:lnTo>
                  <a:pt x="8944" y="0"/>
                </a:lnTo>
                <a:lnTo>
                  <a:pt x="8944"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28" name="TextBox 1627"/>
          <p:cNvSpPr txBox="1"/>
          <p:nvPr/>
        </p:nvSpPr>
        <p:spPr>
          <a:xfrm>
            <a:off x="747720" y="758520"/>
            <a:ext cx="4919040" cy="373680"/>
          </a:xfrm>
          <a:prstGeom prst="rect">
            <a:avLst/>
          </a:prstGeom>
          <a:noFill/>
          <a:ln w="0">
            <a:noFill/>
          </a:ln>
        </p:spPr>
        <p:txBody>
          <a:bodyPr wrap="none" lIns="0" tIns="0" rIns="0" bIns="0" anchor="t">
            <a:spAutoFit/>
          </a:bodyPr>
          <a:lstStyle/>
          <a:p>
            <a:r>
              <a:rPr lang="en-GB" sz="2420" b="0" u="none" strike="noStrike">
                <a:solidFill>
                  <a:srgbClr val="2F2F2F"/>
                </a:solidFill>
                <a:effectLst/>
                <a:uFillTx/>
                <a:latin typeface="Inter"/>
                <a:ea typeface="Inter"/>
              </a:rPr>
              <a:t>3.3 Search &amp; Filtering (9 features)</a:t>
            </a:r>
            <a:endParaRPr lang="en-GB" sz="2420" b="0" u="none" strike="noStrike">
              <a:solidFill>
                <a:srgbClr val="000000"/>
              </a:solidFill>
              <a:effectLst/>
              <a:uFillTx/>
              <a:latin typeface="Times New Roman"/>
            </a:endParaRPr>
          </a:p>
        </p:txBody>
      </p:sp>
      <p:sp>
        <p:nvSpPr>
          <p:cNvPr id="1629" name="TextBox 1628"/>
          <p:cNvSpPr txBox="1"/>
          <p:nvPr/>
        </p:nvSpPr>
        <p:spPr>
          <a:xfrm>
            <a:off x="1776240" y="1396440"/>
            <a:ext cx="689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Feature</a:t>
            </a:r>
            <a:endParaRPr lang="en-GB" sz="1500" b="0" u="none" strike="noStrike">
              <a:solidFill>
                <a:srgbClr val="000000"/>
              </a:solidFill>
              <a:effectLst/>
              <a:uFillTx/>
              <a:latin typeface="Times New Roman"/>
            </a:endParaRPr>
          </a:p>
        </p:txBody>
      </p:sp>
      <p:sp>
        <p:nvSpPr>
          <p:cNvPr id="1630" name="TextBox 1629"/>
          <p:cNvSpPr txBox="1"/>
          <p:nvPr/>
        </p:nvSpPr>
        <p:spPr>
          <a:xfrm>
            <a:off x="4427640" y="1396440"/>
            <a:ext cx="458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Type</a:t>
            </a:r>
            <a:endParaRPr lang="en-GB" sz="1500" b="0" u="none" strike="noStrike">
              <a:solidFill>
                <a:srgbClr val="000000"/>
              </a:solidFill>
              <a:effectLst/>
              <a:uFillTx/>
              <a:latin typeface="Times New Roman"/>
            </a:endParaRPr>
          </a:p>
        </p:txBody>
      </p:sp>
      <p:sp>
        <p:nvSpPr>
          <p:cNvPr id="1631" name="TextBox 1630"/>
          <p:cNvSpPr txBox="1"/>
          <p:nvPr/>
        </p:nvSpPr>
        <p:spPr>
          <a:xfrm>
            <a:off x="6735960" y="1396440"/>
            <a:ext cx="567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Status</a:t>
            </a:r>
            <a:endParaRPr lang="en-GB" sz="1500" b="0" u="none" strike="noStrike">
              <a:solidFill>
                <a:srgbClr val="000000"/>
              </a:solidFill>
              <a:effectLst/>
              <a:uFillTx/>
              <a:latin typeface="Times New Roman"/>
            </a:endParaRPr>
          </a:p>
        </p:txBody>
      </p:sp>
      <p:sp>
        <p:nvSpPr>
          <p:cNvPr id="1632" name="TextBox 1631"/>
          <p:cNvSpPr txBox="1"/>
          <p:nvPr/>
        </p:nvSpPr>
        <p:spPr>
          <a:xfrm>
            <a:off x="8672040" y="1396440"/>
            <a:ext cx="2317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Technical Implementation</a:t>
            </a:r>
            <a:endParaRPr lang="en-GB" sz="1500" b="0" u="none" strike="noStrike">
              <a:solidFill>
                <a:srgbClr val="000000"/>
              </a:solidFill>
              <a:effectLst/>
              <a:uFillTx/>
              <a:latin typeface="Times New Roman"/>
            </a:endParaRPr>
          </a:p>
        </p:txBody>
      </p:sp>
      <p:sp>
        <p:nvSpPr>
          <p:cNvPr id="1633" name="Freeform: Shape 1632"/>
          <p:cNvSpPr/>
          <p:nvPr/>
        </p:nvSpPr>
        <p:spPr>
          <a:xfrm>
            <a:off x="4333680" y="1990440"/>
            <a:ext cx="190800" cy="190800"/>
          </a:xfrm>
          <a:custGeom>
            <a:avLst/>
            <a:gdLst/>
            <a:ahLst/>
            <a:cxnLst/>
            <a:rect l="0" t="0" r="r" b="b"/>
            <a:pathLst>
              <a:path w="530" h="530">
                <a:moveTo>
                  <a:pt x="530" y="472"/>
                </a:moveTo>
                <a:cubicBezTo>
                  <a:pt x="530" y="504"/>
                  <a:pt x="504" y="530"/>
                  <a:pt x="471" y="530"/>
                </a:cubicBezTo>
                <a:lnTo>
                  <a:pt x="59" y="530"/>
                </a:lnTo>
                <a:cubicBezTo>
                  <a:pt x="26" y="530"/>
                  <a:pt x="0" y="504"/>
                  <a:pt x="0" y="472"/>
                </a:cubicBezTo>
                <a:lnTo>
                  <a:pt x="0" y="60"/>
                </a:lnTo>
                <a:cubicBezTo>
                  <a:pt x="0" y="28"/>
                  <a:pt x="26" y="0"/>
                  <a:pt x="59" y="0"/>
                </a:cubicBezTo>
                <a:lnTo>
                  <a:pt x="471" y="0"/>
                </a:lnTo>
                <a:cubicBezTo>
                  <a:pt x="504" y="0"/>
                  <a:pt x="530" y="28"/>
                  <a:pt x="530" y="60"/>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34" name="Freeform: Shape 1633"/>
          <p:cNvSpPr/>
          <p:nvPr/>
        </p:nvSpPr>
        <p:spPr>
          <a:xfrm>
            <a:off x="4341600" y="2053080"/>
            <a:ext cx="177480" cy="65520"/>
          </a:xfrm>
          <a:custGeom>
            <a:avLst/>
            <a:gdLst/>
            <a:ahLst/>
            <a:cxnLst/>
            <a:rect l="0" t="0" r="r" b="b"/>
            <a:pathLst>
              <a:path w="493" h="182">
                <a:moveTo>
                  <a:pt x="19" y="0"/>
                </a:moveTo>
                <a:cubicBezTo>
                  <a:pt x="24" y="0"/>
                  <a:pt x="32" y="3"/>
                  <a:pt x="35" y="8"/>
                </a:cubicBezTo>
                <a:lnTo>
                  <a:pt x="114" y="114"/>
                </a:lnTo>
                <a:lnTo>
                  <a:pt x="115" y="114"/>
                </a:lnTo>
                <a:lnTo>
                  <a:pt x="115" y="19"/>
                </a:lnTo>
                <a:cubicBezTo>
                  <a:pt x="115" y="7"/>
                  <a:pt x="123" y="0"/>
                  <a:pt x="133" y="0"/>
                </a:cubicBezTo>
                <a:cubicBezTo>
                  <a:pt x="144" y="0"/>
                  <a:pt x="152" y="7"/>
                  <a:pt x="152" y="19"/>
                </a:cubicBezTo>
                <a:lnTo>
                  <a:pt x="152" y="162"/>
                </a:lnTo>
                <a:cubicBezTo>
                  <a:pt x="152" y="175"/>
                  <a:pt x="144" y="182"/>
                  <a:pt x="133" y="182"/>
                </a:cubicBezTo>
                <a:cubicBezTo>
                  <a:pt x="129" y="182"/>
                  <a:pt x="121" y="178"/>
                  <a:pt x="118" y="173"/>
                </a:cubicBezTo>
                <a:lnTo>
                  <a:pt x="38" y="68"/>
                </a:lnTo>
                <a:lnTo>
                  <a:pt x="38" y="162"/>
                </a:lnTo>
                <a:cubicBezTo>
                  <a:pt x="38" y="175"/>
                  <a:pt x="30" y="182"/>
                  <a:pt x="19" y="182"/>
                </a:cubicBezTo>
                <a:cubicBezTo>
                  <a:pt x="8" y="182"/>
                  <a:pt x="0" y="175"/>
                  <a:pt x="0" y="162"/>
                </a:cubicBezTo>
                <a:lnTo>
                  <a:pt x="0" y="19"/>
                </a:lnTo>
                <a:cubicBezTo>
                  <a:pt x="0" y="7"/>
                  <a:pt x="8" y="0"/>
                  <a:pt x="19" y="0"/>
                </a:cubicBezTo>
                <a:moveTo>
                  <a:pt x="163" y="23"/>
                </a:moveTo>
                <a:cubicBezTo>
                  <a:pt x="163" y="10"/>
                  <a:pt x="169" y="1"/>
                  <a:pt x="183" y="1"/>
                </a:cubicBezTo>
                <a:lnTo>
                  <a:pt x="245" y="1"/>
                </a:lnTo>
                <a:cubicBezTo>
                  <a:pt x="257" y="1"/>
                  <a:pt x="262" y="10"/>
                  <a:pt x="262" y="18"/>
                </a:cubicBezTo>
                <a:cubicBezTo>
                  <a:pt x="262" y="27"/>
                  <a:pt x="256" y="36"/>
                  <a:pt x="245" y="36"/>
                </a:cubicBezTo>
                <a:lnTo>
                  <a:pt x="201" y="36"/>
                </a:lnTo>
                <a:lnTo>
                  <a:pt x="201" y="72"/>
                </a:lnTo>
                <a:lnTo>
                  <a:pt x="242" y="72"/>
                </a:lnTo>
                <a:cubicBezTo>
                  <a:pt x="254" y="72"/>
                  <a:pt x="260" y="81"/>
                  <a:pt x="260" y="89"/>
                </a:cubicBezTo>
                <a:cubicBezTo>
                  <a:pt x="260" y="98"/>
                  <a:pt x="254" y="107"/>
                  <a:pt x="242" y="107"/>
                </a:cubicBezTo>
                <a:lnTo>
                  <a:pt x="201" y="107"/>
                </a:lnTo>
                <a:lnTo>
                  <a:pt x="201" y="145"/>
                </a:lnTo>
                <a:lnTo>
                  <a:pt x="247" y="145"/>
                </a:lnTo>
                <a:cubicBezTo>
                  <a:pt x="259" y="145"/>
                  <a:pt x="265" y="154"/>
                  <a:pt x="265" y="163"/>
                </a:cubicBezTo>
                <a:cubicBezTo>
                  <a:pt x="265" y="171"/>
                  <a:pt x="259" y="180"/>
                  <a:pt x="247" y="180"/>
                </a:cubicBezTo>
                <a:lnTo>
                  <a:pt x="182" y="180"/>
                </a:lnTo>
                <a:cubicBezTo>
                  <a:pt x="171" y="180"/>
                  <a:pt x="163" y="173"/>
                  <a:pt x="163" y="161"/>
                </a:cubicBezTo>
                <a:lnTo>
                  <a:pt x="163" y="23"/>
                </a:lnTo>
                <a:moveTo>
                  <a:pt x="271" y="25"/>
                </a:moveTo>
                <a:cubicBezTo>
                  <a:pt x="270" y="21"/>
                  <a:pt x="270" y="20"/>
                  <a:pt x="270" y="16"/>
                </a:cubicBezTo>
                <a:cubicBezTo>
                  <a:pt x="270" y="8"/>
                  <a:pt x="276" y="0"/>
                  <a:pt x="287" y="0"/>
                </a:cubicBezTo>
                <a:cubicBezTo>
                  <a:pt x="299" y="0"/>
                  <a:pt x="305" y="7"/>
                  <a:pt x="307" y="18"/>
                </a:cubicBezTo>
                <a:lnTo>
                  <a:pt x="329" y="124"/>
                </a:lnTo>
                <a:lnTo>
                  <a:pt x="362" y="14"/>
                </a:lnTo>
                <a:cubicBezTo>
                  <a:pt x="364" y="5"/>
                  <a:pt x="372" y="0"/>
                  <a:pt x="381" y="0"/>
                </a:cubicBezTo>
                <a:cubicBezTo>
                  <a:pt x="390" y="0"/>
                  <a:pt x="398" y="5"/>
                  <a:pt x="401" y="14"/>
                </a:cubicBezTo>
                <a:lnTo>
                  <a:pt x="433" y="124"/>
                </a:lnTo>
                <a:lnTo>
                  <a:pt x="455" y="18"/>
                </a:lnTo>
                <a:cubicBezTo>
                  <a:pt x="457" y="7"/>
                  <a:pt x="464" y="0"/>
                  <a:pt x="476" y="0"/>
                </a:cubicBezTo>
                <a:cubicBezTo>
                  <a:pt x="487" y="0"/>
                  <a:pt x="493" y="8"/>
                  <a:pt x="493" y="16"/>
                </a:cubicBezTo>
                <a:cubicBezTo>
                  <a:pt x="493" y="20"/>
                  <a:pt x="493" y="21"/>
                  <a:pt x="492" y="25"/>
                </a:cubicBezTo>
                <a:lnTo>
                  <a:pt x="460" y="162"/>
                </a:lnTo>
                <a:cubicBezTo>
                  <a:pt x="457" y="173"/>
                  <a:pt x="449" y="182"/>
                  <a:pt x="435" y="182"/>
                </a:cubicBezTo>
                <a:cubicBezTo>
                  <a:pt x="423" y="182"/>
                  <a:pt x="413" y="174"/>
                  <a:pt x="410" y="163"/>
                </a:cubicBezTo>
                <a:lnTo>
                  <a:pt x="381" y="66"/>
                </a:lnTo>
                <a:lnTo>
                  <a:pt x="352" y="163"/>
                </a:lnTo>
                <a:cubicBezTo>
                  <a:pt x="349" y="174"/>
                  <a:pt x="339" y="182"/>
                  <a:pt x="327" y="182"/>
                </a:cubicBezTo>
                <a:cubicBezTo>
                  <a:pt x="313" y="182"/>
                  <a:pt x="305" y="173"/>
                  <a:pt x="302" y="162"/>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35" name="TextBox 1634"/>
          <p:cNvSpPr txBox="1"/>
          <p:nvPr/>
        </p:nvSpPr>
        <p:spPr>
          <a:xfrm>
            <a:off x="880920" y="1977480"/>
            <a:ext cx="12304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Fuzzy Search</a:t>
            </a:r>
            <a:endParaRPr lang="en-GB" sz="1500" b="0" u="none" strike="noStrike">
              <a:solidFill>
                <a:srgbClr val="000000"/>
              </a:solidFill>
              <a:effectLst/>
              <a:uFillTx/>
              <a:latin typeface="Times New Roman"/>
            </a:endParaRPr>
          </a:p>
        </p:txBody>
      </p:sp>
      <p:sp>
        <p:nvSpPr>
          <p:cNvPr id="1636" name="Freeform: Shape 1635"/>
          <p:cNvSpPr/>
          <p:nvPr/>
        </p:nvSpPr>
        <p:spPr>
          <a:xfrm>
            <a:off x="6933960" y="1990440"/>
            <a:ext cx="190800" cy="190800"/>
          </a:xfrm>
          <a:custGeom>
            <a:avLst/>
            <a:gdLst/>
            <a:ahLst/>
            <a:cxnLst/>
            <a:rect l="0" t="0" r="r" b="b"/>
            <a:pathLst>
              <a:path w="530" h="530">
                <a:moveTo>
                  <a:pt x="530" y="472"/>
                </a:moveTo>
                <a:cubicBezTo>
                  <a:pt x="530" y="504"/>
                  <a:pt x="504" y="530"/>
                  <a:pt x="472" y="530"/>
                </a:cubicBezTo>
                <a:lnTo>
                  <a:pt x="60" y="530"/>
                </a:lnTo>
                <a:cubicBezTo>
                  <a:pt x="26" y="530"/>
                  <a:pt x="0" y="504"/>
                  <a:pt x="0" y="472"/>
                </a:cubicBezTo>
                <a:lnTo>
                  <a:pt x="0" y="60"/>
                </a:lnTo>
                <a:cubicBezTo>
                  <a:pt x="0" y="28"/>
                  <a:pt x="26" y="0"/>
                  <a:pt x="60" y="0"/>
                </a:cubicBezTo>
                <a:lnTo>
                  <a:pt x="472" y="0"/>
                </a:lnTo>
                <a:cubicBezTo>
                  <a:pt x="504" y="0"/>
                  <a:pt x="530" y="28"/>
                  <a:pt x="530" y="60"/>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37" name="Freeform: Shape 1636"/>
          <p:cNvSpPr/>
          <p:nvPr/>
        </p:nvSpPr>
        <p:spPr>
          <a:xfrm>
            <a:off x="6964200" y="2022120"/>
            <a:ext cx="131040" cy="128880"/>
          </a:xfrm>
          <a:custGeom>
            <a:avLst/>
            <a:gdLst/>
            <a:ahLst/>
            <a:cxnLst/>
            <a:rect l="0" t="0" r="r" b="b"/>
            <a:pathLst>
              <a:path w="364" h="358">
                <a:moveTo>
                  <a:pt x="348" y="6"/>
                </a:moveTo>
                <a:cubicBezTo>
                  <a:pt x="331" y="-5"/>
                  <a:pt x="308" y="0"/>
                  <a:pt x="297" y="17"/>
                </a:cubicBezTo>
                <a:lnTo>
                  <a:pt x="137" y="264"/>
                </a:lnTo>
                <a:lnTo>
                  <a:pt x="62" y="195"/>
                </a:lnTo>
                <a:cubicBezTo>
                  <a:pt x="47" y="181"/>
                  <a:pt x="24" y="182"/>
                  <a:pt x="10" y="197"/>
                </a:cubicBezTo>
                <a:cubicBezTo>
                  <a:pt x="-4" y="212"/>
                  <a:pt x="-3" y="235"/>
                  <a:pt x="12" y="249"/>
                </a:cubicBezTo>
                <a:lnTo>
                  <a:pt x="119" y="348"/>
                </a:lnTo>
                <a:cubicBezTo>
                  <a:pt x="126" y="354"/>
                  <a:pt x="135" y="358"/>
                  <a:pt x="144" y="358"/>
                </a:cubicBezTo>
                <a:cubicBezTo>
                  <a:pt x="154" y="358"/>
                  <a:pt x="166" y="353"/>
                  <a:pt x="175" y="341"/>
                </a:cubicBezTo>
                <a:cubicBezTo>
                  <a:pt x="180" y="333"/>
                  <a:pt x="358" y="57"/>
                  <a:pt x="358" y="57"/>
                </a:cubicBezTo>
                <a:cubicBezTo>
                  <a:pt x="369"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38" name="TextBox 1637"/>
          <p:cNvSpPr txBox="1"/>
          <p:nvPr/>
        </p:nvSpPr>
        <p:spPr>
          <a:xfrm>
            <a:off x="4536720" y="197748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639" name="TextBox 1638"/>
          <p:cNvSpPr txBox="1"/>
          <p:nvPr/>
        </p:nvSpPr>
        <p:spPr>
          <a:xfrm>
            <a:off x="8357040" y="1825200"/>
            <a:ext cx="2360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FuzzyWuzzy Levenshtein</a:t>
            </a:r>
            <a:endParaRPr lang="en-GB" sz="1500" b="0" u="none" strike="noStrike">
              <a:solidFill>
                <a:srgbClr val="000000"/>
              </a:solidFill>
              <a:effectLst/>
              <a:uFillTx/>
              <a:latin typeface="Times New Roman"/>
            </a:endParaRPr>
          </a:p>
        </p:txBody>
      </p:sp>
      <p:sp>
        <p:nvSpPr>
          <p:cNvPr id="1640" name="TextBox 1639"/>
          <p:cNvSpPr txBox="1"/>
          <p:nvPr/>
        </p:nvSpPr>
        <p:spPr>
          <a:xfrm>
            <a:off x="8357040" y="2130120"/>
            <a:ext cx="765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distance</a:t>
            </a:r>
            <a:endParaRPr lang="en-GB" sz="1500" b="0" u="none" strike="noStrike">
              <a:solidFill>
                <a:srgbClr val="000000"/>
              </a:solidFill>
              <a:effectLst/>
              <a:uFillTx/>
              <a:latin typeface="Times New Roman"/>
            </a:endParaRPr>
          </a:p>
        </p:txBody>
      </p:sp>
      <p:sp>
        <p:nvSpPr>
          <p:cNvPr id="1641" name="Freeform: Shape 1640"/>
          <p:cNvSpPr/>
          <p:nvPr/>
        </p:nvSpPr>
        <p:spPr>
          <a:xfrm>
            <a:off x="4333680" y="2581200"/>
            <a:ext cx="190800" cy="190800"/>
          </a:xfrm>
          <a:custGeom>
            <a:avLst/>
            <a:gdLst/>
            <a:ahLst/>
            <a:cxnLst/>
            <a:rect l="0" t="0" r="r" b="b"/>
            <a:pathLst>
              <a:path w="530" h="530">
                <a:moveTo>
                  <a:pt x="530" y="470"/>
                </a:moveTo>
                <a:cubicBezTo>
                  <a:pt x="530" y="504"/>
                  <a:pt x="504" y="530"/>
                  <a:pt x="471" y="530"/>
                </a:cubicBezTo>
                <a:lnTo>
                  <a:pt x="59" y="530"/>
                </a:lnTo>
                <a:cubicBezTo>
                  <a:pt x="26" y="530"/>
                  <a:pt x="0" y="504"/>
                  <a:pt x="0" y="470"/>
                </a:cubicBezTo>
                <a:lnTo>
                  <a:pt x="0" y="59"/>
                </a:lnTo>
                <a:cubicBezTo>
                  <a:pt x="0" y="26"/>
                  <a:pt x="26" y="0"/>
                  <a:pt x="59" y="0"/>
                </a:cubicBezTo>
                <a:lnTo>
                  <a:pt x="471" y="0"/>
                </a:lnTo>
                <a:cubicBezTo>
                  <a:pt x="504" y="0"/>
                  <a:pt x="530" y="26"/>
                  <a:pt x="530" y="59"/>
                </a:cubicBezTo>
                <a:lnTo>
                  <a:pt x="530" y="470"/>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42" name="Freeform: Shape 1641"/>
          <p:cNvSpPr/>
          <p:nvPr/>
        </p:nvSpPr>
        <p:spPr>
          <a:xfrm>
            <a:off x="4341600" y="2643480"/>
            <a:ext cx="177480" cy="65520"/>
          </a:xfrm>
          <a:custGeom>
            <a:avLst/>
            <a:gdLst/>
            <a:ahLst/>
            <a:cxnLst/>
            <a:rect l="0" t="0" r="r" b="b"/>
            <a:pathLst>
              <a:path w="493" h="182">
                <a:moveTo>
                  <a:pt x="19" y="0"/>
                </a:moveTo>
                <a:cubicBezTo>
                  <a:pt x="24" y="0"/>
                  <a:pt x="32" y="4"/>
                  <a:pt x="35" y="8"/>
                </a:cubicBezTo>
                <a:lnTo>
                  <a:pt x="114" y="114"/>
                </a:lnTo>
                <a:lnTo>
                  <a:pt x="115" y="114"/>
                </a:lnTo>
                <a:lnTo>
                  <a:pt x="115" y="20"/>
                </a:lnTo>
                <a:cubicBezTo>
                  <a:pt x="115" y="7"/>
                  <a:pt x="123" y="0"/>
                  <a:pt x="133" y="0"/>
                </a:cubicBezTo>
                <a:cubicBezTo>
                  <a:pt x="144" y="0"/>
                  <a:pt x="152" y="7"/>
                  <a:pt x="152" y="20"/>
                </a:cubicBezTo>
                <a:lnTo>
                  <a:pt x="152" y="162"/>
                </a:lnTo>
                <a:cubicBezTo>
                  <a:pt x="152" y="175"/>
                  <a:pt x="144" y="182"/>
                  <a:pt x="133" y="182"/>
                </a:cubicBezTo>
                <a:cubicBezTo>
                  <a:pt x="129" y="182"/>
                  <a:pt x="121" y="178"/>
                  <a:pt x="118" y="174"/>
                </a:cubicBezTo>
                <a:lnTo>
                  <a:pt x="38" y="68"/>
                </a:lnTo>
                <a:lnTo>
                  <a:pt x="38" y="162"/>
                </a:lnTo>
                <a:cubicBezTo>
                  <a:pt x="38" y="175"/>
                  <a:pt x="30" y="182"/>
                  <a:pt x="19" y="182"/>
                </a:cubicBezTo>
                <a:cubicBezTo>
                  <a:pt x="8" y="182"/>
                  <a:pt x="0" y="175"/>
                  <a:pt x="0" y="162"/>
                </a:cubicBezTo>
                <a:lnTo>
                  <a:pt x="0" y="20"/>
                </a:lnTo>
                <a:cubicBezTo>
                  <a:pt x="0" y="7"/>
                  <a:pt x="8" y="0"/>
                  <a:pt x="19" y="0"/>
                </a:cubicBezTo>
                <a:moveTo>
                  <a:pt x="163" y="23"/>
                </a:moveTo>
                <a:cubicBezTo>
                  <a:pt x="163" y="11"/>
                  <a:pt x="169" y="2"/>
                  <a:pt x="183" y="2"/>
                </a:cubicBezTo>
                <a:lnTo>
                  <a:pt x="245" y="2"/>
                </a:lnTo>
                <a:cubicBezTo>
                  <a:pt x="257" y="2"/>
                  <a:pt x="262" y="10"/>
                  <a:pt x="262" y="19"/>
                </a:cubicBezTo>
                <a:cubicBezTo>
                  <a:pt x="262" y="27"/>
                  <a:pt x="256" y="36"/>
                  <a:pt x="245" y="36"/>
                </a:cubicBezTo>
                <a:lnTo>
                  <a:pt x="201" y="36"/>
                </a:lnTo>
                <a:lnTo>
                  <a:pt x="201" y="73"/>
                </a:lnTo>
                <a:lnTo>
                  <a:pt x="242" y="73"/>
                </a:lnTo>
                <a:cubicBezTo>
                  <a:pt x="254" y="73"/>
                  <a:pt x="260" y="81"/>
                  <a:pt x="260" y="90"/>
                </a:cubicBezTo>
                <a:cubicBezTo>
                  <a:pt x="260" y="98"/>
                  <a:pt x="254" y="107"/>
                  <a:pt x="242" y="107"/>
                </a:cubicBezTo>
                <a:lnTo>
                  <a:pt x="201" y="107"/>
                </a:lnTo>
                <a:lnTo>
                  <a:pt x="201" y="146"/>
                </a:lnTo>
                <a:lnTo>
                  <a:pt x="247" y="146"/>
                </a:lnTo>
                <a:cubicBezTo>
                  <a:pt x="259" y="146"/>
                  <a:pt x="265" y="154"/>
                  <a:pt x="265" y="163"/>
                </a:cubicBezTo>
                <a:cubicBezTo>
                  <a:pt x="265" y="172"/>
                  <a:pt x="259" y="180"/>
                  <a:pt x="247" y="180"/>
                </a:cubicBezTo>
                <a:lnTo>
                  <a:pt x="182" y="180"/>
                </a:lnTo>
                <a:cubicBezTo>
                  <a:pt x="171" y="180"/>
                  <a:pt x="163" y="173"/>
                  <a:pt x="163" y="162"/>
                </a:cubicBezTo>
                <a:lnTo>
                  <a:pt x="163" y="23"/>
                </a:lnTo>
                <a:moveTo>
                  <a:pt x="271" y="25"/>
                </a:moveTo>
                <a:cubicBezTo>
                  <a:pt x="270" y="22"/>
                  <a:pt x="270" y="20"/>
                  <a:pt x="270" y="17"/>
                </a:cubicBezTo>
                <a:cubicBezTo>
                  <a:pt x="270" y="9"/>
                  <a:pt x="276" y="0"/>
                  <a:pt x="287" y="0"/>
                </a:cubicBezTo>
                <a:cubicBezTo>
                  <a:pt x="299" y="0"/>
                  <a:pt x="305" y="7"/>
                  <a:pt x="307" y="18"/>
                </a:cubicBezTo>
                <a:lnTo>
                  <a:pt x="329" y="124"/>
                </a:lnTo>
                <a:lnTo>
                  <a:pt x="362" y="15"/>
                </a:lnTo>
                <a:cubicBezTo>
                  <a:pt x="364" y="6"/>
                  <a:pt x="372" y="0"/>
                  <a:pt x="381" y="0"/>
                </a:cubicBezTo>
                <a:cubicBezTo>
                  <a:pt x="390" y="0"/>
                  <a:pt x="398" y="6"/>
                  <a:pt x="401" y="15"/>
                </a:cubicBezTo>
                <a:lnTo>
                  <a:pt x="433" y="124"/>
                </a:lnTo>
                <a:lnTo>
                  <a:pt x="455" y="18"/>
                </a:lnTo>
                <a:cubicBezTo>
                  <a:pt x="457" y="7"/>
                  <a:pt x="464" y="0"/>
                  <a:pt x="476" y="0"/>
                </a:cubicBezTo>
                <a:cubicBezTo>
                  <a:pt x="487" y="0"/>
                  <a:pt x="493" y="9"/>
                  <a:pt x="493" y="17"/>
                </a:cubicBezTo>
                <a:cubicBezTo>
                  <a:pt x="493" y="20"/>
                  <a:pt x="493" y="22"/>
                  <a:pt x="492" y="25"/>
                </a:cubicBezTo>
                <a:lnTo>
                  <a:pt x="460" y="162"/>
                </a:lnTo>
                <a:cubicBezTo>
                  <a:pt x="457" y="173"/>
                  <a:pt x="449" y="182"/>
                  <a:pt x="435" y="182"/>
                </a:cubicBezTo>
                <a:cubicBezTo>
                  <a:pt x="423" y="182"/>
                  <a:pt x="413" y="174"/>
                  <a:pt x="410" y="164"/>
                </a:cubicBezTo>
                <a:lnTo>
                  <a:pt x="381" y="66"/>
                </a:lnTo>
                <a:lnTo>
                  <a:pt x="352" y="164"/>
                </a:lnTo>
                <a:cubicBezTo>
                  <a:pt x="349" y="174"/>
                  <a:pt x="339" y="182"/>
                  <a:pt x="327" y="182"/>
                </a:cubicBezTo>
                <a:cubicBezTo>
                  <a:pt x="313" y="182"/>
                  <a:pt x="305" y="173"/>
                  <a:pt x="302" y="162"/>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43" name="TextBox 1642"/>
          <p:cNvSpPr txBox="1"/>
          <p:nvPr/>
        </p:nvSpPr>
        <p:spPr>
          <a:xfrm>
            <a:off x="880920" y="2568240"/>
            <a:ext cx="7261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Filtering</a:t>
            </a:r>
            <a:endParaRPr lang="en-GB" sz="1500" b="0" u="none" strike="noStrike">
              <a:solidFill>
                <a:srgbClr val="000000"/>
              </a:solidFill>
              <a:effectLst/>
              <a:uFillTx/>
              <a:latin typeface="Times New Roman"/>
            </a:endParaRPr>
          </a:p>
        </p:txBody>
      </p:sp>
      <p:sp>
        <p:nvSpPr>
          <p:cNvPr id="1644" name="Freeform: Shape 1643"/>
          <p:cNvSpPr/>
          <p:nvPr/>
        </p:nvSpPr>
        <p:spPr>
          <a:xfrm>
            <a:off x="6933960" y="2581200"/>
            <a:ext cx="190800" cy="190800"/>
          </a:xfrm>
          <a:custGeom>
            <a:avLst/>
            <a:gdLst/>
            <a:ahLst/>
            <a:cxnLst/>
            <a:rect l="0" t="0" r="r" b="b"/>
            <a:pathLst>
              <a:path w="530" h="530">
                <a:moveTo>
                  <a:pt x="530" y="470"/>
                </a:moveTo>
                <a:cubicBezTo>
                  <a:pt x="530" y="504"/>
                  <a:pt x="504" y="530"/>
                  <a:pt x="472" y="530"/>
                </a:cubicBezTo>
                <a:lnTo>
                  <a:pt x="60" y="530"/>
                </a:lnTo>
                <a:cubicBezTo>
                  <a:pt x="26" y="530"/>
                  <a:pt x="0" y="504"/>
                  <a:pt x="0" y="470"/>
                </a:cubicBezTo>
                <a:lnTo>
                  <a:pt x="0" y="59"/>
                </a:lnTo>
                <a:cubicBezTo>
                  <a:pt x="0" y="26"/>
                  <a:pt x="26" y="0"/>
                  <a:pt x="60" y="0"/>
                </a:cubicBezTo>
                <a:lnTo>
                  <a:pt x="472" y="0"/>
                </a:lnTo>
                <a:cubicBezTo>
                  <a:pt x="504" y="0"/>
                  <a:pt x="530" y="26"/>
                  <a:pt x="530" y="59"/>
                </a:cubicBezTo>
                <a:lnTo>
                  <a:pt x="530" y="470"/>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45" name="Freeform: Shape 1644"/>
          <p:cNvSpPr/>
          <p:nvPr/>
        </p:nvSpPr>
        <p:spPr>
          <a:xfrm>
            <a:off x="6964200" y="2612520"/>
            <a:ext cx="131040" cy="128880"/>
          </a:xfrm>
          <a:custGeom>
            <a:avLst/>
            <a:gdLst/>
            <a:ahLst/>
            <a:cxnLst/>
            <a:rect l="0" t="0" r="r" b="b"/>
            <a:pathLst>
              <a:path w="364" h="358">
                <a:moveTo>
                  <a:pt x="348" y="6"/>
                </a:moveTo>
                <a:cubicBezTo>
                  <a:pt x="331" y="-5"/>
                  <a:pt x="308" y="0"/>
                  <a:pt x="297" y="17"/>
                </a:cubicBezTo>
                <a:lnTo>
                  <a:pt x="137" y="265"/>
                </a:lnTo>
                <a:lnTo>
                  <a:pt x="62" y="196"/>
                </a:lnTo>
                <a:cubicBezTo>
                  <a:pt x="47" y="183"/>
                  <a:pt x="24" y="183"/>
                  <a:pt x="10" y="198"/>
                </a:cubicBezTo>
                <a:cubicBezTo>
                  <a:pt x="-4" y="213"/>
                  <a:pt x="-3" y="237"/>
                  <a:pt x="12" y="250"/>
                </a:cubicBezTo>
                <a:lnTo>
                  <a:pt x="119" y="348"/>
                </a:lnTo>
                <a:cubicBezTo>
                  <a:pt x="126" y="355"/>
                  <a:pt x="135" y="358"/>
                  <a:pt x="144" y="358"/>
                </a:cubicBezTo>
                <a:cubicBezTo>
                  <a:pt x="154" y="358"/>
                  <a:pt x="166" y="354"/>
                  <a:pt x="175" y="341"/>
                </a:cubicBezTo>
                <a:cubicBezTo>
                  <a:pt x="180" y="334"/>
                  <a:pt x="358" y="58"/>
                  <a:pt x="358" y="58"/>
                </a:cubicBezTo>
                <a:cubicBezTo>
                  <a:pt x="369"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46" name="TextBox 1645"/>
          <p:cNvSpPr txBox="1"/>
          <p:nvPr/>
        </p:nvSpPr>
        <p:spPr>
          <a:xfrm>
            <a:off x="4536720" y="256824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647" name="TextBox 1646"/>
          <p:cNvSpPr txBox="1"/>
          <p:nvPr/>
        </p:nvSpPr>
        <p:spPr>
          <a:xfrm>
            <a:off x="8357040" y="2568240"/>
            <a:ext cx="20239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Redux state URL sync</a:t>
            </a:r>
            <a:endParaRPr lang="en-GB" sz="1500" b="0" u="none" strike="noStrike">
              <a:solidFill>
                <a:srgbClr val="000000"/>
              </a:solidFill>
              <a:effectLst/>
              <a:uFillTx/>
              <a:latin typeface="Times New Roman"/>
            </a:endParaRPr>
          </a:p>
        </p:txBody>
      </p:sp>
      <p:sp>
        <p:nvSpPr>
          <p:cNvPr id="1648" name="Freeform: Shape 1647"/>
          <p:cNvSpPr/>
          <p:nvPr/>
        </p:nvSpPr>
        <p:spPr>
          <a:xfrm>
            <a:off x="4333680" y="3009600"/>
            <a:ext cx="190800" cy="190800"/>
          </a:xfrm>
          <a:custGeom>
            <a:avLst/>
            <a:gdLst/>
            <a:ahLst/>
            <a:cxnLst/>
            <a:rect l="0" t="0" r="r" b="b"/>
            <a:pathLst>
              <a:path w="530" h="530">
                <a:moveTo>
                  <a:pt x="530" y="472"/>
                </a:moveTo>
                <a:cubicBezTo>
                  <a:pt x="530" y="504"/>
                  <a:pt x="504" y="530"/>
                  <a:pt x="471" y="530"/>
                </a:cubicBezTo>
                <a:lnTo>
                  <a:pt x="59" y="530"/>
                </a:lnTo>
                <a:cubicBezTo>
                  <a:pt x="26" y="530"/>
                  <a:pt x="0" y="504"/>
                  <a:pt x="0" y="472"/>
                </a:cubicBezTo>
                <a:lnTo>
                  <a:pt x="0" y="59"/>
                </a:lnTo>
                <a:cubicBezTo>
                  <a:pt x="0" y="27"/>
                  <a:pt x="26" y="0"/>
                  <a:pt x="59" y="0"/>
                </a:cubicBezTo>
                <a:lnTo>
                  <a:pt x="471" y="0"/>
                </a:lnTo>
                <a:cubicBezTo>
                  <a:pt x="504" y="0"/>
                  <a:pt x="530" y="27"/>
                  <a:pt x="530" y="59"/>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49" name="Freeform: Shape 1648"/>
          <p:cNvSpPr/>
          <p:nvPr/>
        </p:nvSpPr>
        <p:spPr>
          <a:xfrm>
            <a:off x="4341600" y="3072240"/>
            <a:ext cx="177480" cy="65520"/>
          </a:xfrm>
          <a:custGeom>
            <a:avLst/>
            <a:gdLst/>
            <a:ahLst/>
            <a:cxnLst/>
            <a:rect l="0" t="0" r="r" b="b"/>
            <a:pathLst>
              <a:path w="493" h="182">
                <a:moveTo>
                  <a:pt x="19" y="0"/>
                </a:moveTo>
                <a:cubicBezTo>
                  <a:pt x="24" y="0"/>
                  <a:pt x="32" y="3"/>
                  <a:pt x="35" y="8"/>
                </a:cubicBezTo>
                <a:lnTo>
                  <a:pt x="114" y="115"/>
                </a:lnTo>
                <a:lnTo>
                  <a:pt x="115" y="115"/>
                </a:lnTo>
                <a:lnTo>
                  <a:pt x="115" y="20"/>
                </a:lnTo>
                <a:cubicBezTo>
                  <a:pt x="115" y="7"/>
                  <a:pt x="123" y="0"/>
                  <a:pt x="133" y="0"/>
                </a:cubicBezTo>
                <a:cubicBezTo>
                  <a:pt x="144" y="0"/>
                  <a:pt x="152" y="7"/>
                  <a:pt x="152" y="20"/>
                </a:cubicBezTo>
                <a:lnTo>
                  <a:pt x="152" y="162"/>
                </a:lnTo>
                <a:cubicBezTo>
                  <a:pt x="152" y="175"/>
                  <a:pt x="144" y="182"/>
                  <a:pt x="133" y="182"/>
                </a:cubicBezTo>
                <a:cubicBezTo>
                  <a:pt x="129" y="182"/>
                  <a:pt x="121" y="178"/>
                  <a:pt x="118" y="173"/>
                </a:cubicBezTo>
                <a:lnTo>
                  <a:pt x="38" y="69"/>
                </a:lnTo>
                <a:lnTo>
                  <a:pt x="38" y="162"/>
                </a:lnTo>
                <a:cubicBezTo>
                  <a:pt x="38" y="175"/>
                  <a:pt x="30" y="182"/>
                  <a:pt x="19" y="182"/>
                </a:cubicBezTo>
                <a:cubicBezTo>
                  <a:pt x="8" y="182"/>
                  <a:pt x="0" y="175"/>
                  <a:pt x="0" y="162"/>
                </a:cubicBezTo>
                <a:lnTo>
                  <a:pt x="0" y="20"/>
                </a:lnTo>
                <a:cubicBezTo>
                  <a:pt x="0" y="7"/>
                  <a:pt x="8" y="0"/>
                  <a:pt x="19" y="0"/>
                </a:cubicBezTo>
                <a:moveTo>
                  <a:pt x="163" y="24"/>
                </a:moveTo>
                <a:cubicBezTo>
                  <a:pt x="163" y="10"/>
                  <a:pt x="169" y="1"/>
                  <a:pt x="183" y="1"/>
                </a:cubicBezTo>
                <a:lnTo>
                  <a:pt x="245" y="1"/>
                </a:lnTo>
                <a:cubicBezTo>
                  <a:pt x="257" y="1"/>
                  <a:pt x="262" y="10"/>
                  <a:pt x="262" y="19"/>
                </a:cubicBezTo>
                <a:cubicBezTo>
                  <a:pt x="262" y="28"/>
                  <a:pt x="256" y="37"/>
                  <a:pt x="245" y="37"/>
                </a:cubicBezTo>
                <a:lnTo>
                  <a:pt x="201" y="37"/>
                </a:lnTo>
                <a:lnTo>
                  <a:pt x="201" y="73"/>
                </a:lnTo>
                <a:lnTo>
                  <a:pt x="242" y="73"/>
                </a:lnTo>
                <a:cubicBezTo>
                  <a:pt x="254" y="73"/>
                  <a:pt x="260" y="82"/>
                  <a:pt x="260" y="90"/>
                </a:cubicBezTo>
                <a:cubicBezTo>
                  <a:pt x="260" y="99"/>
                  <a:pt x="254" y="108"/>
                  <a:pt x="242" y="108"/>
                </a:cubicBezTo>
                <a:lnTo>
                  <a:pt x="201" y="108"/>
                </a:lnTo>
                <a:lnTo>
                  <a:pt x="201" y="146"/>
                </a:lnTo>
                <a:lnTo>
                  <a:pt x="247" y="146"/>
                </a:lnTo>
                <a:cubicBezTo>
                  <a:pt x="259" y="146"/>
                  <a:pt x="265" y="154"/>
                  <a:pt x="265" y="163"/>
                </a:cubicBezTo>
                <a:cubicBezTo>
                  <a:pt x="265" y="171"/>
                  <a:pt x="259" y="180"/>
                  <a:pt x="247" y="180"/>
                </a:cubicBezTo>
                <a:lnTo>
                  <a:pt x="182" y="180"/>
                </a:lnTo>
                <a:cubicBezTo>
                  <a:pt x="171" y="180"/>
                  <a:pt x="163" y="173"/>
                  <a:pt x="163" y="161"/>
                </a:cubicBezTo>
                <a:lnTo>
                  <a:pt x="163" y="24"/>
                </a:lnTo>
                <a:moveTo>
                  <a:pt x="271" y="26"/>
                </a:moveTo>
                <a:cubicBezTo>
                  <a:pt x="270" y="22"/>
                  <a:pt x="270" y="21"/>
                  <a:pt x="270" y="17"/>
                </a:cubicBezTo>
                <a:cubicBezTo>
                  <a:pt x="270" y="8"/>
                  <a:pt x="276" y="0"/>
                  <a:pt x="287" y="0"/>
                </a:cubicBezTo>
                <a:cubicBezTo>
                  <a:pt x="299" y="0"/>
                  <a:pt x="305" y="7"/>
                  <a:pt x="307" y="19"/>
                </a:cubicBezTo>
                <a:lnTo>
                  <a:pt x="329" y="125"/>
                </a:lnTo>
                <a:lnTo>
                  <a:pt x="362" y="14"/>
                </a:lnTo>
                <a:cubicBezTo>
                  <a:pt x="364" y="5"/>
                  <a:pt x="372" y="0"/>
                  <a:pt x="381" y="0"/>
                </a:cubicBezTo>
                <a:cubicBezTo>
                  <a:pt x="390" y="0"/>
                  <a:pt x="398" y="5"/>
                  <a:pt x="401" y="14"/>
                </a:cubicBezTo>
                <a:lnTo>
                  <a:pt x="433" y="125"/>
                </a:lnTo>
                <a:lnTo>
                  <a:pt x="455" y="19"/>
                </a:lnTo>
                <a:cubicBezTo>
                  <a:pt x="457" y="7"/>
                  <a:pt x="464" y="0"/>
                  <a:pt x="476" y="0"/>
                </a:cubicBezTo>
                <a:cubicBezTo>
                  <a:pt x="487" y="0"/>
                  <a:pt x="493" y="8"/>
                  <a:pt x="493" y="17"/>
                </a:cubicBezTo>
                <a:cubicBezTo>
                  <a:pt x="493" y="21"/>
                  <a:pt x="493" y="22"/>
                  <a:pt x="492" y="26"/>
                </a:cubicBezTo>
                <a:lnTo>
                  <a:pt x="460" y="162"/>
                </a:lnTo>
                <a:cubicBezTo>
                  <a:pt x="457" y="173"/>
                  <a:pt x="449" y="182"/>
                  <a:pt x="435" y="182"/>
                </a:cubicBezTo>
                <a:cubicBezTo>
                  <a:pt x="423" y="182"/>
                  <a:pt x="413" y="174"/>
                  <a:pt x="410" y="163"/>
                </a:cubicBezTo>
                <a:lnTo>
                  <a:pt x="381" y="67"/>
                </a:lnTo>
                <a:lnTo>
                  <a:pt x="352" y="163"/>
                </a:lnTo>
                <a:cubicBezTo>
                  <a:pt x="349" y="174"/>
                  <a:pt x="339" y="182"/>
                  <a:pt x="327" y="182"/>
                </a:cubicBezTo>
                <a:cubicBezTo>
                  <a:pt x="313" y="182"/>
                  <a:pt x="305" y="173"/>
                  <a:pt x="302" y="162"/>
                </a:cubicBezTo>
                <a:lnTo>
                  <a:pt x="271" y="26"/>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50" name="TextBox 1649"/>
          <p:cNvSpPr txBox="1"/>
          <p:nvPr/>
        </p:nvSpPr>
        <p:spPr>
          <a:xfrm>
            <a:off x="880920" y="2996640"/>
            <a:ext cx="1730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Filter Configuration</a:t>
            </a:r>
            <a:endParaRPr lang="en-GB" sz="1500" b="0" u="none" strike="noStrike">
              <a:solidFill>
                <a:srgbClr val="000000"/>
              </a:solidFill>
              <a:effectLst/>
              <a:uFillTx/>
              <a:latin typeface="Times New Roman"/>
            </a:endParaRPr>
          </a:p>
        </p:txBody>
      </p:sp>
      <p:sp>
        <p:nvSpPr>
          <p:cNvPr id="1651" name="Freeform: Shape 1650"/>
          <p:cNvSpPr/>
          <p:nvPr/>
        </p:nvSpPr>
        <p:spPr>
          <a:xfrm>
            <a:off x="6933960" y="3009600"/>
            <a:ext cx="190800" cy="190800"/>
          </a:xfrm>
          <a:custGeom>
            <a:avLst/>
            <a:gdLst/>
            <a:ahLst/>
            <a:cxnLst/>
            <a:rect l="0" t="0" r="r" b="b"/>
            <a:pathLst>
              <a:path w="530" h="530">
                <a:moveTo>
                  <a:pt x="530" y="472"/>
                </a:moveTo>
                <a:cubicBezTo>
                  <a:pt x="530" y="504"/>
                  <a:pt x="504" y="530"/>
                  <a:pt x="472" y="530"/>
                </a:cubicBezTo>
                <a:lnTo>
                  <a:pt x="60" y="530"/>
                </a:lnTo>
                <a:cubicBezTo>
                  <a:pt x="26" y="530"/>
                  <a:pt x="0" y="504"/>
                  <a:pt x="0" y="472"/>
                </a:cubicBezTo>
                <a:lnTo>
                  <a:pt x="0" y="59"/>
                </a:lnTo>
                <a:cubicBezTo>
                  <a:pt x="0" y="27"/>
                  <a:pt x="26" y="0"/>
                  <a:pt x="60" y="0"/>
                </a:cubicBezTo>
                <a:lnTo>
                  <a:pt x="472" y="0"/>
                </a:lnTo>
                <a:cubicBezTo>
                  <a:pt x="504" y="0"/>
                  <a:pt x="530" y="27"/>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52" name="Freeform: Shape 1651"/>
          <p:cNvSpPr/>
          <p:nvPr/>
        </p:nvSpPr>
        <p:spPr>
          <a:xfrm>
            <a:off x="6964200" y="3041280"/>
            <a:ext cx="131040" cy="128880"/>
          </a:xfrm>
          <a:custGeom>
            <a:avLst/>
            <a:gdLst/>
            <a:ahLst/>
            <a:cxnLst/>
            <a:rect l="0" t="0" r="r" b="b"/>
            <a:pathLst>
              <a:path w="364" h="358">
                <a:moveTo>
                  <a:pt x="348" y="6"/>
                </a:moveTo>
                <a:cubicBezTo>
                  <a:pt x="331" y="-5"/>
                  <a:pt x="308" y="0"/>
                  <a:pt x="297" y="17"/>
                </a:cubicBezTo>
                <a:lnTo>
                  <a:pt x="137" y="263"/>
                </a:lnTo>
                <a:lnTo>
                  <a:pt x="62" y="195"/>
                </a:lnTo>
                <a:cubicBezTo>
                  <a:pt x="47" y="181"/>
                  <a:pt x="24" y="182"/>
                  <a:pt x="10" y="197"/>
                </a:cubicBezTo>
                <a:cubicBezTo>
                  <a:pt x="-4" y="212"/>
                  <a:pt x="-3" y="235"/>
                  <a:pt x="12" y="249"/>
                </a:cubicBezTo>
                <a:lnTo>
                  <a:pt x="119" y="348"/>
                </a:lnTo>
                <a:cubicBezTo>
                  <a:pt x="126" y="354"/>
                  <a:pt x="135" y="358"/>
                  <a:pt x="144" y="358"/>
                </a:cubicBezTo>
                <a:cubicBezTo>
                  <a:pt x="154" y="358"/>
                  <a:pt x="166" y="354"/>
                  <a:pt x="175" y="341"/>
                </a:cubicBezTo>
                <a:cubicBezTo>
                  <a:pt x="180" y="333"/>
                  <a:pt x="358" y="57"/>
                  <a:pt x="358" y="57"/>
                </a:cubicBezTo>
                <a:cubicBezTo>
                  <a:pt x="369"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53" name="TextBox 1652"/>
          <p:cNvSpPr txBox="1"/>
          <p:nvPr/>
        </p:nvSpPr>
        <p:spPr>
          <a:xfrm>
            <a:off x="4536720" y="299664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654" name="TextBox 1653"/>
          <p:cNvSpPr txBox="1"/>
          <p:nvPr/>
        </p:nvSpPr>
        <p:spPr>
          <a:xfrm>
            <a:off x="8357040" y="2996640"/>
            <a:ext cx="1624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Root of filter trees</a:t>
            </a:r>
            <a:endParaRPr lang="en-GB" sz="1500" b="0" u="none" strike="noStrike">
              <a:solidFill>
                <a:srgbClr val="000000"/>
              </a:solidFill>
              <a:effectLst/>
              <a:uFillTx/>
              <a:latin typeface="Times New Roman"/>
            </a:endParaRPr>
          </a:p>
        </p:txBody>
      </p:sp>
      <p:sp>
        <p:nvSpPr>
          <p:cNvPr id="1655" name="Freeform: Shape 1654"/>
          <p:cNvSpPr/>
          <p:nvPr/>
        </p:nvSpPr>
        <p:spPr>
          <a:xfrm>
            <a:off x="4333680" y="343836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56" name="Freeform: Shape 1655"/>
          <p:cNvSpPr/>
          <p:nvPr/>
        </p:nvSpPr>
        <p:spPr>
          <a:xfrm>
            <a:off x="4341600" y="3500640"/>
            <a:ext cx="177480" cy="65520"/>
          </a:xfrm>
          <a:custGeom>
            <a:avLst/>
            <a:gdLst/>
            <a:ahLst/>
            <a:cxnLst/>
            <a:rect l="0" t="0" r="r" b="b"/>
            <a:pathLst>
              <a:path w="493" h="182">
                <a:moveTo>
                  <a:pt x="19" y="0"/>
                </a:moveTo>
                <a:cubicBezTo>
                  <a:pt x="24" y="0"/>
                  <a:pt x="32" y="4"/>
                  <a:pt x="35" y="9"/>
                </a:cubicBezTo>
                <a:lnTo>
                  <a:pt x="114" y="115"/>
                </a:lnTo>
                <a:lnTo>
                  <a:pt x="115" y="115"/>
                </a:lnTo>
                <a:lnTo>
                  <a:pt x="115" y="20"/>
                </a:lnTo>
                <a:cubicBezTo>
                  <a:pt x="115" y="7"/>
                  <a:pt x="123" y="0"/>
                  <a:pt x="133" y="0"/>
                </a:cubicBezTo>
                <a:cubicBezTo>
                  <a:pt x="144" y="0"/>
                  <a:pt x="152" y="7"/>
                  <a:pt x="152" y="20"/>
                </a:cubicBezTo>
                <a:lnTo>
                  <a:pt x="152" y="163"/>
                </a:lnTo>
                <a:cubicBezTo>
                  <a:pt x="152" y="175"/>
                  <a:pt x="144" y="182"/>
                  <a:pt x="133" y="182"/>
                </a:cubicBezTo>
                <a:cubicBezTo>
                  <a:pt x="129" y="182"/>
                  <a:pt x="121" y="178"/>
                  <a:pt x="118" y="174"/>
                </a:cubicBezTo>
                <a:lnTo>
                  <a:pt x="38" y="69"/>
                </a:lnTo>
                <a:lnTo>
                  <a:pt x="38" y="163"/>
                </a:lnTo>
                <a:cubicBezTo>
                  <a:pt x="38" y="175"/>
                  <a:pt x="30" y="182"/>
                  <a:pt x="19" y="182"/>
                </a:cubicBezTo>
                <a:cubicBezTo>
                  <a:pt x="8" y="182"/>
                  <a:pt x="0" y="175"/>
                  <a:pt x="0" y="163"/>
                </a:cubicBezTo>
                <a:lnTo>
                  <a:pt x="0" y="20"/>
                </a:lnTo>
                <a:cubicBezTo>
                  <a:pt x="0" y="7"/>
                  <a:pt x="8" y="0"/>
                  <a:pt x="19" y="0"/>
                </a:cubicBezTo>
                <a:moveTo>
                  <a:pt x="163" y="24"/>
                </a:moveTo>
                <a:cubicBezTo>
                  <a:pt x="163" y="11"/>
                  <a:pt x="169" y="2"/>
                  <a:pt x="183" y="2"/>
                </a:cubicBezTo>
                <a:lnTo>
                  <a:pt x="245" y="2"/>
                </a:lnTo>
                <a:cubicBezTo>
                  <a:pt x="257" y="2"/>
                  <a:pt x="262" y="10"/>
                  <a:pt x="262" y="19"/>
                </a:cubicBezTo>
                <a:cubicBezTo>
                  <a:pt x="262" y="28"/>
                  <a:pt x="256" y="36"/>
                  <a:pt x="245" y="36"/>
                </a:cubicBezTo>
                <a:lnTo>
                  <a:pt x="201" y="36"/>
                </a:lnTo>
                <a:lnTo>
                  <a:pt x="201" y="73"/>
                </a:lnTo>
                <a:lnTo>
                  <a:pt x="242" y="73"/>
                </a:lnTo>
                <a:cubicBezTo>
                  <a:pt x="254" y="73"/>
                  <a:pt x="260" y="81"/>
                  <a:pt x="260" y="91"/>
                </a:cubicBezTo>
                <a:cubicBezTo>
                  <a:pt x="260" y="100"/>
                  <a:pt x="254" y="108"/>
                  <a:pt x="242" y="108"/>
                </a:cubicBezTo>
                <a:lnTo>
                  <a:pt x="201" y="108"/>
                </a:lnTo>
                <a:lnTo>
                  <a:pt x="201" y="146"/>
                </a:lnTo>
                <a:lnTo>
                  <a:pt x="247" y="146"/>
                </a:lnTo>
                <a:cubicBezTo>
                  <a:pt x="259" y="146"/>
                  <a:pt x="265" y="155"/>
                  <a:pt x="265" y="163"/>
                </a:cubicBezTo>
                <a:cubicBezTo>
                  <a:pt x="265" y="172"/>
                  <a:pt x="259" y="181"/>
                  <a:pt x="247" y="181"/>
                </a:cubicBezTo>
                <a:lnTo>
                  <a:pt x="182" y="181"/>
                </a:lnTo>
                <a:cubicBezTo>
                  <a:pt x="171" y="181"/>
                  <a:pt x="163" y="173"/>
                  <a:pt x="163" y="162"/>
                </a:cubicBezTo>
                <a:lnTo>
                  <a:pt x="163" y="24"/>
                </a:lnTo>
                <a:moveTo>
                  <a:pt x="271" y="25"/>
                </a:moveTo>
                <a:cubicBezTo>
                  <a:pt x="270" y="22"/>
                  <a:pt x="270" y="20"/>
                  <a:pt x="270" y="17"/>
                </a:cubicBezTo>
                <a:cubicBezTo>
                  <a:pt x="270" y="9"/>
                  <a:pt x="276" y="0"/>
                  <a:pt x="287" y="0"/>
                </a:cubicBezTo>
                <a:cubicBezTo>
                  <a:pt x="299" y="0"/>
                  <a:pt x="305" y="7"/>
                  <a:pt x="307" y="18"/>
                </a:cubicBezTo>
                <a:lnTo>
                  <a:pt x="329" y="126"/>
                </a:lnTo>
                <a:lnTo>
                  <a:pt x="362" y="15"/>
                </a:lnTo>
                <a:cubicBezTo>
                  <a:pt x="364" y="6"/>
                  <a:pt x="372" y="0"/>
                  <a:pt x="381" y="0"/>
                </a:cubicBezTo>
                <a:cubicBezTo>
                  <a:pt x="390" y="0"/>
                  <a:pt x="398" y="6"/>
                  <a:pt x="401" y="15"/>
                </a:cubicBezTo>
                <a:lnTo>
                  <a:pt x="433" y="126"/>
                </a:lnTo>
                <a:lnTo>
                  <a:pt x="455" y="18"/>
                </a:lnTo>
                <a:cubicBezTo>
                  <a:pt x="457" y="7"/>
                  <a:pt x="464" y="0"/>
                  <a:pt x="476" y="0"/>
                </a:cubicBezTo>
                <a:cubicBezTo>
                  <a:pt x="487" y="0"/>
                  <a:pt x="493" y="9"/>
                  <a:pt x="493" y="17"/>
                </a:cubicBezTo>
                <a:cubicBezTo>
                  <a:pt x="493" y="20"/>
                  <a:pt x="493" y="22"/>
                  <a:pt x="492" y="25"/>
                </a:cubicBezTo>
                <a:lnTo>
                  <a:pt x="460" y="163"/>
                </a:lnTo>
                <a:cubicBezTo>
                  <a:pt x="457" y="173"/>
                  <a:pt x="449" y="182"/>
                  <a:pt x="435" y="182"/>
                </a:cubicBezTo>
                <a:cubicBezTo>
                  <a:pt x="423" y="182"/>
                  <a:pt x="413" y="174"/>
                  <a:pt x="410" y="164"/>
                </a:cubicBezTo>
                <a:lnTo>
                  <a:pt x="381" y="67"/>
                </a:lnTo>
                <a:lnTo>
                  <a:pt x="352" y="164"/>
                </a:lnTo>
                <a:cubicBezTo>
                  <a:pt x="349" y="174"/>
                  <a:pt x="339" y="182"/>
                  <a:pt x="327" y="182"/>
                </a:cubicBezTo>
                <a:cubicBezTo>
                  <a:pt x="313" y="182"/>
                  <a:pt x="305" y="173"/>
                  <a:pt x="302" y="163"/>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57" name="TextBox 1656"/>
          <p:cNvSpPr txBox="1"/>
          <p:nvPr/>
        </p:nvSpPr>
        <p:spPr>
          <a:xfrm>
            <a:off x="880920" y="3425400"/>
            <a:ext cx="1162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Filter Groups</a:t>
            </a:r>
            <a:endParaRPr lang="en-GB" sz="1500" b="0" u="none" strike="noStrike">
              <a:solidFill>
                <a:srgbClr val="000000"/>
              </a:solidFill>
              <a:effectLst/>
              <a:uFillTx/>
              <a:latin typeface="Times New Roman"/>
            </a:endParaRPr>
          </a:p>
        </p:txBody>
      </p:sp>
      <p:sp>
        <p:nvSpPr>
          <p:cNvPr id="1658" name="Freeform: Shape 1657"/>
          <p:cNvSpPr/>
          <p:nvPr/>
        </p:nvSpPr>
        <p:spPr>
          <a:xfrm>
            <a:off x="6933960" y="3438360"/>
            <a:ext cx="190800" cy="190800"/>
          </a:xfrm>
          <a:custGeom>
            <a:avLst/>
            <a:gdLst/>
            <a:ahLst/>
            <a:cxnLst/>
            <a:rect l="0" t="0" r="r" b="b"/>
            <a:pathLst>
              <a:path w="530" h="530">
                <a:moveTo>
                  <a:pt x="530" y="471"/>
                </a:moveTo>
                <a:cubicBezTo>
                  <a:pt x="530" y="504"/>
                  <a:pt x="504" y="530"/>
                  <a:pt x="472" y="530"/>
                </a:cubicBezTo>
                <a:lnTo>
                  <a:pt x="60" y="530"/>
                </a:lnTo>
                <a:cubicBezTo>
                  <a:pt x="26" y="530"/>
                  <a:pt x="0" y="504"/>
                  <a:pt x="0" y="471"/>
                </a:cubicBezTo>
                <a:lnTo>
                  <a:pt x="0" y="59"/>
                </a:lnTo>
                <a:cubicBezTo>
                  <a:pt x="0" y="26"/>
                  <a:pt x="26" y="0"/>
                  <a:pt x="60" y="0"/>
                </a:cubicBezTo>
                <a:lnTo>
                  <a:pt x="472"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59" name="Freeform: Shape 1658"/>
          <p:cNvSpPr/>
          <p:nvPr/>
        </p:nvSpPr>
        <p:spPr>
          <a:xfrm>
            <a:off x="6964200" y="3470040"/>
            <a:ext cx="131040" cy="128880"/>
          </a:xfrm>
          <a:custGeom>
            <a:avLst/>
            <a:gdLst/>
            <a:ahLst/>
            <a:cxnLst/>
            <a:rect l="0" t="0" r="r" b="b"/>
            <a:pathLst>
              <a:path w="364" h="358">
                <a:moveTo>
                  <a:pt x="348" y="6"/>
                </a:moveTo>
                <a:cubicBezTo>
                  <a:pt x="331" y="-5"/>
                  <a:pt x="308" y="0"/>
                  <a:pt x="297" y="17"/>
                </a:cubicBezTo>
                <a:lnTo>
                  <a:pt x="137" y="265"/>
                </a:lnTo>
                <a:lnTo>
                  <a:pt x="62" y="197"/>
                </a:lnTo>
                <a:cubicBezTo>
                  <a:pt x="47" y="183"/>
                  <a:pt x="24" y="184"/>
                  <a:pt x="10" y="199"/>
                </a:cubicBezTo>
                <a:cubicBezTo>
                  <a:pt x="-4" y="214"/>
                  <a:pt x="-3" y="237"/>
                  <a:pt x="12" y="251"/>
                </a:cubicBezTo>
                <a:lnTo>
                  <a:pt x="119" y="349"/>
                </a:lnTo>
                <a:cubicBezTo>
                  <a:pt x="126" y="355"/>
                  <a:pt x="135" y="358"/>
                  <a:pt x="144" y="358"/>
                </a:cubicBezTo>
                <a:cubicBezTo>
                  <a:pt x="154" y="358"/>
                  <a:pt x="166" y="354"/>
                  <a:pt x="175" y="342"/>
                </a:cubicBezTo>
                <a:cubicBezTo>
                  <a:pt x="180" y="334"/>
                  <a:pt x="358" y="57"/>
                  <a:pt x="358" y="57"/>
                </a:cubicBezTo>
                <a:cubicBezTo>
                  <a:pt x="369" y="40"/>
                  <a:pt x="365" y="18"/>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60" name="TextBox 1659"/>
          <p:cNvSpPr txBox="1"/>
          <p:nvPr/>
        </p:nvSpPr>
        <p:spPr>
          <a:xfrm>
            <a:off x="4536720" y="342540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661" name="TextBox 1660"/>
          <p:cNvSpPr txBox="1"/>
          <p:nvPr/>
        </p:nvSpPr>
        <p:spPr>
          <a:xfrm>
            <a:off x="8357040" y="3425400"/>
            <a:ext cx="148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Hierarchical tree</a:t>
            </a:r>
            <a:endParaRPr lang="en-GB" sz="1500" b="0" u="none" strike="noStrike">
              <a:solidFill>
                <a:srgbClr val="000000"/>
              </a:solidFill>
              <a:effectLst/>
              <a:uFillTx/>
              <a:latin typeface="Times New Roman"/>
            </a:endParaRPr>
          </a:p>
        </p:txBody>
      </p:sp>
      <p:sp>
        <p:nvSpPr>
          <p:cNvPr id="1662" name="Freeform: Shape 1661"/>
          <p:cNvSpPr/>
          <p:nvPr/>
        </p:nvSpPr>
        <p:spPr>
          <a:xfrm>
            <a:off x="4333680" y="387648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63" name="Freeform: Shape 1662"/>
          <p:cNvSpPr/>
          <p:nvPr/>
        </p:nvSpPr>
        <p:spPr>
          <a:xfrm>
            <a:off x="4341600" y="3938760"/>
            <a:ext cx="177480" cy="65520"/>
          </a:xfrm>
          <a:custGeom>
            <a:avLst/>
            <a:gdLst/>
            <a:ahLst/>
            <a:cxnLst/>
            <a:rect l="0" t="0" r="r" b="b"/>
            <a:pathLst>
              <a:path w="493" h="182">
                <a:moveTo>
                  <a:pt x="19" y="0"/>
                </a:moveTo>
                <a:cubicBezTo>
                  <a:pt x="24" y="0"/>
                  <a:pt x="32" y="4"/>
                  <a:pt x="35" y="9"/>
                </a:cubicBezTo>
                <a:lnTo>
                  <a:pt x="114" y="114"/>
                </a:lnTo>
                <a:lnTo>
                  <a:pt x="115" y="114"/>
                </a:lnTo>
                <a:lnTo>
                  <a:pt x="115" y="20"/>
                </a:lnTo>
                <a:cubicBezTo>
                  <a:pt x="115" y="7"/>
                  <a:pt x="123" y="0"/>
                  <a:pt x="133" y="0"/>
                </a:cubicBezTo>
                <a:cubicBezTo>
                  <a:pt x="144" y="0"/>
                  <a:pt x="152" y="7"/>
                  <a:pt x="152" y="20"/>
                </a:cubicBezTo>
                <a:lnTo>
                  <a:pt x="152" y="163"/>
                </a:lnTo>
                <a:cubicBezTo>
                  <a:pt x="152" y="175"/>
                  <a:pt x="144" y="182"/>
                  <a:pt x="133" y="182"/>
                </a:cubicBezTo>
                <a:cubicBezTo>
                  <a:pt x="129" y="182"/>
                  <a:pt x="121" y="179"/>
                  <a:pt x="118" y="174"/>
                </a:cubicBezTo>
                <a:lnTo>
                  <a:pt x="38" y="69"/>
                </a:lnTo>
                <a:lnTo>
                  <a:pt x="38" y="163"/>
                </a:lnTo>
                <a:cubicBezTo>
                  <a:pt x="38" y="175"/>
                  <a:pt x="30" y="182"/>
                  <a:pt x="19" y="182"/>
                </a:cubicBezTo>
                <a:cubicBezTo>
                  <a:pt x="8" y="182"/>
                  <a:pt x="0" y="175"/>
                  <a:pt x="0" y="163"/>
                </a:cubicBezTo>
                <a:lnTo>
                  <a:pt x="0" y="20"/>
                </a:lnTo>
                <a:cubicBezTo>
                  <a:pt x="0" y="7"/>
                  <a:pt x="8" y="0"/>
                  <a:pt x="19" y="0"/>
                </a:cubicBezTo>
                <a:moveTo>
                  <a:pt x="163" y="24"/>
                </a:moveTo>
                <a:cubicBezTo>
                  <a:pt x="163" y="11"/>
                  <a:pt x="169" y="2"/>
                  <a:pt x="183" y="2"/>
                </a:cubicBezTo>
                <a:lnTo>
                  <a:pt x="245" y="2"/>
                </a:lnTo>
                <a:cubicBezTo>
                  <a:pt x="257" y="2"/>
                  <a:pt x="262" y="10"/>
                  <a:pt x="262" y="19"/>
                </a:cubicBezTo>
                <a:cubicBezTo>
                  <a:pt x="262" y="28"/>
                  <a:pt x="256" y="36"/>
                  <a:pt x="245" y="36"/>
                </a:cubicBezTo>
                <a:lnTo>
                  <a:pt x="201" y="36"/>
                </a:lnTo>
                <a:lnTo>
                  <a:pt x="201" y="73"/>
                </a:lnTo>
                <a:lnTo>
                  <a:pt x="242" y="73"/>
                </a:lnTo>
                <a:cubicBezTo>
                  <a:pt x="254" y="73"/>
                  <a:pt x="260" y="81"/>
                  <a:pt x="260" y="90"/>
                </a:cubicBezTo>
                <a:cubicBezTo>
                  <a:pt x="260" y="99"/>
                  <a:pt x="254" y="107"/>
                  <a:pt x="242" y="107"/>
                </a:cubicBezTo>
                <a:lnTo>
                  <a:pt x="201" y="107"/>
                </a:lnTo>
                <a:lnTo>
                  <a:pt x="201" y="146"/>
                </a:lnTo>
                <a:lnTo>
                  <a:pt x="247" y="146"/>
                </a:lnTo>
                <a:cubicBezTo>
                  <a:pt x="259" y="146"/>
                  <a:pt x="265" y="155"/>
                  <a:pt x="265" y="164"/>
                </a:cubicBezTo>
                <a:cubicBezTo>
                  <a:pt x="265" y="172"/>
                  <a:pt x="259" y="181"/>
                  <a:pt x="247" y="181"/>
                </a:cubicBezTo>
                <a:lnTo>
                  <a:pt x="182" y="181"/>
                </a:lnTo>
                <a:cubicBezTo>
                  <a:pt x="171" y="181"/>
                  <a:pt x="163" y="173"/>
                  <a:pt x="163" y="162"/>
                </a:cubicBezTo>
                <a:lnTo>
                  <a:pt x="163" y="24"/>
                </a:lnTo>
                <a:moveTo>
                  <a:pt x="271" y="25"/>
                </a:moveTo>
                <a:cubicBezTo>
                  <a:pt x="270" y="22"/>
                  <a:pt x="270" y="20"/>
                  <a:pt x="270" y="17"/>
                </a:cubicBezTo>
                <a:cubicBezTo>
                  <a:pt x="270" y="9"/>
                  <a:pt x="276" y="0"/>
                  <a:pt x="287" y="0"/>
                </a:cubicBezTo>
                <a:cubicBezTo>
                  <a:pt x="299" y="0"/>
                  <a:pt x="305" y="7"/>
                  <a:pt x="307" y="18"/>
                </a:cubicBezTo>
                <a:lnTo>
                  <a:pt x="329" y="125"/>
                </a:lnTo>
                <a:lnTo>
                  <a:pt x="362" y="15"/>
                </a:lnTo>
                <a:cubicBezTo>
                  <a:pt x="364" y="6"/>
                  <a:pt x="372" y="0"/>
                  <a:pt x="381" y="0"/>
                </a:cubicBezTo>
                <a:cubicBezTo>
                  <a:pt x="390" y="0"/>
                  <a:pt x="398" y="6"/>
                  <a:pt x="401" y="15"/>
                </a:cubicBezTo>
                <a:lnTo>
                  <a:pt x="433" y="125"/>
                </a:lnTo>
                <a:lnTo>
                  <a:pt x="455" y="18"/>
                </a:lnTo>
                <a:cubicBezTo>
                  <a:pt x="457" y="7"/>
                  <a:pt x="464" y="0"/>
                  <a:pt x="476" y="0"/>
                </a:cubicBezTo>
                <a:cubicBezTo>
                  <a:pt x="487" y="0"/>
                  <a:pt x="493" y="9"/>
                  <a:pt x="493" y="17"/>
                </a:cubicBezTo>
                <a:cubicBezTo>
                  <a:pt x="493" y="20"/>
                  <a:pt x="493" y="22"/>
                  <a:pt x="492" y="25"/>
                </a:cubicBezTo>
                <a:lnTo>
                  <a:pt x="460" y="163"/>
                </a:lnTo>
                <a:cubicBezTo>
                  <a:pt x="457" y="173"/>
                  <a:pt x="449" y="182"/>
                  <a:pt x="435" y="182"/>
                </a:cubicBezTo>
                <a:cubicBezTo>
                  <a:pt x="423" y="182"/>
                  <a:pt x="413" y="174"/>
                  <a:pt x="410" y="164"/>
                </a:cubicBezTo>
                <a:lnTo>
                  <a:pt x="381" y="67"/>
                </a:lnTo>
                <a:lnTo>
                  <a:pt x="352" y="164"/>
                </a:lnTo>
                <a:cubicBezTo>
                  <a:pt x="349" y="174"/>
                  <a:pt x="339" y="182"/>
                  <a:pt x="327" y="182"/>
                </a:cubicBezTo>
                <a:cubicBezTo>
                  <a:pt x="313" y="182"/>
                  <a:pt x="305" y="173"/>
                  <a:pt x="302" y="163"/>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64" name="TextBox 1663"/>
          <p:cNvSpPr txBox="1"/>
          <p:nvPr/>
        </p:nvSpPr>
        <p:spPr>
          <a:xfrm>
            <a:off x="880920" y="3863520"/>
            <a:ext cx="14202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Product Groups</a:t>
            </a:r>
            <a:endParaRPr lang="en-GB" sz="1500" b="0" u="none" strike="noStrike">
              <a:solidFill>
                <a:srgbClr val="000000"/>
              </a:solidFill>
              <a:effectLst/>
              <a:uFillTx/>
              <a:latin typeface="Times New Roman"/>
            </a:endParaRPr>
          </a:p>
        </p:txBody>
      </p:sp>
      <p:sp>
        <p:nvSpPr>
          <p:cNvPr id="1665" name="Freeform: Shape 1664"/>
          <p:cNvSpPr/>
          <p:nvPr/>
        </p:nvSpPr>
        <p:spPr>
          <a:xfrm>
            <a:off x="6933960" y="3876480"/>
            <a:ext cx="190800" cy="190800"/>
          </a:xfrm>
          <a:custGeom>
            <a:avLst/>
            <a:gdLst/>
            <a:ahLst/>
            <a:cxnLst/>
            <a:rect l="0" t="0" r="r" b="b"/>
            <a:pathLst>
              <a:path w="530" h="530">
                <a:moveTo>
                  <a:pt x="530" y="471"/>
                </a:moveTo>
                <a:cubicBezTo>
                  <a:pt x="530" y="504"/>
                  <a:pt x="504" y="530"/>
                  <a:pt x="472" y="530"/>
                </a:cubicBezTo>
                <a:lnTo>
                  <a:pt x="60" y="530"/>
                </a:lnTo>
                <a:cubicBezTo>
                  <a:pt x="26" y="530"/>
                  <a:pt x="0" y="504"/>
                  <a:pt x="0" y="471"/>
                </a:cubicBezTo>
                <a:lnTo>
                  <a:pt x="0" y="59"/>
                </a:lnTo>
                <a:cubicBezTo>
                  <a:pt x="0" y="26"/>
                  <a:pt x="26" y="0"/>
                  <a:pt x="60" y="0"/>
                </a:cubicBezTo>
                <a:lnTo>
                  <a:pt x="472"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66" name="Freeform: Shape 1665"/>
          <p:cNvSpPr/>
          <p:nvPr/>
        </p:nvSpPr>
        <p:spPr>
          <a:xfrm>
            <a:off x="6964200" y="3908160"/>
            <a:ext cx="131040" cy="128520"/>
          </a:xfrm>
          <a:custGeom>
            <a:avLst/>
            <a:gdLst/>
            <a:ahLst/>
            <a:cxnLst/>
            <a:rect l="0" t="0" r="r" b="b"/>
            <a:pathLst>
              <a:path w="364" h="357">
                <a:moveTo>
                  <a:pt x="348" y="7"/>
                </a:moveTo>
                <a:cubicBezTo>
                  <a:pt x="331" y="-5"/>
                  <a:pt x="308" y="-1"/>
                  <a:pt x="297" y="17"/>
                </a:cubicBezTo>
                <a:lnTo>
                  <a:pt x="137" y="264"/>
                </a:lnTo>
                <a:lnTo>
                  <a:pt x="62" y="196"/>
                </a:lnTo>
                <a:cubicBezTo>
                  <a:pt x="47" y="182"/>
                  <a:pt x="24" y="183"/>
                  <a:pt x="10" y="198"/>
                </a:cubicBezTo>
                <a:cubicBezTo>
                  <a:pt x="-4" y="213"/>
                  <a:pt x="-3" y="236"/>
                  <a:pt x="12" y="250"/>
                </a:cubicBezTo>
                <a:lnTo>
                  <a:pt x="119" y="348"/>
                </a:lnTo>
                <a:cubicBezTo>
                  <a:pt x="126" y="354"/>
                  <a:pt x="135" y="357"/>
                  <a:pt x="144" y="357"/>
                </a:cubicBezTo>
                <a:cubicBezTo>
                  <a:pt x="154" y="357"/>
                  <a:pt x="166" y="353"/>
                  <a:pt x="175" y="341"/>
                </a:cubicBezTo>
                <a:cubicBezTo>
                  <a:pt x="180" y="333"/>
                  <a:pt x="358" y="57"/>
                  <a:pt x="358" y="57"/>
                </a:cubicBezTo>
                <a:cubicBezTo>
                  <a:pt x="369" y="40"/>
                  <a:pt x="365" y="18"/>
                  <a:pt x="348" y="7"/>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67" name="TextBox 1666"/>
          <p:cNvSpPr txBox="1"/>
          <p:nvPr/>
        </p:nvSpPr>
        <p:spPr>
          <a:xfrm>
            <a:off x="4536720" y="386352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668" name="TextBox 1667"/>
          <p:cNvSpPr txBox="1"/>
          <p:nvPr/>
        </p:nvSpPr>
        <p:spPr>
          <a:xfrm>
            <a:off x="8357040" y="3863520"/>
            <a:ext cx="13860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Mapping tables</a:t>
            </a:r>
            <a:endParaRPr lang="en-GB" sz="1500" b="0" u="none" strike="noStrike">
              <a:solidFill>
                <a:srgbClr val="000000"/>
              </a:solidFill>
              <a:effectLst/>
              <a:uFillTx/>
              <a:latin typeface="Times New Roman"/>
            </a:endParaRPr>
          </a:p>
        </p:txBody>
      </p:sp>
      <p:sp>
        <p:nvSpPr>
          <p:cNvPr id="1669" name="Freeform: Shape 1668"/>
          <p:cNvSpPr/>
          <p:nvPr/>
        </p:nvSpPr>
        <p:spPr>
          <a:xfrm>
            <a:off x="4333680" y="4305240"/>
            <a:ext cx="190800" cy="190800"/>
          </a:xfrm>
          <a:custGeom>
            <a:avLst/>
            <a:gdLst/>
            <a:ahLst/>
            <a:cxnLst/>
            <a:rect l="0" t="0" r="r" b="b"/>
            <a:pathLst>
              <a:path w="530" h="530">
                <a:moveTo>
                  <a:pt x="530" y="470"/>
                </a:moveTo>
                <a:cubicBezTo>
                  <a:pt x="530" y="504"/>
                  <a:pt x="504" y="530"/>
                  <a:pt x="471" y="530"/>
                </a:cubicBezTo>
                <a:lnTo>
                  <a:pt x="59" y="530"/>
                </a:lnTo>
                <a:cubicBezTo>
                  <a:pt x="26" y="530"/>
                  <a:pt x="0" y="504"/>
                  <a:pt x="0" y="470"/>
                </a:cubicBezTo>
                <a:lnTo>
                  <a:pt x="0" y="58"/>
                </a:lnTo>
                <a:cubicBezTo>
                  <a:pt x="0" y="26"/>
                  <a:pt x="26" y="0"/>
                  <a:pt x="59" y="0"/>
                </a:cubicBezTo>
                <a:lnTo>
                  <a:pt x="471" y="0"/>
                </a:lnTo>
                <a:cubicBezTo>
                  <a:pt x="504" y="0"/>
                  <a:pt x="530" y="26"/>
                  <a:pt x="530" y="58"/>
                </a:cubicBezTo>
                <a:lnTo>
                  <a:pt x="530" y="470"/>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70" name="Freeform: Shape 1669"/>
          <p:cNvSpPr/>
          <p:nvPr/>
        </p:nvSpPr>
        <p:spPr>
          <a:xfrm>
            <a:off x="4341600" y="4367520"/>
            <a:ext cx="177480" cy="65520"/>
          </a:xfrm>
          <a:custGeom>
            <a:avLst/>
            <a:gdLst/>
            <a:ahLst/>
            <a:cxnLst/>
            <a:rect l="0" t="0" r="r" b="b"/>
            <a:pathLst>
              <a:path w="493" h="182">
                <a:moveTo>
                  <a:pt x="19" y="0"/>
                </a:moveTo>
                <a:cubicBezTo>
                  <a:pt x="24" y="0"/>
                  <a:pt x="32" y="4"/>
                  <a:pt x="35" y="8"/>
                </a:cubicBezTo>
                <a:lnTo>
                  <a:pt x="114" y="115"/>
                </a:lnTo>
                <a:lnTo>
                  <a:pt x="115" y="115"/>
                </a:lnTo>
                <a:lnTo>
                  <a:pt x="115" y="21"/>
                </a:lnTo>
                <a:cubicBezTo>
                  <a:pt x="115" y="7"/>
                  <a:pt x="123" y="0"/>
                  <a:pt x="133" y="0"/>
                </a:cubicBezTo>
                <a:cubicBezTo>
                  <a:pt x="144" y="0"/>
                  <a:pt x="152" y="7"/>
                  <a:pt x="152" y="21"/>
                </a:cubicBezTo>
                <a:lnTo>
                  <a:pt x="152" y="162"/>
                </a:lnTo>
                <a:cubicBezTo>
                  <a:pt x="152" y="175"/>
                  <a:pt x="144" y="182"/>
                  <a:pt x="133" y="182"/>
                </a:cubicBezTo>
                <a:cubicBezTo>
                  <a:pt x="129" y="182"/>
                  <a:pt x="121" y="178"/>
                  <a:pt x="118" y="174"/>
                </a:cubicBezTo>
                <a:lnTo>
                  <a:pt x="38" y="69"/>
                </a:lnTo>
                <a:lnTo>
                  <a:pt x="38" y="162"/>
                </a:lnTo>
                <a:cubicBezTo>
                  <a:pt x="38" y="175"/>
                  <a:pt x="30" y="182"/>
                  <a:pt x="19" y="182"/>
                </a:cubicBezTo>
                <a:cubicBezTo>
                  <a:pt x="8" y="182"/>
                  <a:pt x="0" y="175"/>
                  <a:pt x="0" y="162"/>
                </a:cubicBezTo>
                <a:lnTo>
                  <a:pt x="0" y="21"/>
                </a:lnTo>
                <a:cubicBezTo>
                  <a:pt x="0" y="7"/>
                  <a:pt x="8" y="0"/>
                  <a:pt x="19" y="0"/>
                </a:cubicBezTo>
                <a:moveTo>
                  <a:pt x="163" y="24"/>
                </a:moveTo>
                <a:cubicBezTo>
                  <a:pt x="163" y="11"/>
                  <a:pt x="169" y="2"/>
                  <a:pt x="183" y="2"/>
                </a:cubicBezTo>
                <a:lnTo>
                  <a:pt x="245" y="2"/>
                </a:lnTo>
                <a:cubicBezTo>
                  <a:pt x="257" y="2"/>
                  <a:pt x="262" y="10"/>
                  <a:pt x="262" y="20"/>
                </a:cubicBezTo>
                <a:cubicBezTo>
                  <a:pt x="262" y="28"/>
                  <a:pt x="256" y="37"/>
                  <a:pt x="245" y="37"/>
                </a:cubicBezTo>
                <a:lnTo>
                  <a:pt x="201" y="37"/>
                </a:lnTo>
                <a:lnTo>
                  <a:pt x="201" y="73"/>
                </a:lnTo>
                <a:lnTo>
                  <a:pt x="242" y="73"/>
                </a:lnTo>
                <a:cubicBezTo>
                  <a:pt x="254" y="73"/>
                  <a:pt x="260" y="82"/>
                  <a:pt x="260" y="91"/>
                </a:cubicBezTo>
                <a:cubicBezTo>
                  <a:pt x="260" y="99"/>
                  <a:pt x="254" y="108"/>
                  <a:pt x="242" y="108"/>
                </a:cubicBezTo>
                <a:lnTo>
                  <a:pt x="201" y="108"/>
                </a:lnTo>
                <a:lnTo>
                  <a:pt x="201" y="146"/>
                </a:lnTo>
                <a:lnTo>
                  <a:pt x="247" y="146"/>
                </a:lnTo>
                <a:cubicBezTo>
                  <a:pt x="259" y="146"/>
                  <a:pt x="265" y="154"/>
                  <a:pt x="265" y="163"/>
                </a:cubicBezTo>
                <a:cubicBezTo>
                  <a:pt x="265" y="172"/>
                  <a:pt x="259" y="180"/>
                  <a:pt x="247" y="180"/>
                </a:cubicBezTo>
                <a:lnTo>
                  <a:pt x="182" y="180"/>
                </a:lnTo>
                <a:cubicBezTo>
                  <a:pt x="171" y="180"/>
                  <a:pt x="163" y="173"/>
                  <a:pt x="163" y="162"/>
                </a:cubicBezTo>
                <a:lnTo>
                  <a:pt x="163" y="24"/>
                </a:lnTo>
                <a:moveTo>
                  <a:pt x="271" y="26"/>
                </a:moveTo>
                <a:cubicBezTo>
                  <a:pt x="270" y="23"/>
                  <a:pt x="270" y="21"/>
                  <a:pt x="270" y="17"/>
                </a:cubicBezTo>
                <a:cubicBezTo>
                  <a:pt x="270" y="9"/>
                  <a:pt x="276" y="0"/>
                  <a:pt x="287" y="0"/>
                </a:cubicBezTo>
                <a:cubicBezTo>
                  <a:pt x="299" y="0"/>
                  <a:pt x="305" y="7"/>
                  <a:pt x="307" y="19"/>
                </a:cubicBezTo>
                <a:lnTo>
                  <a:pt x="329" y="125"/>
                </a:lnTo>
                <a:lnTo>
                  <a:pt x="362" y="15"/>
                </a:lnTo>
                <a:cubicBezTo>
                  <a:pt x="364" y="6"/>
                  <a:pt x="372" y="0"/>
                  <a:pt x="381" y="0"/>
                </a:cubicBezTo>
                <a:cubicBezTo>
                  <a:pt x="390" y="0"/>
                  <a:pt x="398" y="6"/>
                  <a:pt x="401" y="15"/>
                </a:cubicBezTo>
                <a:lnTo>
                  <a:pt x="433" y="125"/>
                </a:lnTo>
                <a:lnTo>
                  <a:pt x="455" y="19"/>
                </a:lnTo>
                <a:cubicBezTo>
                  <a:pt x="457" y="7"/>
                  <a:pt x="464" y="0"/>
                  <a:pt x="476" y="0"/>
                </a:cubicBezTo>
                <a:cubicBezTo>
                  <a:pt x="487" y="0"/>
                  <a:pt x="493" y="9"/>
                  <a:pt x="493" y="17"/>
                </a:cubicBezTo>
                <a:cubicBezTo>
                  <a:pt x="493" y="21"/>
                  <a:pt x="493" y="23"/>
                  <a:pt x="492" y="26"/>
                </a:cubicBezTo>
                <a:lnTo>
                  <a:pt x="460" y="162"/>
                </a:lnTo>
                <a:cubicBezTo>
                  <a:pt x="457" y="173"/>
                  <a:pt x="449" y="182"/>
                  <a:pt x="435" y="182"/>
                </a:cubicBezTo>
                <a:cubicBezTo>
                  <a:pt x="423" y="182"/>
                  <a:pt x="413" y="174"/>
                  <a:pt x="410" y="164"/>
                </a:cubicBezTo>
                <a:lnTo>
                  <a:pt x="381" y="67"/>
                </a:lnTo>
                <a:lnTo>
                  <a:pt x="352" y="164"/>
                </a:lnTo>
                <a:cubicBezTo>
                  <a:pt x="349" y="174"/>
                  <a:pt x="339" y="182"/>
                  <a:pt x="327" y="182"/>
                </a:cubicBezTo>
                <a:cubicBezTo>
                  <a:pt x="313" y="182"/>
                  <a:pt x="305" y="173"/>
                  <a:pt x="302" y="162"/>
                </a:cubicBezTo>
                <a:lnTo>
                  <a:pt x="271" y="26"/>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71" name="TextBox 1670"/>
          <p:cNvSpPr txBox="1"/>
          <p:nvPr/>
        </p:nvSpPr>
        <p:spPr>
          <a:xfrm>
            <a:off x="880920" y="4292280"/>
            <a:ext cx="1459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Subject Filtering</a:t>
            </a:r>
            <a:endParaRPr lang="en-GB" sz="1500" b="0" u="none" strike="noStrike">
              <a:solidFill>
                <a:srgbClr val="000000"/>
              </a:solidFill>
              <a:effectLst/>
              <a:uFillTx/>
              <a:latin typeface="Times New Roman"/>
            </a:endParaRPr>
          </a:p>
        </p:txBody>
      </p:sp>
      <p:sp>
        <p:nvSpPr>
          <p:cNvPr id="1672" name="Freeform: Shape 1671"/>
          <p:cNvSpPr/>
          <p:nvPr/>
        </p:nvSpPr>
        <p:spPr>
          <a:xfrm>
            <a:off x="6933960" y="4305240"/>
            <a:ext cx="190800" cy="190800"/>
          </a:xfrm>
          <a:custGeom>
            <a:avLst/>
            <a:gdLst/>
            <a:ahLst/>
            <a:cxnLst/>
            <a:rect l="0" t="0" r="r" b="b"/>
            <a:pathLst>
              <a:path w="530" h="530">
                <a:moveTo>
                  <a:pt x="530" y="470"/>
                </a:moveTo>
                <a:cubicBezTo>
                  <a:pt x="530" y="504"/>
                  <a:pt x="504" y="530"/>
                  <a:pt x="472" y="530"/>
                </a:cubicBezTo>
                <a:lnTo>
                  <a:pt x="60" y="530"/>
                </a:lnTo>
                <a:cubicBezTo>
                  <a:pt x="26" y="530"/>
                  <a:pt x="0" y="504"/>
                  <a:pt x="0" y="470"/>
                </a:cubicBezTo>
                <a:lnTo>
                  <a:pt x="0" y="58"/>
                </a:lnTo>
                <a:cubicBezTo>
                  <a:pt x="0" y="26"/>
                  <a:pt x="26" y="0"/>
                  <a:pt x="60" y="0"/>
                </a:cubicBezTo>
                <a:lnTo>
                  <a:pt x="472" y="0"/>
                </a:lnTo>
                <a:cubicBezTo>
                  <a:pt x="504" y="0"/>
                  <a:pt x="530" y="26"/>
                  <a:pt x="530" y="58"/>
                </a:cubicBezTo>
                <a:lnTo>
                  <a:pt x="530" y="470"/>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73" name="Freeform: Shape 1672"/>
          <p:cNvSpPr/>
          <p:nvPr/>
        </p:nvSpPr>
        <p:spPr>
          <a:xfrm>
            <a:off x="6964200" y="4336560"/>
            <a:ext cx="131040" cy="128880"/>
          </a:xfrm>
          <a:custGeom>
            <a:avLst/>
            <a:gdLst/>
            <a:ahLst/>
            <a:cxnLst/>
            <a:rect l="0" t="0" r="r" b="b"/>
            <a:pathLst>
              <a:path w="364" h="358">
                <a:moveTo>
                  <a:pt x="348" y="6"/>
                </a:moveTo>
                <a:cubicBezTo>
                  <a:pt x="331" y="-5"/>
                  <a:pt x="308" y="0"/>
                  <a:pt x="297" y="17"/>
                </a:cubicBezTo>
                <a:lnTo>
                  <a:pt x="137" y="265"/>
                </a:lnTo>
                <a:lnTo>
                  <a:pt x="62" y="195"/>
                </a:lnTo>
                <a:cubicBezTo>
                  <a:pt x="47" y="181"/>
                  <a:pt x="24" y="182"/>
                  <a:pt x="10" y="197"/>
                </a:cubicBezTo>
                <a:cubicBezTo>
                  <a:pt x="-4" y="212"/>
                  <a:pt x="-3" y="235"/>
                  <a:pt x="12" y="250"/>
                </a:cubicBezTo>
                <a:lnTo>
                  <a:pt x="119" y="348"/>
                </a:lnTo>
                <a:cubicBezTo>
                  <a:pt x="126" y="355"/>
                  <a:pt x="135" y="358"/>
                  <a:pt x="144" y="358"/>
                </a:cubicBezTo>
                <a:cubicBezTo>
                  <a:pt x="154" y="358"/>
                  <a:pt x="166" y="354"/>
                  <a:pt x="175" y="341"/>
                </a:cubicBezTo>
                <a:cubicBezTo>
                  <a:pt x="180" y="334"/>
                  <a:pt x="358" y="57"/>
                  <a:pt x="358" y="57"/>
                </a:cubicBezTo>
                <a:cubicBezTo>
                  <a:pt x="369"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74" name="TextBox 1673"/>
          <p:cNvSpPr txBox="1"/>
          <p:nvPr/>
        </p:nvSpPr>
        <p:spPr>
          <a:xfrm>
            <a:off x="4536720" y="429228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675" name="TextBox 1674"/>
          <p:cNvSpPr txBox="1"/>
          <p:nvPr/>
        </p:nvSpPr>
        <p:spPr>
          <a:xfrm>
            <a:off x="8357040" y="4292280"/>
            <a:ext cx="1724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Multiselect Redux</a:t>
            </a:r>
            <a:endParaRPr lang="en-GB" sz="1500" b="0" u="none" strike="noStrike">
              <a:solidFill>
                <a:srgbClr val="000000"/>
              </a:solidFill>
              <a:effectLst/>
              <a:uFillTx/>
              <a:latin typeface="Times New Roman"/>
            </a:endParaRPr>
          </a:p>
        </p:txBody>
      </p:sp>
      <p:sp>
        <p:nvSpPr>
          <p:cNvPr id="1676" name="Freeform: Shape 1675"/>
          <p:cNvSpPr/>
          <p:nvPr/>
        </p:nvSpPr>
        <p:spPr>
          <a:xfrm>
            <a:off x="4333680" y="474336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77" name="Freeform: Shape 1676"/>
          <p:cNvSpPr/>
          <p:nvPr/>
        </p:nvSpPr>
        <p:spPr>
          <a:xfrm>
            <a:off x="4341600" y="4805640"/>
            <a:ext cx="177480" cy="65520"/>
          </a:xfrm>
          <a:custGeom>
            <a:avLst/>
            <a:gdLst/>
            <a:ahLst/>
            <a:cxnLst/>
            <a:rect l="0" t="0" r="r" b="b"/>
            <a:pathLst>
              <a:path w="493" h="182">
                <a:moveTo>
                  <a:pt x="19" y="0"/>
                </a:moveTo>
                <a:cubicBezTo>
                  <a:pt x="24" y="0"/>
                  <a:pt x="32" y="4"/>
                  <a:pt x="35" y="8"/>
                </a:cubicBezTo>
                <a:lnTo>
                  <a:pt x="114" y="115"/>
                </a:lnTo>
                <a:lnTo>
                  <a:pt x="115" y="115"/>
                </a:lnTo>
                <a:lnTo>
                  <a:pt x="115" y="20"/>
                </a:lnTo>
                <a:cubicBezTo>
                  <a:pt x="115" y="7"/>
                  <a:pt x="123" y="0"/>
                  <a:pt x="133" y="0"/>
                </a:cubicBezTo>
                <a:cubicBezTo>
                  <a:pt x="144" y="0"/>
                  <a:pt x="152" y="7"/>
                  <a:pt x="152" y="20"/>
                </a:cubicBezTo>
                <a:lnTo>
                  <a:pt x="152" y="163"/>
                </a:lnTo>
                <a:cubicBezTo>
                  <a:pt x="152" y="175"/>
                  <a:pt x="144" y="182"/>
                  <a:pt x="133" y="182"/>
                </a:cubicBezTo>
                <a:cubicBezTo>
                  <a:pt x="129" y="182"/>
                  <a:pt x="121" y="178"/>
                  <a:pt x="118" y="174"/>
                </a:cubicBezTo>
                <a:lnTo>
                  <a:pt x="38" y="69"/>
                </a:lnTo>
                <a:lnTo>
                  <a:pt x="38" y="163"/>
                </a:lnTo>
                <a:cubicBezTo>
                  <a:pt x="38" y="175"/>
                  <a:pt x="30" y="182"/>
                  <a:pt x="19" y="182"/>
                </a:cubicBezTo>
                <a:cubicBezTo>
                  <a:pt x="8" y="182"/>
                  <a:pt x="0" y="175"/>
                  <a:pt x="0" y="163"/>
                </a:cubicBezTo>
                <a:lnTo>
                  <a:pt x="0" y="20"/>
                </a:lnTo>
                <a:cubicBezTo>
                  <a:pt x="0" y="7"/>
                  <a:pt x="8" y="0"/>
                  <a:pt x="19" y="0"/>
                </a:cubicBezTo>
                <a:moveTo>
                  <a:pt x="163" y="23"/>
                </a:moveTo>
                <a:cubicBezTo>
                  <a:pt x="163" y="11"/>
                  <a:pt x="169" y="2"/>
                  <a:pt x="183" y="2"/>
                </a:cubicBezTo>
                <a:lnTo>
                  <a:pt x="245" y="2"/>
                </a:lnTo>
                <a:cubicBezTo>
                  <a:pt x="257" y="2"/>
                  <a:pt x="262" y="10"/>
                  <a:pt x="262" y="19"/>
                </a:cubicBezTo>
                <a:cubicBezTo>
                  <a:pt x="262" y="27"/>
                  <a:pt x="256" y="36"/>
                  <a:pt x="245" y="36"/>
                </a:cubicBezTo>
                <a:lnTo>
                  <a:pt x="201" y="36"/>
                </a:lnTo>
                <a:lnTo>
                  <a:pt x="201" y="74"/>
                </a:lnTo>
                <a:lnTo>
                  <a:pt x="242" y="74"/>
                </a:lnTo>
                <a:cubicBezTo>
                  <a:pt x="254" y="74"/>
                  <a:pt x="260" y="82"/>
                  <a:pt x="260" y="91"/>
                </a:cubicBezTo>
                <a:cubicBezTo>
                  <a:pt x="260" y="99"/>
                  <a:pt x="254" y="108"/>
                  <a:pt x="242" y="108"/>
                </a:cubicBezTo>
                <a:lnTo>
                  <a:pt x="201" y="108"/>
                </a:lnTo>
                <a:lnTo>
                  <a:pt x="201" y="146"/>
                </a:lnTo>
                <a:lnTo>
                  <a:pt x="247" y="146"/>
                </a:lnTo>
                <a:cubicBezTo>
                  <a:pt x="259" y="146"/>
                  <a:pt x="265" y="155"/>
                  <a:pt x="265" y="163"/>
                </a:cubicBezTo>
                <a:cubicBezTo>
                  <a:pt x="265" y="172"/>
                  <a:pt x="259" y="181"/>
                  <a:pt x="247" y="181"/>
                </a:cubicBezTo>
                <a:lnTo>
                  <a:pt x="182" y="181"/>
                </a:lnTo>
                <a:cubicBezTo>
                  <a:pt x="171" y="181"/>
                  <a:pt x="163" y="173"/>
                  <a:pt x="163" y="162"/>
                </a:cubicBezTo>
                <a:lnTo>
                  <a:pt x="163" y="23"/>
                </a:lnTo>
                <a:moveTo>
                  <a:pt x="271" y="25"/>
                </a:moveTo>
                <a:cubicBezTo>
                  <a:pt x="270" y="22"/>
                  <a:pt x="270" y="20"/>
                  <a:pt x="270" y="17"/>
                </a:cubicBezTo>
                <a:cubicBezTo>
                  <a:pt x="270" y="9"/>
                  <a:pt x="276" y="0"/>
                  <a:pt x="287" y="0"/>
                </a:cubicBezTo>
                <a:cubicBezTo>
                  <a:pt x="299" y="0"/>
                  <a:pt x="305" y="7"/>
                  <a:pt x="307" y="18"/>
                </a:cubicBezTo>
                <a:lnTo>
                  <a:pt x="329" y="125"/>
                </a:lnTo>
                <a:lnTo>
                  <a:pt x="362" y="15"/>
                </a:lnTo>
                <a:cubicBezTo>
                  <a:pt x="364" y="6"/>
                  <a:pt x="372" y="0"/>
                  <a:pt x="381" y="0"/>
                </a:cubicBezTo>
                <a:cubicBezTo>
                  <a:pt x="390" y="0"/>
                  <a:pt x="398" y="6"/>
                  <a:pt x="401" y="15"/>
                </a:cubicBezTo>
                <a:lnTo>
                  <a:pt x="433" y="125"/>
                </a:lnTo>
                <a:lnTo>
                  <a:pt x="455" y="18"/>
                </a:lnTo>
                <a:cubicBezTo>
                  <a:pt x="457" y="7"/>
                  <a:pt x="464" y="0"/>
                  <a:pt x="476" y="0"/>
                </a:cubicBezTo>
                <a:cubicBezTo>
                  <a:pt x="487" y="0"/>
                  <a:pt x="493" y="9"/>
                  <a:pt x="493" y="17"/>
                </a:cubicBezTo>
                <a:cubicBezTo>
                  <a:pt x="493" y="20"/>
                  <a:pt x="493" y="22"/>
                  <a:pt x="492" y="25"/>
                </a:cubicBezTo>
                <a:lnTo>
                  <a:pt x="460" y="163"/>
                </a:lnTo>
                <a:cubicBezTo>
                  <a:pt x="457" y="173"/>
                  <a:pt x="449" y="182"/>
                  <a:pt x="435" y="182"/>
                </a:cubicBezTo>
                <a:cubicBezTo>
                  <a:pt x="423" y="182"/>
                  <a:pt x="413" y="174"/>
                  <a:pt x="410" y="164"/>
                </a:cubicBezTo>
                <a:lnTo>
                  <a:pt x="381" y="67"/>
                </a:lnTo>
                <a:lnTo>
                  <a:pt x="352" y="164"/>
                </a:lnTo>
                <a:cubicBezTo>
                  <a:pt x="349" y="174"/>
                  <a:pt x="339" y="182"/>
                  <a:pt x="327" y="182"/>
                </a:cubicBezTo>
                <a:cubicBezTo>
                  <a:pt x="313" y="182"/>
                  <a:pt x="305" y="173"/>
                  <a:pt x="302" y="163"/>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78" name="TextBox 1677"/>
          <p:cNvSpPr txBox="1"/>
          <p:nvPr/>
        </p:nvSpPr>
        <p:spPr>
          <a:xfrm>
            <a:off x="880920" y="4730400"/>
            <a:ext cx="18093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Delivery Mode Filter</a:t>
            </a:r>
            <a:endParaRPr lang="en-GB" sz="1500" b="0" u="none" strike="noStrike">
              <a:solidFill>
                <a:srgbClr val="000000"/>
              </a:solidFill>
              <a:effectLst/>
              <a:uFillTx/>
              <a:latin typeface="Times New Roman"/>
            </a:endParaRPr>
          </a:p>
        </p:txBody>
      </p:sp>
      <p:sp>
        <p:nvSpPr>
          <p:cNvPr id="1679" name="Freeform: Shape 1678"/>
          <p:cNvSpPr/>
          <p:nvPr/>
        </p:nvSpPr>
        <p:spPr>
          <a:xfrm>
            <a:off x="6933960" y="4743360"/>
            <a:ext cx="190800" cy="190800"/>
          </a:xfrm>
          <a:custGeom>
            <a:avLst/>
            <a:gdLst/>
            <a:ahLst/>
            <a:cxnLst/>
            <a:rect l="0" t="0" r="r" b="b"/>
            <a:pathLst>
              <a:path w="530" h="530">
                <a:moveTo>
                  <a:pt x="530" y="471"/>
                </a:moveTo>
                <a:cubicBezTo>
                  <a:pt x="530" y="504"/>
                  <a:pt x="504" y="530"/>
                  <a:pt x="472" y="530"/>
                </a:cubicBezTo>
                <a:lnTo>
                  <a:pt x="60" y="530"/>
                </a:lnTo>
                <a:cubicBezTo>
                  <a:pt x="26" y="530"/>
                  <a:pt x="0" y="504"/>
                  <a:pt x="0" y="471"/>
                </a:cubicBezTo>
                <a:lnTo>
                  <a:pt x="0" y="59"/>
                </a:lnTo>
                <a:cubicBezTo>
                  <a:pt x="0" y="26"/>
                  <a:pt x="26" y="0"/>
                  <a:pt x="60" y="0"/>
                </a:cubicBezTo>
                <a:lnTo>
                  <a:pt x="472"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80" name="Freeform: Shape 1679"/>
          <p:cNvSpPr/>
          <p:nvPr/>
        </p:nvSpPr>
        <p:spPr>
          <a:xfrm>
            <a:off x="6964200" y="4774680"/>
            <a:ext cx="131040" cy="128880"/>
          </a:xfrm>
          <a:custGeom>
            <a:avLst/>
            <a:gdLst/>
            <a:ahLst/>
            <a:cxnLst/>
            <a:rect l="0" t="0" r="r" b="b"/>
            <a:pathLst>
              <a:path w="364" h="358">
                <a:moveTo>
                  <a:pt x="348" y="6"/>
                </a:moveTo>
                <a:cubicBezTo>
                  <a:pt x="331" y="-5"/>
                  <a:pt x="308" y="0"/>
                  <a:pt x="297" y="17"/>
                </a:cubicBezTo>
                <a:lnTo>
                  <a:pt x="137" y="265"/>
                </a:lnTo>
                <a:lnTo>
                  <a:pt x="62" y="196"/>
                </a:lnTo>
                <a:cubicBezTo>
                  <a:pt x="47" y="183"/>
                  <a:pt x="24" y="184"/>
                  <a:pt x="10" y="198"/>
                </a:cubicBezTo>
                <a:cubicBezTo>
                  <a:pt x="-4" y="213"/>
                  <a:pt x="-3" y="237"/>
                  <a:pt x="12" y="250"/>
                </a:cubicBezTo>
                <a:lnTo>
                  <a:pt x="119" y="348"/>
                </a:lnTo>
                <a:cubicBezTo>
                  <a:pt x="126" y="355"/>
                  <a:pt x="135" y="358"/>
                  <a:pt x="144" y="358"/>
                </a:cubicBezTo>
                <a:cubicBezTo>
                  <a:pt x="154" y="358"/>
                  <a:pt x="166" y="354"/>
                  <a:pt x="175" y="341"/>
                </a:cubicBezTo>
                <a:cubicBezTo>
                  <a:pt x="180" y="334"/>
                  <a:pt x="358" y="57"/>
                  <a:pt x="358" y="57"/>
                </a:cubicBezTo>
                <a:cubicBezTo>
                  <a:pt x="369"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81" name="TextBox 1680"/>
          <p:cNvSpPr txBox="1"/>
          <p:nvPr/>
        </p:nvSpPr>
        <p:spPr>
          <a:xfrm>
            <a:off x="4536720" y="473040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682" name="TextBox 1681"/>
          <p:cNvSpPr txBox="1"/>
          <p:nvPr/>
        </p:nvSpPr>
        <p:spPr>
          <a:xfrm>
            <a:off x="8357040" y="4730400"/>
            <a:ext cx="1922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Printed/eBook/Online</a:t>
            </a:r>
            <a:endParaRPr lang="en-GB" sz="1500" b="0" u="none" strike="noStrike">
              <a:solidFill>
                <a:srgbClr val="000000"/>
              </a:solidFill>
              <a:effectLst/>
              <a:uFillTx/>
              <a:latin typeface="Times New Roman"/>
            </a:endParaRPr>
          </a:p>
        </p:txBody>
      </p:sp>
      <p:sp>
        <p:nvSpPr>
          <p:cNvPr id="1683" name="Freeform: Shape 1682"/>
          <p:cNvSpPr/>
          <p:nvPr/>
        </p:nvSpPr>
        <p:spPr>
          <a:xfrm>
            <a:off x="4333680" y="5171760"/>
            <a:ext cx="190800" cy="191160"/>
          </a:xfrm>
          <a:custGeom>
            <a:avLst/>
            <a:gdLst/>
            <a:ahLst/>
            <a:cxnLst/>
            <a:rect l="0" t="0" r="r" b="b"/>
            <a:pathLst>
              <a:path w="530" h="531">
                <a:moveTo>
                  <a:pt x="530" y="472"/>
                </a:moveTo>
                <a:cubicBezTo>
                  <a:pt x="530" y="504"/>
                  <a:pt x="504" y="531"/>
                  <a:pt x="471" y="531"/>
                </a:cubicBezTo>
                <a:lnTo>
                  <a:pt x="59" y="531"/>
                </a:lnTo>
                <a:cubicBezTo>
                  <a:pt x="26" y="531"/>
                  <a:pt x="0" y="504"/>
                  <a:pt x="0" y="472"/>
                </a:cubicBezTo>
                <a:lnTo>
                  <a:pt x="0" y="59"/>
                </a:lnTo>
                <a:cubicBezTo>
                  <a:pt x="0" y="27"/>
                  <a:pt x="26" y="0"/>
                  <a:pt x="59" y="0"/>
                </a:cubicBezTo>
                <a:lnTo>
                  <a:pt x="471" y="0"/>
                </a:lnTo>
                <a:cubicBezTo>
                  <a:pt x="504" y="0"/>
                  <a:pt x="530" y="27"/>
                  <a:pt x="530" y="59"/>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84" name="Freeform: Shape 1683"/>
          <p:cNvSpPr/>
          <p:nvPr/>
        </p:nvSpPr>
        <p:spPr>
          <a:xfrm>
            <a:off x="4341600" y="5234400"/>
            <a:ext cx="177480" cy="65520"/>
          </a:xfrm>
          <a:custGeom>
            <a:avLst/>
            <a:gdLst/>
            <a:ahLst/>
            <a:cxnLst/>
            <a:rect l="0" t="0" r="r" b="b"/>
            <a:pathLst>
              <a:path w="493" h="182">
                <a:moveTo>
                  <a:pt x="19" y="0"/>
                </a:moveTo>
                <a:cubicBezTo>
                  <a:pt x="24" y="0"/>
                  <a:pt x="32" y="3"/>
                  <a:pt x="35" y="8"/>
                </a:cubicBezTo>
                <a:lnTo>
                  <a:pt x="114" y="114"/>
                </a:lnTo>
                <a:lnTo>
                  <a:pt x="115" y="114"/>
                </a:lnTo>
                <a:lnTo>
                  <a:pt x="115" y="19"/>
                </a:lnTo>
                <a:cubicBezTo>
                  <a:pt x="115" y="7"/>
                  <a:pt x="123" y="0"/>
                  <a:pt x="133" y="0"/>
                </a:cubicBezTo>
                <a:cubicBezTo>
                  <a:pt x="144" y="0"/>
                  <a:pt x="152" y="7"/>
                  <a:pt x="152" y="19"/>
                </a:cubicBezTo>
                <a:lnTo>
                  <a:pt x="152" y="162"/>
                </a:lnTo>
                <a:cubicBezTo>
                  <a:pt x="152" y="175"/>
                  <a:pt x="144" y="182"/>
                  <a:pt x="133" y="182"/>
                </a:cubicBezTo>
                <a:cubicBezTo>
                  <a:pt x="129" y="182"/>
                  <a:pt x="121" y="178"/>
                  <a:pt x="118" y="173"/>
                </a:cubicBezTo>
                <a:lnTo>
                  <a:pt x="38" y="68"/>
                </a:lnTo>
                <a:lnTo>
                  <a:pt x="38" y="162"/>
                </a:lnTo>
                <a:cubicBezTo>
                  <a:pt x="38" y="175"/>
                  <a:pt x="30" y="182"/>
                  <a:pt x="19" y="182"/>
                </a:cubicBezTo>
                <a:cubicBezTo>
                  <a:pt x="8" y="182"/>
                  <a:pt x="0" y="175"/>
                  <a:pt x="0" y="162"/>
                </a:cubicBezTo>
                <a:lnTo>
                  <a:pt x="0" y="19"/>
                </a:lnTo>
                <a:cubicBezTo>
                  <a:pt x="0" y="7"/>
                  <a:pt x="8" y="0"/>
                  <a:pt x="19" y="0"/>
                </a:cubicBezTo>
                <a:moveTo>
                  <a:pt x="163" y="23"/>
                </a:moveTo>
                <a:cubicBezTo>
                  <a:pt x="163" y="10"/>
                  <a:pt x="169" y="1"/>
                  <a:pt x="183" y="1"/>
                </a:cubicBezTo>
                <a:lnTo>
                  <a:pt x="245" y="1"/>
                </a:lnTo>
                <a:cubicBezTo>
                  <a:pt x="257" y="1"/>
                  <a:pt x="262" y="10"/>
                  <a:pt x="262" y="18"/>
                </a:cubicBezTo>
                <a:cubicBezTo>
                  <a:pt x="262" y="27"/>
                  <a:pt x="256" y="36"/>
                  <a:pt x="245" y="36"/>
                </a:cubicBezTo>
                <a:lnTo>
                  <a:pt x="201" y="36"/>
                </a:lnTo>
                <a:lnTo>
                  <a:pt x="201" y="72"/>
                </a:lnTo>
                <a:lnTo>
                  <a:pt x="242" y="72"/>
                </a:lnTo>
                <a:cubicBezTo>
                  <a:pt x="254" y="72"/>
                  <a:pt x="260" y="81"/>
                  <a:pt x="260" y="89"/>
                </a:cubicBezTo>
                <a:cubicBezTo>
                  <a:pt x="260" y="98"/>
                  <a:pt x="254" y="107"/>
                  <a:pt x="242" y="107"/>
                </a:cubicBezTo>
                <a:lnTo>
                  <a:pt x="201" y="107"/>
                </a:lnTo>
                <a:lnTo>
                  <a:pt x="201" y="146"/>
                </a:lnTo>
                <a:lnTo>
                  <a:pt x="247" y="146"/>
                </a:lnTo>
                <a:cubicBezTo>
                  <a:pt x="259" y="146"/>
                  <a:pt x="265" y="154"/>
                  <a:pt x="265" y="163"/>
                </a:cubicBezTo>
                <a:cubicBezTo>
                  <a:pt x="265" y="171"/>
                  <a:pt x="259" y="180"/>
                  <a:pt x="247" y="180"/>
                </a:cubicBezTo>
                <a:lnTo>
                  <a:pt x="182" y="180"/>
                </a:lnTo>
                <a:cubicBezTo>
                  <a:pt x="171" y="180"/>
                  <a:pt x="163" y="173"/>
                  <a:pt x="163" y="161"/>
                </a:cubicBezTo>
                <a:lnTo>
                  <a:pt x="163" y="23"/>
                </a:lnTo>
                <a:moveTo>
                  <a:pt x="271" y="25"/>
                </a:moveTo>
                <a:cubicBezTo>
                  <a:pt x="270" y="21"/>
                  <a:pt x="270" y="20"/>
                  <a:pt x="270" y="16"/>
                </a:cubicBezTo>
                <a:cubicBezTo>
                  <a:pt x="270" y="8"/>
                  <a:pt x="276" y="0"/>
                  <a:pt x="287" y="0"/>
                </a:cubicBezTo>
                <a:cubicBezTo>
                  <a:pt x="299" y="0"/>
                  <a:pt x="305" y="7"/>
                  <a:pt x="307" y="18"/>
                </a:cubicBezTo>
                <a:lnTo>
                  <a:pt x="329" y="124"/>
                </a:lnTo>
                <a:lnTo>
                  <a:pt x="362" y="14"/>
                </a:lnTo>
                <a:cubicBezTo>
                  <a:pt x="364" y="5"/>
                  <a:pt x="372" y="0"/>
                  <a:pt x="381" y="0"/>
                </a:cubicBezTo>
                <a:cubicBezTo>
                  <a:pt x="390" y="0"/>
                  <a:pt x="398" y="5"/>
                  <a:pt x="401" y="14"/>
                </a:cubicBezTo>
                <a:lnTo>
                  <a:pt x="433" y="124"/>
                </a:lnTo>
                <a:lnTo>
                  <a:pt x="455" y="18"/>
                </a:lnTo>
                <a:cubicBezTo>
                  <a:pt x="457" y="7"/>
                  <a:pt x="464" y="0"/>
                  <a:pt x="476" y="0"/>
                </a:cubicBezTo>
                <a:cubicBezTo>
                  <a:pt x="487" y="0"/>
                  <a:pt x="493" y="8"/>
                  <a:pt x="493" y="16"/>
                </a:cubicBezTo>
                <a:cubicBezTo>
                  <a:pt x="493" y="20"/>
                  <a:pt x="493" y="21"/>
                  <a:pt x="492" y="25"/>
                </a:cubicBezTo>
                <a:lnTo>
                  <a:pt x="460" y="162"/>
                </a:lnTo>
                <a:cubicBezTo>
                  <a:pt x="457" y="173"/>
                  <a:pt x="449" y="182"/>
                  <a:pt x="435" y="182"/>
                </a:cubicBezTo>
                <a:cubicBezTo>
                  <a:pt x="423" y="182"/>
                  <a:pt x="413" y="174"/>
                  <a:pt x="410" y="163"/>
                </a:cubicBezTo>
                <a:lnTo>
                  <a:pt x="381" y="66"/>
                </a:lnTo>
                <a:lnTo>
                  <a:pt x="352" y="163"/>
                </a:lnTo>
                <a:cubicBezTo>
                  <a:pt x="349" y="174"/>
                  <a:pt x="339" y="182"/>
                  <a:pt x="327" y="182"/>
                </a:cubicBezTo>
                <a:cubicBezTo>
                  <a:pt x="313" y="182"/>
                  <a:pt x="305" y="173"/>
                  <a:pt x="302" y="162"/>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85" name="TextBox 1684"/>
          <p:cNvSpPr txBox="1"/>
          <p:nvPr/>
        </p:nvSpPr>
        <p:spPr>
          <a:xfrm>
            <a:off x="880920" y="5158800"/>
            <a:ext cx="16088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Category Filtering</a:t>
            </a:r>
            <a:endParaRPr lang="en-GB" sz="1500" b="0" u="none" strike="noStrike">
              <a:solidFill>
                <a:srgbClr val="000000"/>
              </a:solidFill>
              <a:effectLst/>
              <a:uFillTx/>
              <a:latin typeface="Times New Roman"/>
            </a:endParaRPr>
          </a:p>
        </p:txBody>
      </p:sp>
      <p:sp>
        <p:nvSpPr>
          <p:cNvPr id="1686" name="Freeform: Shape 1685"/>
          <p:cNvSpPr/>
          <p:nvPr/>
        </p:nvSpPr>
        <p:spPr>
          <a:xfrm>
            <a:off x="6933960" y="5171760"/>
            <a:ext cx="190800" cy="191160"/>
          </a:xfrm>
          <a:custGeom>
            <a:avLst/>
            <a:gdLst/>
            <a:ahLst/>
            <a:cxnLst/>
            <a:rect l="0" t="0" r="r" b="b"/>
            <a:pathLst>
              <a:path w="530" h="531">
                <a:moveTo>
                  <a:pt x="530" y="472"/>
                </a:moveTo>
                <a:cubicBezTo>
                  <a:pt x="530" y="504"/>
                  <a:pt x="504" y="531"/>
                  <a:pt x="472" y="531"/>
                </a:cubicBezTo>
                <a:lnTo>
                  <a:pt x="60" y="531"/>
                </a:lnTo>
                <a:cubicBezTo>
                  <a:pt x="26" y="531"/>
                  <a:pt x="0" y="504"/>
                  <a:pt x="0" y="472"/>
                </a:cubicBezTo>
                <a:lnTo>
                  <a:pt x="0" y="59"/>
                </a:lnTo>
                <a:cubicBezTo>
                  <a:pt x="0" y="27"/>
                  <a:pt x="26" y="0"/>
                  <a:pt x="60" y="0"/>
                </a:cubicBezTo>
                <a:lnTo>
                  <a:pt x="472" y="0"/>
                </a:lnTo>
                <a:cubicBezTo>
                  <a:pt x="504" y="0"/>
                  <a:pt x="530" y="27"/>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87" name="Freeform: Shape 1686"/>
          <p:cNvSpPr/>
          <p:nvPr/>
        </p:nvSpPr>
        <p:spPr>
          <a:xfrm>
            <a:off x="6964200" y="5203440"/>
            <a:ext cx="131040" cy="128880"/>
          </a:xfrm>
          <a:custGeom>
            <a:avLst/>
            <a:gdLst/>
            <a:ahLst/>
            <a:cxnLst/>
            <a:rect l="0" t="0" r="r" b="b"/>
            <a:pathLst>
              <a:path w="364" h="358">
                <a:moveTo>
                  <a:pt x="348" y="6"/>
                </a:moveTo>
                <a:cubicBezTo>
                  <a:pt x="331" y="-5"/>
                  <a:pt x="308" y="0"/>
                  <a:pt x="297" y="17"/>
                </a:cubicBezTo>
                <a:lnTo>
                  <a:pt x="137" y="263"/>
                </a:lnTo>
                <a:lnTo>
                  <a:pt x="62" y="195"/>
                </a:lnTo>
                <a:cubicBezTo>
                  <a:pt x="47" y="181"/>
                  <a:pt x="24" y="182"/>
                  <a:pt x="10" y="197"/>
                </a:cubicBezTo>
                <a:cubicBezTo>
                  <a:pt x="-4" y="212"/>
                  <a:pt x="-3" y="235"/>
                  <a:pt x="12" y="249"/>
                </a:cubicBezTo>
                <a:lnTo>
                  <a:pt x="119" y="348"/>
                </a:lnTo>
                <a:cubicBezTo>
                  <a:pt x="126" y="354"/>
                  <a:pt x="135" y="358"/>
                  <a:pt x="144" y="358"/>
                </a:cubicBezTo>
                <a:cubicBezTo>
                  <a:pt x="154" y="358"/>
                  <a:pt x="166" y="354"/>
                  <a:pt x="175" y="341"/>
                </a:cubicBezTo>
                <a:cubicBezTo>
                  <a:pt x="180" y="334"/>
                  <a:pt x="358" y="57"/>
                  <a:pt x="358" y="57"/>
                </a:cubicBezTo>
                <a:cubicBezTo>
                  <a:pt x="369"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88" name="TextBox 1687"/>
          <p:cNvSpPr txBox="1"/>
          <p:nvPr/>
        </p:nvSpPr>
        <p:spPr>
          <a:xfrm>
            <a:off x="4536720" y="515880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689" name="TextBox 1688"/>
          <p:cNvSpPr txBox="1"/>
          <p:nvPr/>
        </p:nvSpPr>
        <p:spPr>
          <a:xfrm>
            <a:off x="8357040" y="5158800"/>
            <a:ext cx="2168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Bundle/Material/Tutorial</a:t>
            </a:r>
            <a:endParaRPr lang="en-GB" sz="1500" b="0" u="none" strike="noStrike">
              <a:solidFill>
                <a:srgbClr val="000000"/>
              </a:solidFill>
              <a:effectLst/>
              <a:uFillTx/>
              <a:latin typeface="Times New Roman"/>
            </a:endParaRPr>
          </a:p>
        </p:txBody>
      </p:sp>
      <p:sp>
        <p:nvSpPr>
          <p:cNvPr id="1690" name="Freeform: Shape 1689"/>
          <p:cNvSpPr/>
          <p:nvPr/>
        </p:nvSpPr>
        <p:spPr>
          <a:xfrm>
            <a:off x="4333680" y="5752800"/>
            <a:ext cx="190800" cy="190800"/>
          </a:xfrm>
          <a:custGeom>
            <a:avLst/>
            <a:gdLst/>
            <a:ahLst/>
            <a:cxnLst/>
            <a:rect l="0" t="0" r="r" b="b"/>
            <a:pathLst>
              <a:path w="530" h="530">
                <a:moveTo>
                  <a:pt x="530" y="472"/>
                </a:moveTo>
                <a:cubicBezTo>
                  <a:pt x="530" y="504"/>
                  <a:pt x="504" y="530"/>
                  <a:pt x="471" y="530"/>
                </a:cubicBezTo>
                <a:lnTo>
                  <a:pt x="59" y="530"/>
                </a:lnTo>
                <a:cubicBezTo>
                  <a:pt x="26" y="530"/>
                  <a:pt x="0" y="504"/>
                  <a:pt x="0" y="472"/>
                </a:cubicBezTo>
                <a:lnTo>
                  <a:pt x="0" y="59"/>
                </a:lnTo>
                <a:cubicBezTo>
                  <a:pt x="0" y="27"/>
                  <a:pt x="26" y="0"/>
                  <a:pt x="59" y="0"/>
                </a:cubicBezTo>
                <a:lnTo>
                  <a:pt x="471" y="0"/>
                </a:lnTo>
                <a:cubicBezTo>
                  <a:pt x="504" y="0"/>
                  <a:pt x="530" y="27"/>
                  <a:pt x="530" y="59"/>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691" name="Freeform: Shape 1690"/>
          <p:cNvSpPr/>
          <p:nvPr/>
        </p:nvSpPr>
        <p:spPr>
          <a:xfrm>
            <a:off x="4341600" y="5815440"/>
            <a:ext cx="177480" cy="65520"/>
          </a:xfrm>
          <a:custGeom>
            <a:avLst/>
            <a:gdLst/>
            <a:ahLst/>
            <a:cxnLst/>
            <a:rect l="0" t="0" r="r" b="b"/>
            <a:pathLst>
              <a:path w="493" h="182">
                <a:moveTo>
                  <a:pt x="19" y="0"/>
                </a:moveTo>
                <a:cubicBezTo>
                  <a:pt x="24" y="0"/>
                  <a:pt x="32" y="3"/>
                  <a:pt x="35" y="8"/>
                </a:cubicBezTo>
                <a:lnTo>
                  <a:pt x="114" y="114"/>
                </a:lnTo>
                <a:lnTo>
                  <a:pt x="115" y="114"/>
                </a:lnTo>
                <a:lnTo>
                  <a:pt x="115" y="19"/>
                </a:lnTo>
                <a:cubicBezTo>
                  <a:pt x="115" y="7"/>
                  <a:pt x="123" y="0"/>
                  <a:pt x="133" y="0"/>
                </a:cubicBezTo>
                <a:cubicBezTo>
                  <a:pt x="144" y="0"/>
                  <a:pt x="152" y="7"/>
                  <a:pt x="152" y="19"/>
                </a:cubicBezTo>
                <a:lnTo>
                  <a:pt x="152" y="162"/>
                </a:lnTo>
                <a:cubicBezTo>
                  <a:pt x="152" y="175"/>
                  <a:pt x="144" y="182"/>
                  <a:pt x="133" y="182"/>
                </a:cubicBezTo>
                <a:cubicBezTo>
                  <a:pt x="129" y="182"/>
                  <a:pt x="121" y="178"/>
                  <a:pt x="118" y="173"/>
                </a:cubicBezTo>
                <a:lnTo>
                  <a:pt x="38" y="68"/>
                </a:lnTo>
                <a:lnTo>
                  <a:pt x="38" y="162"/>
                </a:lnTo>
                <a:cubicBezTo>
                  <a:pt x="38" y="175"/>
                  <a:pt x="30" y="182"/>
                  <a:pt x="19" y="182"/>
                </a:cubicBezTo>
                <a:cubicBezTo>
                  <a:pt x="8" y="182"/>
                  <a:pt x="0" y="175"/>
                  <a:pt x="0" y="162"/>
                </a:cubicBezTo>
                <a:lnTo>
                  <a:pt x="0" y="19"/>
                </a:lnTo>
                <a:cubicBezTo>
                  <a:pt x="0" y="7"/>
                  <a:pt x="8" y="0"/>
                  <a:pt x="19" y="0"/>
                </a:cubicBezTo>
                <a:moveTo>
                  <a:pt x="163" y="23"/>
                </a:moveTo>
                <a:cubicBezTo>
                  <a:pt x="163" y="10"/>
                  <a:pt x="169" y="1"/>
                  <a:pt x="183" y="1"/>
                </a:cubicBezTo>
                <a:lnTo>
                  <a:pt x="245" y="1"/>
                </a:lnTo>
                <a:cubicBezTo>
                  <a:pt x="257" y="1"/>
                  <a:pt x="262" y="10"/>
                  <a:pt x="262" y="18"/>
                </a:cubicBezTo>
                <a:cubicBezTo>
                  <a:pt x="262" y="27"/>
                  <a:pt x="256" y="36"/>
                  <a:pt x="245" y="36"/>
                </a:cubicBezTo>
                <a:lnTo>
                  <a:pt x="201" y="36"/>
                </a:lnTo>
                <a:lnTo>
                  <a:pt x="201" y="72"/>
                </a:lnTo>
                <a:lnTo>
                  <a:pt x="242" y="72"/>
                </a:lnTo>
                <a:cubicBezTo>
                  <a:pt x="254" y="72"/>
                  <a:pt x="260" y="81"/>
                  <a:pt x="260" y="89"/>
                </a:cubicBezTo>
                <a:cubicBezTo>
                  <a:pt x="260" y="98"/>
                  <a:pt x="254" y="107"/>
                  <a:pt x="242" y="107"/>
                </a:cubicBezTo>
                <a:lnTo>
                  <a:pt x="201" y="107"/>
                </a:lnTo>
                <a:lnTo>
                  <a:pt x="201" y="146"/>
                </a:lnTo>
                <a:lnTo>
                  <a:pt x="247" y="146"/>
                </a:lnTo>
                <a:cubicBezTo>
                  <a:pt x="259" y="146"/>
                  <a:pt x="265" y="154"/>
                  <a:pt x="265" y="163"/>
                </a:cubicBezTo>
                <a:cubicBezTo>
                  <a:pt x="265" y="171"/>
                  <a:pt x="259" y="180"/>
                  <a:pt x="247" y="180"/>
                </a:cubicBezTo>
                <a:lnTo>
                  <a:pt x="182" y="180"/>
                </a:lnTo>
                <a:cubicBezTo>
                  <a:pt x="171" y="180"/>
                  <a:pt x="163" y="173"/>
                  <a:pt x="163" y="161"/>
                </a:cubicBezTo>
                <a:lnTo>
                  <a:pt x="163" y="23"/>
                </a:lnTo>
                <a:moveTo>
                  <a:pt x="271" y="25"/>
                </a:moveTo>
                <a:cubicBezTo>
                  <a:pt x="270" y="21"/>
                  <a:pt x="270" y="20"/>
                  <a:pt x="270" y="16"/>
                </a:cubicBezTo>
                <a:cubicBezTo>
                  <a:pt x="270" y="8"/>
                  <a:pt x="276" y="0"/>
                  <a:pt x="287" y="0"/>
                </a:cubicBezTo>
                <a:cubicBezTo>
                  <a:pt x="299" y="0"/>
                  <a:pt x="305" y="7"/>
                  <a:pt x="307" y="18"/>
                </a:cubicBezTo>
                <a:lnTo>
                  <a:pt x="329" y="124"/>
                </a:lnTo>
                <a:lnTo>
                  <a:pt x="362" y="14"/>
                </a:lnTo>
                <a:cubicBezTo>
                  <a:pt x="364" y="5"/>
                  <a:pt x="372" y="0"/>
                  <a:pt x="381" y="0"/>
                </a:cubicBezTo>
                <a:cubicBezTo>
                  <a:pt x="390" y="0"/>
                  <a:pt x="398" y="5"/>
                  <a:pt x="401" y="14"/>
                </a:cubicBezTo>
                <a:lnTo>
                  <a:pt x="433" y="124"/>
                </a:lnTo>
                <a:lnTo>
                  <a:pt x="455" y="18"/>
                </a:lnTo>
                <a:cubicBezTo>
                  <a:pt x="457" y="7"/>
                  <a:pt x="464" y="0"/>
                  <a:pt x="476" y="0"/>
                </a:cubicBezTo>
                <a:cubicBezTo>
                  <a:pt x="487" y="0"/>
                  <a:pt x="493" y="8"/>
                  <a:pt x="493" y="16"/>
                </a:cubicBezTo>
                <a:cubicBezTo>
                  <a:pt x="493" y="20"/>
                  <a:pt x="493" y="21"/>
                  <a:pt x="492" y="25"/>
                </a:cubicBezTo>
                <a:lnTo>
                  <a:pt x="460" y="162"/>
                </a:lnTo>
                <a:cubicBezTo>
                  <a:pt x="457" y="173"/>
                  <a:pt x="449" y="182"/>
                  <a:pt x="435" y="182"/>
                </a:cubicBezTo>
                <a:cubicBezTo>
                  <a:pt x="423" y="182"/>
                  <a:pt x="413" y="174"/>
                  <a:pt x="410" y="163"/>
                </a:cubicBezTo>
                <a:lnTo>
                  <a:pt x="381" y="66"/>
                </a:lnTo>
                <a:lnTo>
                  <a:pt x="352" y="163"/>
                </a:lnTo>
                <a:cubicBezTo>
                  <a:pt x="349" y="174"/>
                  <a:pt x="339" y="182"/>
                  <a:pt x="327" y="182"/>
                </a:cubicBezTo>
                <a:cubicBezTo>
                  <a:pt x="313" y="182"/>
                  <a:pt x="305" y="173"/>
                  <a:pt x="302" y="162"/>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92" name="TextBox 1691"/>
          <p:cNvSpPr txBox="1"/>
          <p:nvPr/>
        </p:nvSpPr>
        <p:spPr>
          <a:xfrm>
            <a:off x="880920" y="5739840"/>
            <a:ext cx="1999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Product Type Filtering</a:t>
            </a:r>
            <a:endParaRPr lang="en-GB" sz="1500" b="0" u="none" strike="noStrike">
              <a:solidFill>
                <a:srgbClr val="000000"/>
              </a:solidFill>
              <a:effectLst/>
              <a:uFillTx/>
              <a:latin typeface="Times New Roman"/>
            </a:endParaRPr>
          </a:p>
        </p:txBody>
      </p:sp>
      <p:sp>
        <p:nvSpPr>
          <p:cNvPr id="1693" name="Freeform: Shape 1692"/>
          <p:cNvSpPr/>
          <p:nvPr/>
        </p:nvSpPr>
        <p:spPr>
          <a:xfrm>
            <a:off x="6933960" y="5752800"/>
            <a:ext cx="190800" cy="190800"/>
          </a:xfrm>
          <a:custGeom>
            <a:avLst/>
            <a:gdLst/>
            <a:ahLst/>
            <a:cxnLst/>
            <a:rect l="0" t="0" r="r" b="b"/>
            <a:pathLst>
              <a:path w="530" h="530">
                <a:moveTo>
                  <a:pt x="530" y="472"/>
                </a:moveTo>
                <a:cubicBezTo>
                  <a:pt x="530" y="504"/>
                  <a:pt x="504" y="530"/>
                  <a:pt x="472" y="530"/>
                </a:cubicBezTo>
                <a:lnTo>
                  <a:pt x="60" y="530"/>
                </a:lnTo>
                <a:cubicBezTo>
                  <a:pt x="26" y="530"/>
                  <a:pt x="0" y="504"/>
                  <a:pt x="0" y="472"/>
                </a:cubicBezTo>
                <a:lnTo>
                  <a:pt x="0" y="59"/>
                </a:lnTo>
                <a:cubicBezTo>
                  <a:pt x="0" y="27"/>
                  <a:pt x="26" y="0"/>
                  <a:pt x="60" y="0"/>
                </a:cubicBezTo>
                <a:lnTo>
                  <a:pt x="472" y="0"/>
                </a:lnTo>
                <a:cubicBezTo>
                  <a:pt x="504" y="0"/>
                  <a:pt x="530" y="27"/>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94" name="Freeform: Shape 1693"/>
          <p:cNvSpPr/>
          <p:nvPr/>
        </p:nvSpPr>
        <p:spPr>
          <a:xfrm>
            <a:off x="6964200" y="5784480"/>
            <a:ext cx="131040" cy="128880"/>
          </a:xfrm>
          <a:custGeom>
            <a:avLst/>
            <a:gdLst/>
            <a:ahLst/>
            <a:cxnLst/>
            <a:rect l="0" t="0" r="r" b="b"/>
            <a:pathLst>
              <a:path w="364" h="358">
                <a:moveTo>
                  <a:pt x="348" y="6"/>
                </a:moveTo>
                <a:cubicBezTo>
                  <a:pt x="331" y="-5"/>
                  <a:pt x="308" y="0"/>
                  <a:pt x="297" y="17"/>
                </a:cubicBezTo>
                <a:lnTo>
                  <a:pt x="137" y="264"/>
                </a:lnTo>
                <a:lnTo>
                  <a:pt x="62" y="196"/>
                </a:lnTo>
                <a:cubicBezTo>
                  <a:pt x="47" y="182"/>
                  <a:pt x="24" y="183"/>
                  <a:pt x="10" y="198"/>
                </a:cubicBezTo>
                <a:cubicBezTo>
                  <a:pt x="-4" y="213"/>
                  <a:pt x="-3" y="236"/>
                  <a:pt x="12" y="250"/>
                </a:cubicBezTo>
                <a:lnTo>
                  <a:pt x="119" y="348"/>
                </a:lnTo>
                <a:cubicBezTo>
                  <a:pt x="126" y="354"/>
                  <a:pt x="135" y="358"/>
                  <a:pt x="144" y="358"/>
                </a:cubicBezTo>
                <a:cubicBezTo>
                  <a:pt x="154" y="358"/>
                  <a:pt x="166" y="354"/>
                  <a:pt x="175" y="341"/>
                </a:cubicBezTo>
                <a:cubicBezTo>
                  <a:pt x="180" y="333"/>
                  <a:pt x="358" y="57"/>
                  <a:pt x="358" y="57"/>
                </a:cubicBezTo>
                <a:cubicBezTo>
                  <a:pt x="369"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695" name="TextBox 1694"/>
          <p:cNvSpPr txBox="1"/>
          <p:nvPr/>
        </p:nvSpPr>
        <p:spPr>
          <a:xfrm>
            <a:off x="4536720" y="573984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696" name="TextBox 1695"/>
          <p:cNvSpPr txBox="1"/>
          <p:nvPr/>
        </p:nvSpPr>
        <p:spPr>
          <a:xfrm>
            <a:off x="8357040" y="5587560"/>
            <a:ext cx="27540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Core Study Materials Revision</a:t>
            </a:r>
            <a:endParaRPr lang="en-GB" sz="1500" b="0" u="none" strike="noStrike">
              <a:solidFill>
                <a:srgbClr val="000000"/>
              </a:solidFill>
              <a:effectLst/>
              <a:uFillTx/>
              <a:latin typeface="Times New Roman"/>
            </a:endParaRPr>
          </a:p>
        </p:txBody>
      </p:sp>
      <p:sp>
        <p:nvSpPr>
          <p:cNvPr id="1697" name="TextBox 1696"/>
          <p:cNvSpPr txBox="1"/>
          <p:nvPr/>
        </p:nvSpPr>
        <p:spPr>
          <a:xfrm>
            <a:off x="8357040" y="5901840"/>
            <a:ext cx="82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Materials</a:t>
            </a:r>
            <a:endParaRPr lang="en-GB" sz="1500" b="0" u="none" strike="noStrike">
              <a:solidFill>
                <a:srgbClr val="000000"/>
              </a:solidFill>
              <a:effectLst/>
              <a:uFillTx/>
              <a:latin typeface="Times New Roman"/>
            </a:endParaRPr>
          </a:p>
        </p:txBody>
      </p:sp>
      <p:sp>
        <p:nvSpPr>
          <p:cNvPr id="1698" name="TextBox 1697"/>
          <p:cNvSpPr txBox="1"/>
          <p:nvPr/>
        </p:nvSpPr>
        <p:spPr>
          <a:xfrm>
            <a:off x="11659680" y="6335280"/>
            <a:ext cx="24732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17</a:t>
            </a:r>
            <a:endParaRPr lang="en-GB" sz="1800" b="0" u="none" strike="noStrike">
              <a:solidFill>
                <a:srgbClr val="000000"/>
              </a:solidFill>
              <a:effectLst/>
              <a:uFillTx/>
              <a:latin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 name="Freeform: Shape 169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00" name="Freeform: Shape 169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01" name="Freeform: Shape 170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02" name="Freeform: Shape 1701"/>
          <p:cNvSpPr/>
          <p:nvPr/>
        </p:nvSpPr>
        <p:spPr>
          <a:xfrm>
            <a:off x="752400" y="1295280"/>
            <a:ext cx="10696680" cy="5191560"/>
          </a:xfrm>
          <a:custGeom>
            <a:avLst/>
            <a:gdLst/>
            <a:ahLst/>
            <a:cxnLst/>
            <a:rect l="0" t="0" r="r" b="b"/>
            <a:pathLst>
              <a:path w="29713" h="14421">
                <a:moveTo>
                  <a:pt x="0" y="0"/>
                </a:moveTo>
                <a:lnTo>
                  <a:pt x="29713" y="0"/>
                </a:lnTo>
                <a:lnTo>
                  <a:pt x="29713" y="14421"/>
                </a:lnTo>
                <a:lnTo>
                  <a:pt x="0" y="1442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03" name="Freeform: Shape 1702"/>
          <p:cNvSpPr/>
          <p:nvPr/>
        </p:nvSpPr>
        <p:spPr>
          <a:xfrm>
            <a:off x="752400" y="1295280"/>
            <a:ext cx="2791080" cy="438480"/>
          </a:xfrm>
          <a:custGeom>
            <a:avLst/>
            <a:gdLst/>
            <a:ahLst/>
            <a:cxnLst/>
            <a:rect l="0" t="0" r="r" b="b"/>
            <a:pathLst>
              <a:path w="7753" h="1218">
                <a:moveTo>
                  <a:pt x="0" y="0"/>
                </a:moveTo>
                <a:lnTo>
                  <a:pt x="7753" y="0"/>
                </a:lnTo>
                <a:lnTo>
                  <a:pt x="7753"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04" name="Freeform: Shape 1703"/>
          <p:cNvSpPr/>
          <p:nvPr/>
        </p:nvSpPr>
        <p:spPr>
          <a:xfrm>
            <a:off x="3543120" y="1295280"/>
            <a:ext cx="2410200" cy="438480"/>
          </a:xfrm>
          <a:custGeom>
            <a:avLst/>
            <a:gdLst/>
            <a:ahLst/>
            <a:cxnLst/>
            <a:rect l="0" t="0" r="r" b="b"/>
            <a:pathLst>
              <a:path w="6695" h="1218">
                <a:moveTo>
                  <a:pt x="0" y="0"/>
                </a:moveTo>
                <a:lnTo>
                  <a:pt x="6695" y="0"/>
                </a:lnTo>
                <a:lnTo>
                  <a:pt x="6695"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05" name="Freeform: Shape 1704"/>
          <p:cNvSpPr/>
          <p:nvPr/>
        </p:nvSpPr>
        <p:spPr>
          <a:xfrm>
            <a:off x="5952960" y="1295280"/>
            <a:ext cx="2486520" cy="438480"/>
          </a:xfrm>
          <a:custGeom>
            <a:avLst/>
            <a:gdLst/>
            <a:ahLst/>
            <a:cxnLst/>
            <a:rect l="0" t="0" r="r" b="b"/>
            <a:pathLst>
              <a:path w="6907" h="1218">
                <a:moveTo>
                  <a:pt x="0" y="0"/>
                </a:moveTo>
                <a:lnTo>
                  <a:pt x="6907" y="0"/>
                </a:lnTo>
                <a:lnTo>
                  <a:pt x="6907"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06" name="Freeform: Shape 1705"/>
          <p:cNvSpPr/>
          <p:nvPr/>
        </p:nvSpPr>
        <p:spPr>
          <a:xfrm>
            <a:off x="8439120" y="1295280"/>
            <a:ext cx="3000600" cy="438480"/>
          </a:xfrm>
          <a:custGeom>
            <a:avLst/>
            <a:gdLst/>
            <a:ahLst/>
            <a:cxnLst/>
            <a:rect l="0" t="0" r="r" b="b"/>
            <a:pathLst>
              <a:path w="8335" h="1218">
                <a:moveTo>
                  <a:pt x="0" y="0"/>
                </a:moveTo>
                <a:lnTo>
                  <a:pt x="8335" y="0"/>
                </a:lnTo>
                <a:lnTo>
                  <a:pt x="8335"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07" name="Freeform: Shape 1706"/>
          <p:cNvSpPr/>
          <p:nvPr/>
        </p:nvSpPr>
        <p:spPr>
          <a:xfrm>
            <a:off x="752400" y="1295280"/>
            <a:ext cx="2791080" cy="438480"/>
          </a:xfrm>
          <a:custGeom>
            <a:avLst/>
            <a:gdLst/>
            <a:ahLst/>
            <a:cxnLst/>
            <a:rect l="0" t="0" r="r" b="b"/>
            <a:pathLst>
              <a:path w="7753" h="1218">
                <a:moveTo>
                  <a:pt x="0" y="0"/>
                </a:moveTo>
                <a:lnTo>
                  <a:pt x="7753" y="0"/>
                </a:lnTo>
                <a:lnTo>
                  <a:pt x="7753"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08" name="Freeform: Shape 1707"/>
          <p:cNvSpPr/>
          <p:nvPr/>
        </p:nvSpPr>
        <p:spPr>
          <a:xfrm>
            <a:off x="3543120" y="1295280"/>
            <a:ext cx="2410200" cy="438480"/>
          </a:xfrm>
          <a:custGeom>
            <a:avLst/>
            <a:gdLst/>
            <a:ahLst/>
            <a:cxnLst/>
            <a:rect l="0" t="0" r="r" b="b"/>
            <a:pathLst>
              <a:path w="6695" h="1218">
                <a:moveTo>
                  <a:pt x="0" y="0"/>
                </a:moveTo>
                <a:lnTo>
                  <a:pt x="6695" y="0"/>
                </a:lnTo>
                <a:lnTo>
                  <a:pt x="6695"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09" name="Freeform: Shape 1708"/>
          <p:cNvSpPr/>
          <p:nvPr/>
        </p:nvSpPr>
        <p:spPr>
          <a:xfrm>
            <a:off x="5952960" y="1295280"/>
            <a:ext cx="2486520" cy="438480"/>
          </a:xfrm>
          <a:custGeom>
            <a:avLst/>
            <a:gdLst/>
            <a:ahLst/>
            <a:cxnLst/>
            <a:rect l="0" t="0" r="r" b="b"/>
            <a:pathLst>
              <a:path w="6907" h="1218">
                <a:moveTo>
                  <a:pt x="0" y="0"/>
                </a:moveTo>
                <a:lnTo>
                  <a:pt x="6907" y="0"/>
                </a:lnTo>
                <a:lnTo>
                  <a:pt x="6907"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10" name="Freeform: Shape 1709"/>
          <p:cNvSpPr/>
          <p:nvPr/>
        </p:nvSpPr>
        <p:spPr>
          <a:xfrm>
            <a:off x="8439120" y="1295280"/>
            <a:ext cx="3000600" cy="438480"/>
          </a:xfrm>
          <a:custGeom>
            <a:avLst/>
            <a:gdLst/>
            <a:ahLst/>
            <a:cxnLst/>
            <a:rect l="0" t="0" r="r" b="b"/>
            <a:pathLst>
              <a:path w="8335" h="1218">
                <a:moveTo>
                  <a:pt x="0" y="0"/>
                </a:moveTo>
                <a:lnTo>
                  <a:pt x="8335" y="0"/>
                </a:lnTo>
                <a:lnTo>
                  <a:pt x="8335"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11" name="Freeform: Shape 1710"/>
          <p:cNvSpPr/>
          <p:nvPr/>
        </p:nvSpPr>
        <p:spPr>
          <a:xfrm>
            <a:off x="752400" y="1733400"/>
            <a:ext cx="2791080" cy="1352880"/>
          </a:xfrm>
          <a:custGeom>
            <a:avLst/>
            <a:gdLst/>
            <a:ahLst/>
            <a:cxnLst/>
            <a:rect l="0" t="0" r="r" b="b"/>
            <a:pathLst>
              <a:path w="7753" h="3758">
                <a:moveTo>
                  <a:pt x="0" y="0"/>
                </a:moveTo>
                <a:lnTo>
                  <a:pt x="7753" y="0"/>
                </a:lnTo>
                <a:lnTo>
                  <a:pt x="7753" y="3758"/>
                </a:lnTo>
                <a:lnTo>
                  <a:pt x="0" y="375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12" name="Freeform: Shape 1711"/>
          <p:cNvSpPr/>
          <p:nvPr/>
        </p:nvSpPr>
        <p:spPr>
          <a:xfrm>
            <a:off x="3543120" y="1733400"/>
            <a:ext cx="2410200" cy="1352880"/>
          </a:xfrm>
          <a:custGeom>
            <a:avLst/>
            <a:gdLst/>
            <a:ahLst/>
            <a:cxnLst/>
            <a:rect l="0" t="0" r="r" b="b"/>
            <a:pathLst>
              <a:path w="6695" h="3758">
                <a:moveTo>
                  <a:pt x="0" y="0"/>
                </a:moveTo>
                <a:lnTo>
                  <a:pt x="6695" y="0"/>
                </a:lnTo>
                <a:lnTo>
                  <a:pt x="6695" y="3758"/>
                </a:lnTo>
                <a:lnTo>
                  <a:pt x="0" y="375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13" name="Freeform: Shape 1712"/>
          <p:cNvSpPr/>
          <p:nvPr/>
        </p:nvSpPr>
        <p:spPr>
          <a:xfrm>
            <a:off x="5952960" y="1733400"/>
            <a:ext cx="2486520" cy="1352880"/>
          </a:xfrm>
          <a:custGeom>
            <a:avLst/>
            <a:gdLst/>
            <a:ahLst/>
            <a:cxnLst/>
            <a:rect l="0" t="0" r="r" b="b"/>
            <a:pathLst>
              <a:path w="6907" h="3758">
                <a:moveTo>
                  <a:pt x="0" y="0"/>
                </a:moveTo>
                <a:lnTo>
                  <a:pt x="6907" y="0"/>
                </a:lnTo>
                <a:lnTo>
                  <a:pt x="6907" y="3758"/>
                </a:lnTo>
                <a:lnTo>
                  <a:pt x="0" y="375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14" name="Freeform: Shape 1713"/>
          <p:cNvSpPr/>
          <p:nvPr/>
        </p:nvSpPr>
        <p:spPr>
          <a:xfrm>
            <a:off x="8439120" y="1733400"/>
            <a:ext cx="3000600" cy="1352880"/>
          </a:xfrm>
          <a:custGeom>
            <a:avLst/>
            <a:gdLst/>
            <a:ahLst/>
            <a:cxnLst/>
            <a:rect l="0" t="0" r="r" b="b"/>
            <a:pathLst>
              <a:path w="8335" h="3758">
                <a:moveTo>
                  <a:pt x="0" y="0"/>
                </a:moveTo>
                <a:lnTo>
                  <a:pt x="8335" y="0"/>
                </a:lnTo>
                <a:lnTo>
                  <a:pt x="8335" y="3758"/>
                </a:lnTo>
                <a:lnTo>
                  <a:pt x="0" y="375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15" name="Freeform: Shape 1714"/>
          <p:cNvSpPr/>
          <p:nvPr/>
        </p:nvSpPr>
        <p:spPr>
          <a:xfrm>
            <a:off x="752400" y="1733400"/>
            <a:ext cx="2791080" cy="1352880"/>
          </a:xfrm>
          <a:custGeom>
            <a:avLst/>
            <a:gdLst/>
            <a:ahLst/>
            <a:cxnLst/>
            <a:rect l="0" t="0" r="r" b="b"/>
            <a:pathLst>
              <a:path w="7753" h="3758">
                <a:moveTo>
                  <a:pt x="0" y="0"/>
                </a:moveTo>
                <a:lnTo>
                  <a:pt x="7753" y="0"/>
                </a:lnTo>
                <a:lnTo>
                  <a:pt x="7753" y="3758"/>
                </a:lnTo>
                <a:lnTo>
                  <a:pt x="0" y="375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16" name="Freeform: Shape 1715"/>
          <p:cNvSpPr/>
          <p:nvPr/>
        </p:nvSpPr>
        <p:spPr>
          <a:xfrm>
            <a:off x="3543120" y="1733400"/>
            <a:ext cx="2410200" cy="1352880"/>
          </a:xfrm>
          <a:custGeom>
            <a:avLst/>
            <a:gdLst/>
            <a:ahLst/>
            <a:cxnLst/>
            <a:rect l="0" t="0" r="r" b="b"/>
            <a:pathLst>
              <a:path w="6695" h="3758">
                <a:moveTo>
                  <a:pt x="0" y="0"/>
                </a:moveTo>
                <a:lnTo>
                  <a:pt x="6695" y="0"/>
                </a:lnTo>
                <a:lnTo>
                  <a:pt x="6695" y="3758"/>
                </a:lnTo>
                <a:lnTo>
                  <a:pt x="0" y="375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17" name="Freeform: Shape 1716"/>
          <p:cNvSpPr/>
          <p:nvPr/>
        </p:nvSpPr>
        <p:spPr>
          <a:xfrm>
            <a:off x="5952960" y="1733400"/>
            <a:ext cx="2486520" cy="1352880"/>
          </a:xfrm>
          <a:custGeom>
            <a:avLst/>
            <a:gdLst/>
            <a:ahLst/>
            <a:cxnLst/>
            <a:rect l="0" t="0" r="r" b="b"/>
            <a:pathLst>
              <a:path w="6907" h="3758">
                <a:moveTo>
                  <a:pt x="0" y="0"/>
                </a:moveTo>
                <a:lnTo>
                  <a:pt x="6907" y="0"/>
                </a:lnTo>
                <a:lnTo>
                  <a:pt x="6907" y="3758"/>
                </a:lnTo>
                <a:lnTo>
                  <a:pt x="0" y="375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18" name="Freeform: Shape 1717"/>
          <p:cNvSpPr/>
          <p:nvPr/>
        </p:nvSpPr>
        <p:spPr>
          <a:xfrm>
            <a:off x="8439120" y="1733400"/>
            <a:ext cx="3000600" cy="1352880"/>
          </a:xfrm>
          <a:custGeom>
            <a:avLst/>
            <a:gdLst/>
            <a:ahLst/>
            <a:cxnLst/>
            <a:rect l="0" t="0" r="r" b="b"/>
            <a:pathLst>
              <a:path w="8335" h="3758">
                <a:moveTo>
                  <a:pt x="0" y="0"/>
                </a:moveTo>
                <a:lnTo>
                  <a:pt x="8335" y="0"/>
                </a:lnTo>
                <a:lnTo>
                  <a:pt x="8335" y="3758"/>
                </a:lnTo>
                <a:lnTo>
                  <a:pt x="0" y="375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19" name="Freeform: Shape 1718"/>
          <p:cNvSpPr/>
          <p:nvPr/>
        </p:nvSpPr>
        <p:spPr>
          <a:xfrm>
            <a:off x="752400" y="3085920"/>
            <a:ext cx="2791080" cy="429120"/>
          </a:xfrm>
          <a:custGeom>
            <a:avLst/>
            <a:gdLst/>
            <a:ahLst/>
            <a:cxnLst/>
            <a:rect l="0" t="0" r="r" b="b"/>
            <a:pathLst>
              <a:path w="7753" h="1192">
                <a:moveTo>
                  <a:pt x="0" y="0"/>
                </a:moveTo>
                <a:lnTo>
                  <a:pt x="7753" y="0"/>
                </a:lnTo>
                <a:lnTo>
                  <a:pt x="7753"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20" name="Freeform: Shape 1719"/>
          <p:cNvSpPr/>
          <p:nvPr/>
        </p:nvSpPr>
        <p:spPr>
          <a:xfrm>
            <a:off x="3543120" y="3085920"/>
            <a:ext cx="2410200" cy="429120"/>
          </a:xfrm>
          <a:custGeom>
            <a:avLst/>
            <a:gdLst/>
            <a:ahLst/>
            <a:cxnLst/>
            <a:rect l="0" t="0" r="r" b="b"/>
            <a:pathLst>
              <a:path w="6695" h="1192">
                <a:moveTo>
                  <a:pt x="0" y="0"/>
                </a:moveTo>
                <a:lnTo>
                  <a:pt x="6695" y="0"/>
                </a:lnTo>
                <a:lnTo>
                  <a:pt x="6695"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21" name="Freeform: Shape 1720"/>
          <p:cNvSpPr/>
          <p:nvPr/>
        </p:nvSpPr>
        <p:spPr>
          <a:xfrm>
            <a:off x="5952960" y="3085920"/>
            <a:ext cx="2486520" cy="429120"/>
          </a:xfrm>
          <a:custGeom>
            <a:avLst/>
            <a:gdLst/>
            <a:ahLst/>
            <a:cxnLst/>
            <a:rect l="0" t="0" r="r" b="b"/>
            <a:pathLst>
              <a:path w="6907" h="1192">
                <a:moveTo>
                  <a:pt x="0" y="0"/>
                </a:moveTo>
                <a:lnTo>
                  <a:pt x="6907" y="0"/>
                </a:lnTo>
                <a:lnTo>
                  <a:pt x="6907"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22" name="Freeform: Shape 1721"/>
          <p:cNvSpPr/>
          <p:nvPr/>
        </p:nvSpPr>
        <p:spPr>
          <a:xfrm>
            <a:off x="8439120" y="3085920"/>
            <a:ext cx="3000600" cy="429120"/>
          </a:xfrm>
          <a:custGeom>
            <a:avLst/>
            <a:gdLst/>
            <a:ahLst/>
            <a:cxnLst/>
            <a:rect l="0" t="0" r="r" b="b"/>
            <a:pathLst>
              <a:path w="8335" h="1192">
                <a:moveTo>
                  <a:pt x="0" y="0"/>
                </a:moveTo>
                <a:lnTo>
                  <a:pt x="8335" y="0"/>
                </a:lnTo>
                <a:lnTo>
                  <a:pt x="8335"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23" name="Freeform: Shape 1722"/>
          <p:cNvSpPr/>
          <p:nvPr/>
        </p:nvSpPr>
        <p:spPr>
          <a:xfrm>
            <a:off x="752400" y="3085920"/>
            <a:ext cx="2791080" cy="429120"/>
          </a:xfrm>
          <a:custGeom>
            <a:avLst/>
            <a:gdLst/>
            <a:ahLst/>
            <a:cxnLst/>
            <a:rect l="0" t="0" r="r" b="b"/>
            <a:pathLst>
              <a:path w="7753" h="1192">
                <a:moveTo>
                  <a:pt x="0" y="0"/>
                </a:moveTo>
                <a:lnTo>
                  <a:pt x="7753" y="0"/>
                </a:lnTo>
                <a:lnTo>
                  <a:pt x="7753"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24" name="Freeform: Shape 1723"/>
          <p:cNvSpPr/>
          <p:nvPr/>
        </p:nvSpPr>
        <p:spPr>
          <a:xfrm>
            <a:off x="3543120" y="3085920"/>
            <a:ext cx="2410200" cy="429120"/>
          </a:xfrm>
          <a:custGeom>
            <a:avLst/>
            <a:gdLst/>
            <a:ahLst/>
            <a:cxnLst/>
            <a:rect l="0" t="0" r="r" b="b"/>
            <a:pathLst>
              <a:path w="6695" h="1192">
                <a:moveTo>
                  <a:pt x="0" y="0"/>
                </a:moveTo>
                <a:lnTo>
                  <a:pt x="6695" y="0"/>
                </a:lnTo>
                <a:lnTo>
                  <a:pt x="6695"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25" name="Freeform: Shape 1724"/>
          <p:cNvSpPr/>
          <p:nvPr/>
        </p:nvSpPr>
        <p:spPr>
          <a:xfrm>
            <a:off x="5952960" y="3085920"/>
            <a:ext cx="2486520" cy="429120"/>
          </a:xfrm>
          <a:custGeom>
            <a:avLst/>
            <a:gdLst/>
            <a:ahLst/>
            <a:cxnLst/>
            <a:rect l="0" t="0" r="r" b="b"/>
            <a:pathLst>
              <a:path w="6907" h="1192">
                <a:moveTo>
                  <a:pt x="0" y="0"/>
                </a:moveTo>
                <a:lnTo>
                  <a:pt x="6907" y="0"/>
                </a:lnTo>
                <a:lnTo>
                  <a:pt x="690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26" name="Freeform: Shape 1725"/>
          <p:cNvSpPr/>
          <p:nvPr/>
        </p:nvSpPr>
        <p:spPr>
          <a:xfrm>
            <a:off x="8439120" y="3085920"/>
            <a:ext cx="3000600" cy="429120"/>
          </a:xfrm>
          <a:custGeom>
            <a:avLst/>
            <a:gdLst/>
            <a:ahLst/>
            <a:cxnLst/>
            <a:rect l="0" t="0" r="r" b="b"/>
            <a:pathLst>
              <a:path w="8335" h="1192">
                <a:moveTo>
                  <a:pt x="0" y="0"/>
                </a:moveTo>
                <a:lnTo>
                  <a:pt x="8335" y="0"/>
                </a:lnTo>
                <a:lnTo>
                  <a:pt x="8335"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27" name="Freeform: Shape 1726"/>
          <p:cNvSpPr/>
          <p:nvPr/>
        </p:nvSpPr>
        <p:spPr>
          <a:xfrm>
            <a:off x="752400" y="3514680"/>
            <a:ext cx="2791080" cy="743040"/>
          </a:xfrm>
          <a:custGeom>
            <a:avLst/>
            <a:gdLst/>
            <a:ahLst/>
            <a:cxnLst/>
            <a:rect l="0" t="0" r="r" b="b"/>
            <a:pathLst>
              <a:path w="7753" h="2064">
                <a:moveTo>
                  <a:pt x="0" y="0"/>
                </a:moveTo>
                <a:lnTo>
                  <a:pt x="7753" y="0"/>
                </a:lnTo>
                <a:lnTo>
                  <a:pt x="7753" y="2064"/>
                </a:lnTo>
                <a:lnTo>
                  <a:pt x="0" y="2064"/>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28" name="Freeform: Shape 1727"/>
          <p:cNvSpPr/>
          <p:nvPr/>
        </p:nvSpPr>
        <p:spPr>
          <a:xfrm>
            <a:off x="3543120" y="3514680"/>
            <a:ext cx="2410200" cy="743040"/>
          </a:xfrm>
          <a:custGeom>
            <a:avLst/>
            <a:gdLst/>
            <a:ahLst/>
            <a:cxnLst/>
            <a:rect l="0" t="0" r="r" b="b"/>
            <a:pathLst>
              <a:path w="6695" h="2064">
                <a:moveTo>
                  <a:pt x="0" y="0"/>
                </a:moveTo>
                <a:lnTo>
                  <a:pt x="6695" y="0"/>
                </a:lnTo>
                <a:lnTo>
                  <a:pt x="6695" y="2064"/>
                </a:lnTo>
                <a:lnTo>
                  <a:pt x="0" y="2064"/>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29" name="Freeform: Shape 1728"/>
          <p:cNvSpPr/>
          <p:nvPr/>
        </p:nvSpPr>
        <p:spPr>
          <a:xfrm>
            <a:off x="5952960" y="3514680"/>
            <a:ext cx="2486520" cy="743040"/>
          </a:xfrm>
          <a:custGeom>
            <a:avLst/>
            <a:gdLst/>
            <a:ahLst/>
            <a:cxnLst/>
            <a:rect l="0" t="0" r="r" b="b"/>
            <a:pathLst>
              <a:path w="6907" h="2064">
                <a:moveTo>
                  <a:pt x="0" y="0"/>
                </a:moveTo>
                <a:lnTo>
                  <a:pt x="6907" y="0"/>
                </a:lnTo>
                <a:lnTo>
                  <a:pt x="6907" y="2064"/>
                </a:lnTo>
                <a:lnTo>
                  <a:pt x="0" y="2064"/>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30" name="Freeform: Shape 1729"/>
          <p:cNvSpPr/>
          <p:nvPr/>
        </p:nvSpPr>
        <p:spPr>
          <a:xfrm>
            <a:off x="8439120" y="3514680"/>
            <a:ext cx="3000600" cy="743040"/>
          </a:xfrm>
          <a:custGeom>
            <a:avLst/>
            <a:gdLst/>
            <a:ahLst/>
            <a:cxnLst/>
            <a:rect l="0" t="0" r="r" b="b"/>
            <a:pathLst>
              <a:path w="8335" h="2064">
                <a:moveTo>
                  <a:pt x="0" y="0"/>
                </a:moveTo>
                <a:lnTo>
                  <a:pt x="8335" y="0"/>
                </a:lnTo>
                <a:lnTo>
                  <a:pt x="8335" y="2064"/>
                </a:lnTo>
                <a:lnTo>
                  <a:pt x="0" y="2064"/>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31" name="Freeform: Shape 1730"/>
          <p:cNvSpPr/>
          <p:nvPr/>
        </p:nvSpPr>
        <p:spPr>
          <a:xfrm>
            <a:off x="752400" y="3514680"/>
            <a:ext cx="2791080" cy="743040"/>
          </a:xfrm>
          <a:custGeom>
            <a:avLst/>
            <a:gdLst/>
            <a:ahLst/>
            <a:cxnLst/>
            <a:rect l="0" t="0" r="r" b="b"/>
            <a:pathLst>
              <a:path w="7753" h="2064">
                <a:moveTo>
                  <a:pt x="0" y="0"/>
                </a:moveTo>
                <a:lnTo>
                  <a:pt x="7753" y="0"/>
                </a:lnTo>
                <a:lnTo>
                  <a:pt x="7753" y="2064"/>
                </a:lnTo>
                <a:lnTo>
                  <a:pt x="0" y="206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32" name="Freeform: Shape 1731"/>
          <p:cNvSpPr/>
          <p:nvPr/>
        </p:nvSpPr>
        <p:spPr>
          <a:xfrm>
            <a:off x="3543120" y="3514680"/>
            <a:ext cx="2410200" cy="743040"/>
          </a:xfrm>
          <a:custGeom>
            <a:avLst/>
            <a:gdLst/>
            <a:ahLst/>
            <a:cxnLst/>
            <a:rect l="0" t="0" r="r" b="b"/>
            <a:pathLst>
              <a:path w="6695" h="2064">
                <a:moveTo>
                  <a:pt x="0" y="0"/>
                </a:moveTo>
                <a:lnTo>
                  <a:pt x="6695" y="0"/>
                </a:lnTo>
                <a:lnTo>
                  <a:pt x="6695" y="2064"/>
                </a:lnTo>
                <a:lnTo>
                  <a:pt x="0" y="206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33" name="Freeform: Shape 1732"/>
          <p:cNvSpPr/>
          <p:nvPr/>
        </p:nvSpPr>
        <p:spPr>
          <a:xfrm>
            <a:off x="5952960" y="3514680"/>
            <a:ext cx="2486520" cy="743040"/>
          </a:xfrm>
          <a:custGeom>
            <a:avLst/>
            <a:gdLst/>
            <a:ahLst/>
            <a:cxnLst/>
            <a:rect l="0" t="0" r="r" b="b"/>
            <a:pathLst>
              <a:path w="6907" h="2064">
                <a:moveTo>
                  <a:pt x="0" y="0"/>
                </a:moveTo>
                <a:lnTo>
                  <a:pt x="6907" y="0"/>
                </a:lnTo>
                <a:lnTo>
                  <a:pt x="6907" y="2064"/>
                </a:lnTo>
                <a:lnTo>
                  <a:pt x="0" y="206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34" name="Freeform: Shape 1733"/>
          <p:cNvSpPr/>
          <p:nvPr/>
        </p:nvSpPr>
        <p:spPr>
          <a:xfrm>
            <a:off x="8439120" y="3514680"/>
            <a:ext cx="3000600" cy="743040"/>
          </a:xfrm>
          <a:custGeom>
            <a:avLst/>
            <a:gdLst/>
            <a:ahLst/>
            <a:cxnLst/>
            <a:rect l="0" t="0" r="r" b="b"/>
            <a:pathLst>
              <a:path w="8335" h="2064">
                <a:moveTo>
                  <a:pt x="0" y="0"/>
                </a:moveTo>
                <a:lnTo>
                  <a:pt x="8335" y="0"/>
                </a:lnTo>
                <a:lnTo>
                  <a:pt x="8335" y="2064"/>
                </a:lnTo>
                <a:lnTo>
                  <a:pt x="0" y="206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35" name="Freeform: Shape 1734"/>
          <p:cNvSpPr/>
          <p:nvPr/>
        </p:nvSpPr>
        <p:spPr>
          <a:xfrm>
            <a:off x="752400" y="4257360"/>
            <a:ext cx="2791080" cy="1048320"/>
          </a:xfrm>
          <a:custGeom>
            <a:avLst/>
            <a:gdLst/>
            <a:ahLst/>
            <a:cxnLst/>
            <a:rect l="0" t="0" r="r" b="b"/>
            <a:pathLst>
              <a:path w="7753" h="2912">
                <a:moveTo>
                  <a:pt x="0" y="0"/>
                </a:moveTo>
                <a:lnTo>
                  <a:pt x="7753" y="0"/>
                </a:lnTo>
                <a:lnTo>
                  <a:pt x="7753" y="2912"/>
                </a:lnTo>
                <a:lnTo>
                  <a:pt x="0" y="291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36" name="Freeform: Shape 1735"/>
          <p:cNvSpPr/>
          <p:nvPr/>
        </p:nvSpPr>
        <p:spPr>
          <a:xfrm>
            <a:off x="3543120" y="4257360"/>
            <a:ext cx="2410200" cy="1048320"/>
          </a:xfrm>
          <a:custGeom>
            <a:avLst/>
            <a:gdLst/>
            <a:ahLst/>
            <a:cxnLst/>
            <a:rect l="0" t="0" r="r" b="b"/>
            <a:pathLst>
              <a:path w="6695" h="2912">
                <a:moveTo>
                  <a:pt x="0" y="0"/>
                </a:moveTo>
                <a:lnTo>
                  <a:pt x="6695" y="0"/>
                </a:lnTo>
                <a:lnTo>
                  <a:pt x="6695" y="2912"/>
                </a:lnTo>
                <a:lnTo>
                  <a:pt x="0" y="291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37" name="Freeform: Shape 1736"/>
          <p:cNvSpPr/>
          <p:nvPr/>
        </p:nvSpPr>
        <p:spPr>
          <a:xfrm>
            <a:off x="5952960" y="4257360"/>
            <a:ext cx="2486520" cy="1048320"/>
          </a:xfrm>
          <a:custGeom>
            <a:avLst/>
            <a:gdLst/>
            <a:ahLst/>
            <a:cxnLst/>
            <a:rect l="0" t="0" r="r" b="b"/>
            <a:pathLst>
              <a:path w="6907" h="2912">
                <a:moveTo>
                  <a:pt x="0" y="0"/>
                </a:moveTo>
                <a:lnTo>
                  <a:pt x="6907" y="0"/>
                </a:lnTo>
                <a:lnTo>
                  <a:pt x="6907" y="2912"/>
                </a:lnTo>
                <a:lnTo>
                  <a:pt x="0" y="291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38" name="Freeform: Shape 1737"/>
          <p:cNvSpPr/>
          <p:nvPr/>
        </p:nvSpPr>
        <p:spPr>
          <a:xfrm>
            <a:off x="8439120" y="4257360"/>
            <a:ext cx="3000600" cy="1048320"/>
          </a:xfrm>
          <a:custGeom>
            <a:avLst/>
            <a:gdLst/>
            <a:ahLst/>
            <a:cxnLst/>
            <a:rect l="0" t="0" r="r" b="b"/>
            <a:pathLst>
              <a:path w="8335" h="2912">
                <a:moveTo>
                  <a:pt x="0" y="0"/>
                </a:moveTo>
                <a:lnTo>
                  <a:pt x="8335" y="0"/>
                </a:lnTo>
                <a:lnTo>
                  <a:pt x="8335" y="2912"/>
                </a:lnTo>
                <a:lnTo>
                  <a:pt x="0" y="291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39" name="Freeform: Shape 1738"/>
          <p:cNvSpPr/>
          <p:nvPr/>
        </p:nvSpPr>
        <p:spPr>
          <a:xfrm>
            <a:off x="752400" y="4257360"/>
            <a:ext cx="2791080" cy="1048320"/>
          </a:xfrm>
          <a:custGeom>
            <a:avLst/>
            <a:gdLst/>
            <a:ahLst/>
            <a:cxnLst/>
            <a:rect l="0" t="0" r="r" b="b"/>
            <a:pathLst>
              <a:path w="7753" h="2912">
                <a:moveTo>
                  <a:pt x="0" y="0"/>
                </a:moveTo>
                <a:lnTo>
                  <a:pt x="7753" y="0"/>
                </a:lnTo>
                <a:lnTo>
                  <a:pt x="7753" y="2912"/>
                </a:lnTo>
                <a:lnTo>
                  <a:pt x="0" y="291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40" name="Freeform: Shape 1739"/>
          <p:cNvSpPr/>
          <p:nvPr/>
        </p:nvSpPr>
        <p:spPr>
          <a:xfrm>
            <a:off x="3543120" y="4257360"/>
            <a:ext cx="2410200" cy="1048320"/>
          </a:xfrm>
          <a:custGeom>
            <a:avLst/>
            <a:gdLst/>
            <a:ahLst/>
            <a:cxnLst/>
            <a:rect l="0" t="0" r="r" b="b"/>
            <a:pathLst>
              <a:path w="6695" h="2912">
                <a:moveTo>
                  <a:pt x="0" y="0"/>
                </a:moveTo>
                <a:lnTo>
                  <a:pt x="6695" y="0"/>
                </a:lnTo>
                <a:lnTo>
                  <a:pt x="6695" y="2912"/>
                </a:lnTo>
                <a:lnTo>
                  <a:pt x="0" y="291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41" name="Freeform: Shape 1740"/>
          <p:cNvSpPr/>
          <p:nvPr/>
        </p:nvSpPr>
        <p:spPr>
          <a:xfrm>
            <a:off x="5952960" y="4257360"/>
            <a:ext cx="2486520" cy="1048320"/>
          </a:xfrm>
          <a:custGeom>
            <a:avLst/>
            <a:gdLst/>
            <a:ahLst/>
            <a:cxnLst/>
            <a:rect l="0" t="0" r="r" b="b"/>
            <a:pathLst>
              <a:path w="6907" h="2912">
                <a:moveTo>
                  <a:pt x="0" y="0"/>
                </a:moveTo>
                <a:lnTo>
                  <a:pt x="6907" y="0"/>
                </a:lnTo>
                <a:lnTo>
                  <a:pt x="6907" y="2912"/>
                </a:lnTo>
                <a:lnTo>
                  <a:pt x="0" y="291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42" name="Freeform: Shape 1741"/>
          <p:cNvSpPr/>
          <p:nvPr/>
        </p:nvSpPr>
        <p:spPr>
          <a:xfrm>
            <a:off x="8439120" y="4257360"/>
            <a:ext cx="3000600" cy="1048320"/>
          </a:xfrm>
          <a:custGeom>
            <a:avLst/>
            <a:gdLst/>
            <a:ahLst/>
            <a:cxnLst/>
            <a:rect l="0" t="0" r="r" b="b"/>
            <a:pathLst>
              <a:path w="8335" h="2912">
                <a:moveTo>
                  <a:pt x="0" y="0"/>
                </a:moveTo>
                <a:lnTo>
                  <a:pt x="8335" y="0"/>
                </a:lnTo>
                <a:lnTo>
                  <a:pt x="8335" y="2912"/>
                </a:lnTo>
                <a:lnTo>
                  <a:pt x="0" y="291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43" name="Freeform: Shape 1742"/>
          <p:cNvSpPr/>
          <p:nvPr/>
        </p:nvSpPr>
        <p:spPr>
          <a:xfrm>
            <a:off x="752400" y="5305320"/>
            <a:ext cx="2791080" cy="743400"/>
          </a:xfrm>
          <a:custGeom>
            <a:avLst/>
            <a:gdLst/>
            <a:ahLst/>
            <a:cxnLst/>
            <a:rect l="0" t="0" r="r" b="b"/>
            <a:pathLst>
              <a:path w="7753" h="2065">
                <a:moveTo>
                  <a:pt x="0" y="0"/>
                </a:moveTo>
                <a:lnTo>
                  <a:pt x="7753" y="0"/>
                </a:lnTo>
                <a:lnTo>
                  <a:pt x="7753"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44" name="Freeform: Shape 1743"/>
          <p:cNvSpPr/>
          <p:nvPr/>
        </p:nvSpPr>
        <p:spPr>
          <a:xfrm>
            <a:off x="3543120" y="5305320"/>
            <a:ext cx="2410200" cy="743400"/>
          </a:xfrm>
          <a:custGeom>
            <a:avLst/>
            <a:gdLst/>
            <a:ahLst/>
            <a:cxnLst/>
            <a:rect l="0" t="0" r="r" b="b"/>
            <a:pathLst>
              <a:path w="6695" h="2065">
                <a:moveTo>
                  <a:pt x="0" y="0"/>
                </a:moveTo>
                <a:lnTo>
                  <a:pt x="6695" y="0"/>
                </a:lnTo>
                <a:lnTo>
                  <a:pt x="6695"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45" name="Freeform: Shape 1744"/>
          <p:cNvSpPr/>
          <p:nvPr/>
        </p:nvSpPr>
        <p:spPr>
          <a:xfrm>
            <a:off x="5952960" y="5305320"/>
            <a:ext cx="2486520" cy="743400"/>
          </a:xfrm>
          <a:custGeom>
            <a:avLst/>
            <a:gdLst/>
            <a:ahLst/>
            <a:cxnLst/>
            <a:rect l="0" t="0" r="r" b="b"/>
            <a:pathLst>
              <a:path w="6907" h="2065">
                <a:moveTo>
                  <a:pt x="0" y="0"/>
                </a:moveTo>
                <a:lnTo>
                  <a:pt x="6907" y="0"/>
                </a:lnTo>
                <a:lnTo>
                  <a:pt x="6907"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46" name="Freeform: Shape 1745"/>
          <p:cNvSpPr/>
          <p:nvPr/>
        </p:nvSpPr>
        <p:spPr>
          <a:xfrm>
            <a:off x="8439120" y="5305320"/>
            <a:ext cx="3000600" cy="743400"/>
          </a:xfrm>
          <a:custGeom>
            <a:avLst/>
            <a:gdLst/>
            <a:ahLst/>
            <a:cxnLst/>
            <a:rect l="0" t="0" r="r" b="b"/>
            <a:pathLst>
              <a:path w="8335" h="2065">
                <a:moveTo>
                  <a:pt x="0" y="0"/>
                </a:moveTo>
                <a:lnTo>
                  <a:pt x="8335" y="0"/>
                </a:lnTo>
                <a:lnTo>
                  <a:pt x="8335"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47" name="Freeform: Shape 1746"/>
          <p:cNvSpPr/>
          <p:nvPr/>
        </p:nvSpPr>
        <p:spPr>
          <a:xfrm>
            <a:off x="752400" y="5305320"/>
            <a:ext cx="2791080" cy="743400"/>
          </a:xfrm>
          <a:custGeom>
            <a:avLst/>
            <a:gdLst/>
            <a:ahLst/>
            <a:cxnLst/>
            <a:rect l="0" t="0" r="r" b="b"/>
            <a:pathLst>
              <a:path w="7753" h="2065">
                <a:moveTo>
                  <a:pt x="0" y="0"/>
                </a:moveTo>
                <a:lnTo>
                  <a:pt x="7753" y="0"/>
                </a:lnTo>
                <a:lnTo>
                  <a:pt x="7753"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48" name="Freeform: Shape 1747"/>
          <p:cNvSpPr/>
          <p:nvPr/>
        </p:nvSpPr>
        <p:spPr>
          <a:xfrm>
            <a:off x="3543120" y="5305320"/>
            <a:ext cx="2410200" cy="743400"/>
          </a:xfrm>
          <a:custGeom>
            <a:avLst/>
            <a:gdLst/>
            <a:ahLst/>
            <a:cxnLst/>
            <a:rect l="0" t="0" r="r" b="b"/>
            <a:pathLst>
              <a:path w="6695" h="2065">
                <a:moveTo>
                  <a:pt x="0" y="0"/>
                </a:moveTo>
                <a:lnTo>
                  <a:pt x="6695" y="0"/>
                </a:lnTo>
                <a:lnTo>
                  <a:pt x="6695"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49" name="Freeform: Shape 1748"/>
          <p:cNvSpPr/>
          <p:nvPr/>
        </p:nvSpPr>
        <p:spPr>
          <a:xfrm>
            <a:off x="5952960" y="5305320"/>
            <a:ext cx="2486520" cy="743400"/>
          </a:xfrm>
          <a:custGeom>
            <a:avLst/>
            <a:gdLst/>
            <a:ahLst/>
            <a:cxnLst/>
            <a:rect l="0" t="0" r="r" b="b"/>
            <a:pathLst>
              <a:path w="6907" h="2065">
                <a:moveTo>
                  <a:pt x="0" y="0"/>
                </a:moveTo>
                <a:lnTo>
                  <a:pt x="6907" y="0"/>
                </a:lnTo>
                <a:lnTo>
                  <a:pt x="6907"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50" name="Freeform: Shape 1749"/>
          <p:cNvSpPr/>
          <p:nvPr/>
        </p:nvSpPr>
        <p:spPr>
          <a:xfrm>
            <a:off x="8439120" y="5305320"/>
            <a:ext cx="3000600" cy="743400"/>
          </a:xfrm>
          <a:custGeom>
            <a:avLst/>
            <a:gdLst/>
            <a:ahLst/>
            <a:cxnLst/>
            <a:rect l="0" t="0" r="r" b="b"/>
            <a:pathLst>
              <a:path w="8335" h="2065">
                <a:moveTo>
                  <a:pt x="0" y="0"/>
                </a:moveTo>
                <a:lnTo>
                  <a:pt x="8335" y="0"/>
                </a:lnTo>
                <a:lnTo>
                  <a:pt x="8335"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51" name="Freeform: Shape 1750"/>
          <p:cNvSpPr/>
          <p:nvPr/>
        </p:nvSpPr>
        <p:spPr>
          <a:xfrm>
            <a:off x="752400" y="6048360"/>
            <a:ext cx="2791080" cy="428760"/>
          </a:xfrm>
          <a:custGeom>
            <a:avLst/>
            <a:gdLst/>
            <a:ahLst/>
            <a:cxnLst/>
            <a:rect l="0" t="0" r="r" b="b"/>
            <a:pathLst>
              <a:path w="7753" h="1191">
                <a:moveTo>
                  <a:pt x="0" y="0"/>
                </a:moveTo>
                <a:lnTo>
                  <a:pt x="7753" y="0"/>
                </a:lnTo>
                <a:lnTo>
                  <a:pt x="7753"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52" name="Freeform: Shape 1751"/>
          <p:cNvSpPr/>
          <p:nvPr/>
        </p:nvSpPr>
        <p:spPr>
          <a:xfrm>
            <a:off x="3543120" y="6048360"/>
            <a:ext cx="2410200" cy="428760"/>
          </a:xfrm>
          <a:custGeom>
            <a:avLst/>
            <a:gdLst/>
            <a:ahLst/>
            <a:cxnLst/>
            <a:rect l="0" t="0" r="r" b="b"/>
            <a:pathLst>
              <a:path w="6695" h="1191">
                <a:moveTo>
                  <a:pt x="0" y="0"/>
                </a:moveTo>
                <a:lnTo>
                  <a:pt x="6695" y="0"/>
                </a:lnTo>
                <a:lnTo>
                  <a:pt x="6695"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53" name="Freeform: Shape 1752"/>
          <p:cNvSpPr/>
          <p:nvPr/>
        </p:nvSpPr>
        <p:spPr>
          <a:xfrm>
            <a:off x="5952960" y="6048360"/>
            <a:ext cx="2486520" cy="428760"/>
          </a:xfrm>
          <a:custGeom>
            <a:avLst/>
            <a:gdLst/>
            <a:ahLst/>
            <a:cxnLst/>
            <a:rect l="0" t="0" r="r" b="b"/>
            <a:pathLst>
              <a:path w="6907" h="1191">
                <a:moveTo>
                  <a:pt x="0" y="0"/>
                </a:moveTo>
                <a:lnTo>
                  <a:pt x="6907" y="0"/>
                </a:lnTo>
                <a:lnTo>
                  <a:pt x="6907"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54" name="Freeform: Shape 1753"/>
          <p:cNvSpPr/>
          <p:nvPr/>
        </p:nvSpPr>
        <p:spPr>
          <a:xfrm>
            <a:off x="8439120" y="6048360"/>
            <a:ext cx="3000600" cy="428760"/>
          </a:xfrm>
          <a:custGeom>
            <a:avLst/>
            <a:gdLst/>
            <a:ahLst/>
            <a:cxnLst/>
            <a:rect l="0" t="0" r="r" b="b"/>
            <a:pathLst>
              <a:path w="8335" h="1191">
                <a:moveTo>
                  <a:pt x="0" y="0"/>
                </a:moveTo>
                <a:lnTo>
                  <a:pt x="8335" y="0"/>
                </a:lnTo>
                <a:lnTo>
                  <a:pt x="8335"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55" name="Freeform: Shape 1754"/>
          <p:cNvSpPr/>
          <p:nvPr/>
        </p:nvSpPr>
        <p:spPr>
          <a:xfrm>
            <a:off x="752400" y="6048360"/>
            <a:ext cx="2791080" cy="428760"/>
          </a:xfrm>
          <a:custGeom>
            <a:avLst/>
            <a:gdLst/>
            <a:ahLst/>
            <a:cxnLst/>
            <a:rect l="0" t="0" r="r" b="b"/>
            <a:pathLst>
              <a:path w="7753" h="1191">
                <a:moveTo>
                  <a:pt x="0" y="0"/>
                </a:moveTo>
                <a:lnTo>
                  <a:pt x="7753" y="0"/>
                </a:lnTo>
                <a:lnTo>
                  <a:pt x="7753"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56" name="Freeform: Shape 1755"/>
          <p:cNvSpPr/>
          <p:nvPr/>
        </p:nvSpPr>
        <p:spPr>
          <a:xfrm>
            <a:off x="3543120" y="6048360"/>
            <a:ext cx="2410200" cy="428760"/>
          </a:xfrm>
          <a:custGeom>
            <a:avLst/>
            <a:gdLst/>
            <a:ahLst/>
            <a:cxnLst/>
            <a:rect l="0" t="0" r="r" b="b"/>
            <a:pathLst>
              <a:path w="6695" h="1191">
                <a:moveTo>
                  <a:pt x="0" y="0"/>
                </a:moveTo>
                <a:lnTo>
                  <a:pt x="6695" y="0"/>
                </a:lnTo>
                <a:lnTo>
                  <a:pt x="6695"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57" name="Freeform: Shape 1756"/>
          <p:cNvSpPr/>
          <p:nvPr/>
        </p:nvSpPr>
        <p:spPr>
          <a:xfrm>
            <a:off x="5952960" y="6048360"/>
            <a:ext cx="2486520" cy="428760"/>
          </a:xfrm>
          <a:custGeom>
            <a:avLst/>
            <a:gdLst/>
            <a:ahLst/>
            <a:cxnLst/>
            <a:rect l="0" t="0" r="r" b="b"/>
            <a:pathLst>
              <a:path w="6907" h="1191">
                <a:moveTo>
                  <a:pt x="0" y="0"/>
                </a:moveTo>
                <a:lnTo>
                  <a:pt x="6907" y="0"/>
                </a:lnTo>
                <a:lnTo>
                  <a:pt x="6907"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58" name="Freeform: Shape 1757"/>
          <p:cNvSpPr/>
          <p:nvPr/>
        </p:nvSpPr>
        <p:spPr>
          <a:xfrm>
            <a:off x="8439120" y="6048360"/>
            <a:ext cx="3000600" cy="428760"/>
          </a:xfrm>
          <a:custGeom>
            <a:avLst/>
            <a:gdLst/>
            <a:ahLst/>
            <a:cxnLst/>
            <a:rect l="0" t="0" r="r" b="b"/>
            <a:pathLst>
              <a:path w="8335" h="1191">
                <a:moveTo>
                  <a:pt x="0" y="0"/>
                </a:moveTo>
                <a:lnTo>
                  <a:pt x="8335" y="0"/>
                </a:lnTo>
                <a:lnTo>
                  <a:pt x="8335"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59" name="Freeform: Shape 1758"/>
          <p:cNvSpPr/>
          <p:nvPr/>
        </p:nvSpPr>
        <p:spPr>
          <a:xfrm>
            <a:off x="75240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60" name="Freeform: Shape 1759"/>
          <p:cNvSpPr/>
          <p:nvPr/>
        </p:nvSpPr>
        <p:spPr>
          <a:xfrm>
            <a:off x="752400" y="1295280"/>
            <a:ext cx="2800440" cy="9720"/>
          </a:xfrm>
          <a:custGeom>
            <a:avLst/>
            <a:gdLst/>
            <a:ahLst/>
            <a:cxnLst/>
            <a:rect l="0" t="0" r="r" b="b"/>
            <a:pathLst>
              <a:path w="7779" h="27">
                <a:moveTo>
                  <a:pt x="0" y="0"/>
                </a:moveTo>
                <a:lnTo>
                  <a:pt x="7779" y="0"/>
                </a:lnTo>
                <a:lnTo>
                  <a:pt x="7779"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61" name="Freeform: Shape 1760"/>
          <p:cNvSpPr/>
          <p:nvPr/>
        </p:nvSpPr>
        <p:spPr>
          <a:xfrm>
            <a:off x="354312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62" name="Freeform: Shape 1761"/>
          <p:cNvSpPr/>
          <p:nvPr/>
        </p:nvSpPr>
        <p:spPr>
          <a:xfrm>
            <a:off x="3552480" y="1295280"/>
            <a:ext cx="2410200" cy="9720"/>
          </a:xfrm>
          <a:custGeom>
            <a:avLst/>
            <a:gdLst/>
            <a:ahLst/>
            <a:cxnLst/>
            <a:rect l="0" t="0" r="r" b="b"/>
            <a:pathLst>
              <a:path w="6695" h="27">
                <a:moveTo>
                  <a:pt x="0" y="0"/>
                </a:moveTo>
                <a:lnTo>
                  <a:pt x="6695" y="0"/>
                </a:lnTo>
                <a:lnTo>
                  <a:pt x="669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63" name="Freeform: Shape 1762"/>
          <p:cNvSpPr/>
          <p:nvPr/>
        </p:nvSpPr>
        <p:spPr>
          <a:xfrm>
            <a:off x="595296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64" name="Freeform: Shape 1763"/>
          <p:cNvSpPr/>
          <p:nvPr/>
        </p:nvSpPr>
        <p:spPr>
          <a:xfrm>
            <a:off x="5962320" y="1295280"/>
            <a:ext cx="2477160" cy="9720"/>
          </a:xfrm>
          <a:custGeom>
            <a:avLst/>
            <a:gdLst/>
            <a:ahLst/>
            <a:cxnLst/>
            <a:rect l="0" t="0" r="r" b="b"/>
            <a:pathLst>
              <a:path w="6881" h="27">
                <a:moveTo>
                  <a:pt x="0" y="0"/>
                </a:moveTo>
                <a:lnTo>
                  <a:pt x="6881" y="0"/>
                </a:lnTo>
                <a:lnTo>
                  <a:pt x="688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65" name="Freeform: Shape 1764"/>
          <p:cNvSpPr/>
          <p:nvPr/>
        </p:nvSpPr>
        <p:spPr>
          <a:xfrm>
            <a:off x="8429400" y="129528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66" name="Freeform: Shape 1765"/>
          <p:cNvSpPr/>
          <p:nvPr/>
        </p:nvSpPr>
        <p:spPr>
          <a:xfrm>
            <a:off x="8439120" y="1295280"/>
            <a:ext cx="3009960" cy="9720"/>
          </a:xfrm>
          <a:custGeom>
            <a:avLst/>
            <a:gdLst/>
            <a:ahLst/>
            <a:cxnLst/>
            <a:rect l="0" t="0" r="r" b="b"/>
            <a:pathLst>
              <a:path w="8361" h="27">
                <a:moveTo>
                  <a:pt x="0" y="0"/>
                </a:moveTo>
                <a:lnTo>
                  <a:pt x="8361" y="0"/>
                </a:lnTo>
                <a:lnTo>
                  <a:pt x="836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67" name="Freeform: Shape 1766"/>
          <p:cNvSpPr/>
          <p:nvPr/>
        </p:nvSpPr>
        <p:spPr>
          <a:xfrm>
            <a:off x="1143936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68" name="Freeform: Shape 1767"/>
          <p:cNvSpPr/>
          <p:nvPr/>
        </p:nvSpPr>
        <p:spPr>
          <a:xfrm>
            <a:off x="752400" y="1723680"/>
            <a:ext cx="2800440" cy="10080"/>
          </a:xfrm>
          <a:custGeom>
            <a:avLst/>
            <a:gdLst/>
            <a:ahLst/>
            <a:cxnLst/>
            <a:rect l="0" t="0" r="r" b="b"/>
            <a:pathLst>
              <a:path w="7779" h="28">
                <a:moveTo>
                  <a:pt x="0" y="0"/>
                </a:moveTo>
                <a:lnTo>
                  <a:pt x="7779" y="0"/>
                </a:lnTo>
                <a:lnTo>
                  <a:pt x="777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69" name="Freeform: Shape 1768"/>
          <p:cNvSpPr/>
          <p:nvPr/>
        </p:nvSpPr>
        <p:spPr>
          <a:xfrm>
            <a:off x="3552480" y="1723680"/>
            <a:ext cx="2410200" cy="10080"/>
          </a:xfrm>
          <a:custGeom>
            <a:avLst/>
            <a:gdLst/>
            <a:ahLst/>
            <a:cxnLst/>
            <a:rect l="0" t="0" r="r" b="b"/>
            <a:pathLst>
              <a:path w="6695" h="28">
                <a:moveTo>
                  <a:pt x="0" y="0"/>
                </a:moveTo>
                <a:lnTo>
                  <a:pt x="6695" y="0"/>
                </a:lnTo>
                <a:lnTo>
                  <a:pt x="669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70" name="Freeform: Shape 1769"/>
          <p:cNvSpPr/>
          <p:nvPr/>
        </p:nvSpPr>
        <p:spPr>
          <a:xfrm>
            <a:off x="5962320" y="1723680"/>
            <a:ext cx="2477160" cy="10080"/>
          </a:xfrm>
          <a:custGeom>
            <a:avLst/>
            <a:gdLst/>
            <a:ahLst/>
            <a:cxnLst/>
            <a:rect l="0" t="0" r="r" b="b"/>
            <a:pathLst>
              <a:path w="6881" h="28">
                <a:moveTo>
                  <a:pt x="0" y="0"/>
                </a:moveTo>
                <a:lnTo>
                  <a:pt x="6881" y="0"/>
                </a:lnTo>
                <a:lnTo>
                  <a:pt x="688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71" name="Freeform: Shape 1770"/>
          <p:cNvSpPr/>
          <p:nvPr/>
        </p:nvSpPr>
        <p:spPr>
          <a:xfrm>
            <a:off x="8439120" y="1723680"/>
            <a:ext cx="3009960" cy="10080"/>
          </a:xfrm>
          <a:custGeom>
            <a:avLst/>
            <a:gdLst/>
            <a:ahLst/>
            <a:cxnLst/>
            <a:rect l="0" t="0" r="r" b="b"/>
            <a:pathLst>
              <a:path w="8361" h="28">
                <a:moveTo>
                  <a:pt x="0" y="0"/>
                </a:moveTo>
                <a:lnTo>
                  <a:pt x="8361" y="0"/>
                </a:lnTo>
                <a:lnTo>
                  <a:pt x="836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72" name="Freeform: Shape 1771"/>
          <p:cNvSpPr/>
          <p:nvPr/>
        </p:nvSpPr>
        <p:spPr>
          <a:xfrm>
            <a:off x="752400" y="1733400"/>
            <a:ext cx="9720" cy="1352880"/>
          </a:xfrm>
          <a:custGeom>
            <a:avLst/>
            <a:gdLst/>
            <a:ahLst/>
            <a:cxnLst/>
            <a:rect l="0" t="0" r="r" b="b"/>
            <a:pathLst>
              <a:path w="27" h="3758">
                <a:moveTo>
                  <a:pt x="0" y="0"/>
                </a:moveTo>
                <a:lnTo>
                  <a:pt x="27" y="0"/>
                </a:lnTo>
                <a:lnTo>
                  <a:pt x="27" y="3758"/>
                </a:lnTo>
                <a:lnTo>
                  <a:pt x="0" y="375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73" name="Freeform: Shape 1772"/>
          <p:cNvSpPr/>
          <p:nvPr/>
        </p:nvSpPr>
        <p:spPr>
          <a:xfrm>
            <a:off x="3543120" y="1733400"/>
            <a:ext cx="9720" cy="1352880"/>
          </a:xfrm>
          <a:custGeom>
            <a:avLst/>
            <a:gdLst/>
            <a:ahLst/>
            <a:cxnLst/>
            <a:rect l="0" t="0" r="r" b="b"/>
            <a:pathLst>
              <a:path w="27" h="3758">
                <a:moveTo>
                  <a:pt x="0" y="0"/>
                </a:moveTo>
                <a:lnTo>
                  <a:pt x="27" y="0"/>
                </a:lnTo>
                <a:lnTo>
                  <a:pt x="27" y="3758"/>
                </a:lnTo>
                <a:lnTo>
                  <a:pt x="0" y="375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74" name="Freeform: Shape 1773"/>
          <p:cNvSpPr/>
          <p:nvPr/>
        </p:nvSpPr>
        <p:spPr>
          <a:xfrm>
            <a:off x="5952960" y="1733400"/>
            <a:ext cx="9720" cy="1352880"/>
          </a:xfrm>
          <a:custGeom>
            <a:avLst/>
            <a:gdLst/>
            <a:ahLst/>
            <a:cxnLst/>
            <a:rect l="0" t="0" r="r" b="b"/>
            <a:pathLst>
              <a:path w="27" h="3758">
                <a:moveTo>
                  <a:pt x="0" y="0"/>
                </a:moveTo>
                <a:lnTo>
                  <a:pt x="27" y="0"/>
                </a:lnTo>
                <a:lnTo>
                  <a:pt x="27" y="3758"/>
                </a:lnTo>
                <a:lnTo>
                  <a:pt x="0" y="375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75" name="Freeform: Shape 1774"/>
          <p:cNvSpPr/>
          <p:nvPr/>
        </p:nvSpPr>
        <p:spPr>
          <a:xfrm>
            <a:off x="8429400" y="1733400"/>
            <a:ext cx="10080" cy="1352880"/>
          </a:xfrm>
          <a:custGeom>
            <a:avLst/>
            <a:gdLst/>
            <a:ahLst/>
            <a:cxnLst/>
            <a:rect l="0" t="0" r="r" b="b"/>
            <a:pathLst>
              <a:path w="28" h="3758">
                <a:moveTo>
                  <a:pt x="0" y="0"/>
                </a:moveTo>
                <a:lnTo>
                  <a:pt x="28" y="0"/>
                </a:lnTo>
                <a:lnTo>
                  <a:pt x="28" y="3758"/>
                </a:lnTo>
                <a:lnTo>
                  <a:pt x="0" y="375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76" name="Freeform: Shape 1775"/>
          <p:cNvSpPr/>
          <p:nvPr/>
        </p:nvSpPr>
        <p:spPr>
          <a:xfrm>
            <a:off x="11439360" y="1733400"/>
            <a:ext cx="9720" cy="1352880"/>
          </a:xfrm>
          <a:custGeom>
            <a:avLst/>
            <a:gdLst/>
            <a:ahLst/>
            <a:cxnLst/>
            <a:rect l="0" t="0" r="r" b="b"/>
            <a:pathLst>
              <a:path w="27" h="3758">
                <a:moveTo>
                  <a:pt x="0" y="0"/>
                </a:moveTo>
                <a:lnTo>
                  <a:pt x="27" y="0"/>
                </a:lnTo>
                <a:lnTo>
                  <a:pt x="27" y="3758"/>
                </a:lnTo>
                <a:lnTo>
                  <a:pt x="0" y="375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77" name="Freeform: Shape 1776"/>
          <p:cNvSpPr/>
          <p:nvPr/>
        </p:nvSpPr>
        <p:spPr>
          <a:xfrm>
            <a:off x="752400" y="308592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78" name="Freeform: Shape 1777"/>
          <p:cNvSpPr/>
          <p:nvPr/>
        </p:nvSpPr>
        <p:spPr>
          <a:xfrm>
            <a:off x="752400" y="3076560"/>
            <a:ext cx="2800440" cy="9720"/>
          </a:xfrm>
          <a:custGeom>
            <a:avLst/>
            <a:gdLst/>
            <a:ahLst/>
            <a:cxnLst/>
            <a:rect l="0" t="0" r="r" b="b"/>
            <a:pathLst>
              <a:path w="7779" h="27">
                <a:moveTo>
                  <a:pt x="0" y="0"/>
                </a:moveTo>
                <a:lnTo>
                  <a:pt x="7779" y="0"/>
                </a:lnTo>
                <a:lnTo>
                  <a:pt x="7779"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79" name="Freeform: Shape 1778"/>
          <p:cNvSpPr/>
          <p:nvPr/>
        </p:nvSpPr>
        <p:spPr>
          <a:xfrm>
            <a:off x="3543120" y="308592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80" name="Freeform: Shape 1779"/>
          <p:cNvSpPr/>
          <p:nvPr/>
        </p:nvSpPr>
        <p:spPr>
          <a:xfrm>
            <a:off x="3552480" y="3076560"/>
            <a:ext cx="2410200" cy="9720"/>
          </a:xfrm>
          <a:custGeom>
            <a:avLst/>
            <a:gdLst/>
            <a:ahLst/>
            <a:cxnLst/>
            <a:rect l="0" t="0" r="r" b="b"/>
            <a:pathLst>
              <a:path w="6695" h="27">
                <a:moveTo>
                  <a:pt x="0" y="0"/>
                </a:moveTo>
                <a:lnTo>
                  <a:pt x="6695" y="0"/>
                </a:lnTo>
                <a:lnTo>
                  <a:pt x="669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81" name="Freeform: Shape 1780"/>
          <p:cNvSpPr/>
          <p:nvPr/>
        </p:nvSpPr>
        <p:spPr>
          <a:xfrm>
            <a:off x="5952960" y="308592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82" name="Freeform: Shape 1781"/>
          <p:cNvSpPr/>
          <p:nvPr/>
        </p:nvSpPr>
        <p:spPr>
          <a:xfrm>
            <a:off x="5962320" y="3076560"/>
            <a:ext cx="2477160" cy="9720"/>
          </a:xfrm>
          <a:custGeom>
            <a:avLst/>
            <a:gdLst/>
            <a:ahLst/>
            <a:cxnLst/>
            <a:rect l="0" t="0" r="r" b="b"/>
            <a:pathLst>
              <a:path w="6881" h="27">
                <a:moveTo>
                  <a:pt x="0" y="0"/>
                </a:moveTo>
                <a:lnTo>
                  <a:pt x="6881" y="0"/>
                </a:lnTo>
                <a:lnTo>
                  <a:pt x="688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83" name="Freeform: Shape 1782"/>
          <p:cNvSpPr/>
          <p:nvPr/>
        </p:nvSpPr>
        <p:spPr>
          <a:xfrm>
            <a:off x="8429400" y="308592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84" name="Freeform: Shape 1783"/>
          <p:cNvSpPr/>
          <p:nvPr/>
        </p:nvSpPr>
        <p:spPr>
          <a:xfrm>
            <a:off x="8439120" y="3076560"/>
            <a:ext cx="3009960" cy="9720"/>
          </a:xfrm>
          <a:custGeom>
            <a:avLst/>
            <a:gdLst/>
            <a:ahLst/>
            <a:cxnLst/>
            <a:rect l="0" t="0" r="r" b="b"/>
            <a:pathLst>
              <a:path w="8361" h="27">
                <a:moveTo>
                  <a:pt x="0" y="0"/>
                </a:moveTo>
                <a:lnTo>
                  <a:pt x="8361" y="0"/>
                </a:lnTo>
                <a:lnTo>
                  <a:pt x="836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85" name="Freeform: Shape 1784"/>
          <p:cNvSpPr/>
          <p:nvPr/>
        </p:nvSpPr>
        <p:spPr>
          <a:xfrm>
            <a:off x="11439360" y="308592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86" name="Freeform: Shape 1785"/>
          <p:cNvSpPr/>
          <p:nvPr/>
        </p:nvSpPr>
        <p:spPr>
          <a:xfrm>
            <a:off x="752400" y="35240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87" name="Freeform: Shape 1786"/>
          <p:cNvSpPr/>
          <p:nvPr/>
        </p:nvSpPr>
        <p:spPr>
          <a:xfrm>
            <a:off x="752400" y="3514680"/>
            <a:ext cx="2800440" cy="9720"/>
          </a:xfrm>
          <a:custGeom>
            <a:avLst/>
            <a:gdLst/>
            <a:ahLst/>
            <a:cxnLst/>
            <a:rect l="0" t="0" r="r" b="b"/>
            <a:pathLst>
              <a:path w="7779" h="27">
                <a:moveTo>
                  <a:pt x="0" y="0"/>
                </a:moveTo>
                <a:lnTo>
                  <a:pt x="7779" y="0"/>
                </a:lnTo>
                <a:lnTo>
                  <a:pt x="7779"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88" name="Freeform: Shape 1787"/>
          <p:cNvSpPr/>
          <p:nvPr/>
        </p:nvSpPr>
        <p:spPr>
          <a:xfrm>
            <a:off x="3543120" y="35240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89" name="Freeform: Shape 1788"/>
          <p:cNvSpPr/>
          <p:nvPr/>
        </p:nvSpPr>
        <p:spPr>
          <a:xfrm>
            <a:off x="3552480" y="3514680"/>
            <a:ext cx="2410200" cy="9720"/>
          </a:xfrm>
          <a:custGeom>
            <a:avLst/>
            <a:gdLst/>
            <a:ahLst/>
            <a:cxnLst/>
            <a:rect l="0" t="0" r="r" b="b"/>
            <a:pathLst>
              <a:path w="6695" h="27">
                <a:moveTo>
                  <a:pt x="0" y="0"/>
                </a:moveTo>
                <a:lnTo>
                  <a:pt x="6695" y="0"/>
                </a:lnTo>
                <a:lnTo>
                  <a:pt x="669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90" name="Freeform: Shape 1789"/>
          <p:cNvSpPr/>
          <p:nvPr/>
        </p:nvSpPr>
        <p:spPr>
          <a:xfrm>
            <a:off x="5952960" y="35240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91" name="Freeform: Shape 1790"/>
          <p:cNvSpPr/>
          <p:nvPr/>
        </p:nvSpPr>
        <p:spPr>
          <a:xfrm>
            <a:off x="5962320" y="3514680"/>
            <a:ext cx="2477160" cy="9720"/>
          </a:xfrm>
          <a:custGeom>
            <a:avLst/>
            <a:gdLst/>
            <a:ahLst/>
            <a:cxnLst/>
            <a:rect l="0" t="0" r="r" b="b"/>
            <a:pathLst>
              <a:path w="6881" h="27">
                <a:moveTo>
                  <a:pt x="0" y="0"/>
                </a:moveTo>
                <a:lnTo>
                  <a:pt x="6881" y="0"/>
                </a:lnTo>
                <a:lnTo>
                  <a:pt x="688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92" name="Freeform: Shape 1791"/>
          <p:cNvSpPr/>
          <p:nvPr/>
        </p:nvSpPr>
        <p:spPr>
          <a:xfrm>
            <a:off x="8429400" y="3524040"/>
            <a:ext cx="10080" cy="743400"/>
          </a:xfrm>
          <a:custGeom>
            <a:avLst/>
            <a:gdLst/>
            <a:ahLst/>
            <a:cxnLst/>
            <a:rect l="0" t="0" r="r" b="b"/>
            <a:pathLst>
              <a:path w="28" h="2065">
                <a:moveTo>
                  <a:pt x="0" y="0"/>
                </a:moveTo>
                <a:lnTo>
                  <a:pt x="28" y="0"/>
                </a:lnTo>
                <a:lnTo>
                  <a:pt x="28"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93" name="Freeform: Shape 1792"/>
          <p:cNvSpPr/>
          <p:nvPr/>
        </p:nvSpPr>
        <p:spPr>
          <a:xfrm>
            <a:off x="8439120" y="3514680"/>
            <a:ext cx="3009960" cy="9720"/>
          </a:xfrm>
          <a:custGeom>
            <a:avLst/>
            <a:gdLst/>
            <a:ahLst/>
            <a:cxnLst/>
            <a:rect l="0" t="0" r="r" b="b"/>
            <a:pathLst>
              <a:path w="8361" h="27">
                <a:moveTo>
                  <a:pt x="0" y="0"/>
                </a:moveTo>
                <a:lnTo>
                  <a:pt x="8361" y="0"/>
                </a:lnTo>
                <a:lnTo>
                  <a:pt x="836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94" name="Freeform: Shape 1793"/>
          <p:cNvSpPr/>
          <p:nvPr/>
        </p:nvSpPr>
        <p:spPr>
          <a:xfrm>
            <a:off x="11439360" y="35240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95" name="Freeform: Shape 1794"/>
          <p:cNvSpPr/>
          <p:nvPr/>
        </p:nvSpPr>
        <p:spPr>
          <a:xfrm>
            <a:off x="752400" y="4267080"/>
            <a:ext cx="9720" cy="1047960"/>
          </a:xfrm>
          <a:custGeom>
            <a:avLst/>
            <a:gdLst/>
            <a:ahLst/>
            <a:cxnLst/>
            <a:rect l="0" t="0" r="r" b="b"/>
            <a:pathLst>
              <a:path w="27" h="2911">
                <a:moveTo>
                  <a:pt x="0" y="0"/>
                </a:moveTo>
                <a:lnTo>
                  <a:pt x="27" y="0"/>
                </a:lnTo>
                <a:lnTo>
                  <a:pt x="27" y="2911"/>
                </a:lnTo>
                <a:lnTo>
                  <a:pt x="0" y="291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96" name="Freeform: Shape 1795"/>
          <p:cNvSpPr/>
          <p:nvPr/>
        </p:nvSpPr>
        <p:spPr>
          <a:xfrm>
            <a:off x="752400" y="4257360"/>
            <a:ext cx="2800440" cy="10080"/>
          </a:xfrm>
          <a:custGeom>
            <a:avLst/>
            <a:gdLst/>
            <a:ahLst/>
            <a:cxnLst/>
            <a:rect l="0" t="0" r="r" b="b"/>
            <a:pathLst>
              <a:path w="7779" h="28">
                <a:moveTo>
                  <a:pt x="0" y="0"/>
                </a:moveTo>
                <a:lnTo>
                  <a:pt x="7779" y="0"/>
                </a:lnTo>
                <a:lnTo>
                  <a:pt x="777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97" name="Freeform: Shape 1796"/>
          <p:cNvSpPr/>
          <p:nvPr/>
        </p:nvSpPr>
        <p:spPr>
          <a:xfrm>
            <a:off x="3543120" y="4267080"/>
            <a:ext cx="9720" cy="1047960"/>
          </a:xfrm>
          <a:custGeom>
            <a:avLst/>
            <a:gdLst/>
            <a:ahLst/>
            <a:cxnLst/>
            <a:rect l="0" t="0" r="r" b="b"/>
            <a:pathLst>
              <a:path w="27" h="2911">
                <a:moveTo>
                  <a:pt x="0" y="0"/>
                </a:moveTo>
                <a:lnTo>
                  <a:pt x="27" y="0"/>
                </a:lnTo>
                <a:lnTo>
                  <a:pt x="27" y="2911"/>
                </a:lnTo>
                <a:lnTo>
                  <a:pt x="0" y="291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98" name="Freeform: Shape 1797"/>
          <p:cNvSpPr/>
          <p:nvPr/>
        </p:nvSpPr>
        <p:spPr>
          <a:xfrm>
            <a:off x="3552480" y="4257360"/>
            <a:ext cx="2410200" cy="10080"/>
          </a:xfrm>
          <a:custGeom>
            <a:avLst/>
            <a:gdLst/>
            <a:ahLst/>
            <a:cxnLst/>
            <a:rect l="0" t="0" r="r" b="b"/>
            <a:pathLst>
              <a:path w="6695" h="28">
                <a:moveTo>
                  <a:pt x="0" y="0"/>
                </a:moveTo>
                <a:lnTo>
                  <a:pt x="6695" y="0"/>
                </a:lnTo>
                <a:lnTo>
                  <a:pt x="669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799" name="Freeform: Shape 1798"/>
          <p:cNvSpPr/>
          <p:nvPr/>
        </p:nvSpPr>
        <p:spPr>
          <a:xfrm>
            <a:off x="5952960" y="4267080"/>
            <a:ext cx="9720" cy="1047960"/>
          </a:xfrm>
          <a:custGeom>
            <a:avLst/>
            <a:gdLst/>
            <a:ahLst/>
            <a:cxnLst/>
            <a:rect l="0" t="0" r="r" b="b"/>
            <a:pathLst>
              <a:path w="27" h="2911">
                <a:moveTo>
                  <a:pt x="0" y="0"/>
                </a:moveTo>
                <a:lnTo>
                  <a:pt x="27" y="0"/>
                </a:lnTo>
                <a:lnTo>
                  <a:pt x="27" y="2911"/>
                </a:lnTo>
                <a:lnTo>
                  <a:pt x="0" y="291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00" name="Freeform: Shape 1799"/>
          <p:cNvSpPr/>
          <p:nvPr/>
        </p:nvSpPr>
        <p:spPr>
          <a:xfrm>
            <a:off x="5962320" y="4257360"/>
            <a:ext cx="2477160" cy="10080"/>
          </a:xfrm>
          <a:custGeom>
            <a:avLst/>
            <a:gdLst/>
            <a:ahLst/>
            <a:cxnLst/>
            <a:rect l="0" t="0" r="r" b="b"/>
            <a:pathLst>
              <a:path w="6881" h="28">
                <a:moveTo>
                  <a:pt x="0" y="0"/>
                </a:moveTo>
                <a:lnTo>
                  <a:pt x="6881" y="0"/>
                </a:lnTo>
                <a:lnTo>
                  <a:pt x="688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01" name="Freeform: Shape 1800"/>
          <p:cNvSpPr/>
          <p:nvPr/>
        </p:nvSpPr>
        <p:spPr>
          <a:xfrm>
            <a:off x="8429400" y="4267080"/>
            <a:ext cx="10080" cy="1047960"/>
          </a:xfrm>
          <a:custGeom>
            <a:avLst/>
            <a:gdLst/>
            <a:ahLst/>
            <a:cxnLst/>
            <a:rect l="0" t="0" r="r" b="b"/>
            <a:pathLst>
              <a:path w="28" h="2911">
                <a:moveTo>
                  <a:pt x="0" y="0"/>
                </a:moveTo>
                <a:lnTo>
                  <a:pt x="28" y="0"/>
                </a:lnTo>
                <a:lnTo>
                  <a:pt x="28" y="2911"/>
                </a:lnTo>
                <a:lnTo>
                  <a:pt x="0" y="291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02" name="Freeform: Shape 1801"/>
          <p:cNvSpPr/>
          <p:nvPr/>
        </p:nvSpPr>
        <p:spPr>
          <a:xfrm>
            <a:off x="8439120" y="4257360"/>
            <a:ext cx="3009960" cy="10080"/>
          </a:xfrm>
          <a:custGeom>
            <a:avLst/>
            <a:gdLst/>
            <a:ahLst/>
            <a:cxnLst/>
            <a:rect l="0" t="0" r="r" b="b"/>
            <a:pathLst>
              <a:path w="8361" h="28">
                <a:moveTo>
                  <a:pt x="0" y="0"/>
                </a:moveTo>
                <a:lnTo>
                  <a:pt x="8361" y="0"/>
                </a:lnTo>
                <a:lnTo>
                  <a:pt x="836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03" name="Freeform: Shape 1802"/>
          <p:cNvSpPr/>
          <p:nvPr/>
        </p:nvSpPr>
        <p:spPr>
          <a:xfrm>
            <a:off x="11439360" y="4267080"/>
            <a:ext cx="9720" cy="1047960"/>
          </a:xfrm>
          <a:custGeom>
            <a:avLst/>
            <a:gdLst/>
            <a:ahLst/>
            <a:cxnLst/>
            <a:rect l="0" t="0" r="r" b="b"/>
            <a:pathLst>
              <a:path w="27" h="2911">
                <a:moveTo>
                  <a:pt x="0" y="0"/>
                </a:moveTo>
                <a:lnTo>
                  <a:pt x="27" y="0"/>
                </a:lnTo>
                <a:lnTo>
                  <a:pt x="27" y="2911"/>
                </a:lnTo>
                <a:lnTo>
                  <a:pt x="0" y="291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04" name="Freeform: Shape 1803"/>
          <p:cNvSpPr/>
          <p:nvPr/>
        </p:nvSpPr>
        <p:spPr>
          <a:xfrm>
            <a:off x="752400" y="5314680"/>
            <a:ext cx="9720" cy="734040"/>
          </a:xfrm>
          <a:custGeom>
            <a:avLst/>
            <a:gdLst/>
            <a:ahLst/>
            <a:cxnLst/>
            <a:rect l="0" t="0" r="r" b="b"/>
            <a:pathLst>
              <a:path w="27" h="2039">
                <a:moveTo>
                  <a:pt x="0" y="0"/>
                </a:moveTo>
                <a:lnTo>
                  <a:pt x="27" y="0"/>
                </a:lnTo>
                <a:lnTo>
                  <a:pt x="27" y="2039"/>
                </a:lnTo>
                <a:lnTo>
                  <a:pt x="0" y="2039"/>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05" name="Freeform: Shape 1804"/>
          <p:cNvSpPr/>
          <p:nvPr/>
        </p:nvSpPr>
        <p:spPr>
          <a:xfrm>
            <a:off x="752400" y="5305320"/>
            <a:ext cx="2800440" cy="9720"/>
          </a:xfrm>
          <a:custGeom>
            <a:avLst/>
            <a:gdLst/>
            <a:ahLst/>
            <a:cxnLst/>
            <a:rect l="0" t="0" r="r" b="b"/>
            <a:pathLst>
              <a:path w="7779" h="27">
                <a:moveTo>
                  <a:pt x="0" y="0"/>
                </a:moveTo>
                <a:lnTo>
                  <a:pt x="7779" y="0"/>
                </a:lnTo>
                <a:lnTo>
                  <a:pt x="7779"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06" name="Freeform: Shape 1805"/>
          <p:cNvSpPr/>
          <p:nvPr/>
        </p:nvSpPr>
        <p:spPr>
          <a:xfrm>
            <a:off x="3543120" y="5314680"/>
            <a:ext cx="9720" cy="734040"/>
          </a:xfrm>
          <a:custGeom>
            <a:avLst/>
            <a:gdLst/>
            <a:ahLst/>
            <a:cxnLst/>
            <a:rect l="0" t="0" r="r" b="b"/>
            <a:pathLst>
              <a:path w="27" h="2039">
                <a:moveTo>
                  <a:pt x="0" y="0"/>
                </a:moveTo>
                <a:lnTo>
                  <a:pt x="27" y="0"/>
                </a:lnTo>
                <a:lnTo>
                  <a:pt x="27" y="2039"/>
                </a:lnTo>
                <a:lnTo>
                  <a:pt x="0" y="2039"/>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07" name="Freeform: Shape 1806"/>
          <p:cNvSpPr/>
          <p:nvPr/>
        </p:nvSpPr>
        <p:spPr>
          <a:xfrm>
            <a:off x="3552480" y="5305320"/>
            <a:ext cx="2410200" cy="9720"/>
          </a:xfrm>
          <a:custGeom>
            <a:avLst/>
            <a:gdLst/>
            <a:ahLst/>
            <a:cxnLst/>
            <a:rect l="0" t="0" r="r" b="b"/>
            <a:pathLst>
              <a:path w="6695" h="27">
                <a:moveTo>
                  <a:pt x="0" y="0"/>
                </a:moveTo>
                <a:lnTo>
                  <a:pt x="6695" y="0"/>
                </a:lnTo>
                <a:lnTo>
                  <a:pt x="669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08" name="Freeform: Shape 1807"/>
          <p:cNvSpPr/>
          <p:nvPr/>
        </p:nvSpPr>
        <p:spPr>
          <a:xfrm>
            <a:off x="5952960" y="5314680"/>
            <a:ext cx="9720" cy="734040"/>
          </a:xfrm>
          <a:custGeom>
            <a:avLst/>
            <a:gdLst/>
            <a:ahLst/>
            <a:cxnLst/>
            <a:rect l="0" t="0" r="r" b="b"/>
            <a:pathLst>
              <a:path w="27" h="2039">
                <a:moveTo>
                  <a:pt x="0" y="0"/>
                </a:moveTo>
                <a:lnTo>
                  <a:pt x="27" y="0"/>
                </a:lnTo>
                <a:lnTo>
                  <a:pt x="27" y="2039"/>
                </a:lnTo>
                <a:lnTo>
                  <a:pt x="0" y="2039"/>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09" name="Freeform: Shape 1808"/>
          <p:cNvSpPr/>
          <p:nvPr/>
        </p:nvSpPr>
        <p:spPr>
          <a:xfrm>
            <a:off x="5962320" y="5305320"/>
            <a:ext cx="2477160" cy="9720"/>
          </a:xfrm>
          <a:custGeom>
            <a:avLst/>
            <a:gdLst/>
            <a:ahLst/>
            <a:cxnLst/>
            <a:rect l="0" t="0" r="r" b="b"/>
            <a:pathLst>
              <a:path w="6881" h="27">
                <a:moveTo>
                  <a:pt x="0" y="0"/>
                </a:moveTo>
                <a:lnTo>
                  <a:pt x="6881" y="0"/>
                </a:lnTo>
                <a:lnTo>
                  <a:pt x="688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10" name="Freeform: Shape 1809"/>
          <p:cNvSpPr/>
          <p:nvPr/>
        </p:nvSpPr>
        <p:spPr>
          <a:xfrm>
            <a:off x="8429400" y="5314680"/>
            <a:ext cx="10080" cy="734040"/>
          </a:xfrm>
          <a:custGeom>
            <a:avLst/>
            <a:gdLst/>
            <a:ahLst/>
            <a:cxnLst/>
            <a:rect l="0" t="0" r="r" b="b"/>
            <a:pathLst>
              <a:path w="28" h="2039">
                <a:moveTo>
                  <a:pt x="0" y="0"/>
                </a:moveTo>
                <a:lnTo>
                  <a:pt x="28" y="0"/>
                </a:lnTo>
                <a:lnTo>
                  <a:pt x="28" y="2039"/>
                </a:lnTo>
                <a:lnTo>
                  <a:pt x="0" y="2039"/>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11" name="Freeform: Shape 1810"/>
          <p:cNvSpPr/>
          <p:nvPr/>
        </p:nvSpPr>
        <p:spPr>
          <a:xfrm>
            <a:off x="8439120" y="5305320"/>
            <a:ext cx="3009960" cy="9720"/>
          </a:xfrm>
          <a:custGeom>
            <a:avLst/>
            <a:gdLst/>
            <a:ahLst/>
            <a:cxnLst/>
            <a:rect l="0" t="0" r="r" b="b"/>
            <a:pathLst>
              <a:path w="8361" h="27">
                <a:moveTo>
                  <a:pt x="0" y="0"/>
                </a:moveTo>
                <a:lnTo>
                  <a:pt x="8361" y="0"/>
                </a:lnTo>
                <a:lnTo>
                  <a:pt x="836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12" name="Freeform: Shape 1811"/>
          <p:cNvSpPr/>
          <p:nvPr/>
        </p:nvSpPr>
        <p:spPr>
          <a:xfrm>
            <a:off x="11439360" y="5314680"/>
            <a:ext cx="9720" cy="734040"/>
          </a:xfrm>
          <a:custGeom>
            <a:avLst/>
            <a:gdLst/>
            <a:ahLst/>
            <a:cxnLst/>
            <a:rect l="0" t="0" r="r" b="b"/>
            <a:pathLst>
              <a:path w="27" h="2039">
                <a:moveTo>
                  <a:pt x="0" y="0"/>
                </a:moveTo>
                <a:lnTo>
                  <a:pt x="27" y="0"/>
                </a:lnTo>
                <a:lnTo>
                  <a:pt x="27" y="2039"/>
                </a:lnTo>
                <a:lnTo>
                  <a:pt x="0" y="2039"/>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13" name="Freeform: Shape 1812"/>
          <p:cNvSpPr/>
          <p:nvPr/>
        </p:nvSpPr>
        <p:spPr>
          <a:xfrm>
            <a:off x="752400" y="60483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14" name="Freeform: Shape 1813"/>
          <p:cNvSpPr/>
          <p:nvPr/>
        </p:nvSpPr>
        <p:spPr>
          <a:xfrm>
            <a:off x="752400" y="6038640"/>
            <a:ext cx="2800440" cy="10080"/>
          </a:xfrm>
          <a:custGeom>
            <a:avLst/>
            <a:gdLst/>
            <a:ahLst/>
            <a:cxnLst/>
            <a:rect l="0" t="0" r="r" b="b"/>
            <a:pathLst>
              <a:path w="7779" h="28">
                <a:moveTo>
                  <a:pt x="0" y="0"/>
                </a:moveTo>
                <a:lnTo>
                  <a:pt x="7779" y="0"/>
                </a:lnTo>
                <a:lnTo>
                  <a:pt x="777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15" name="Freeform: Shape 1814"/>
          <p:cNvSpPr/>
          <p:nvPr/>
        </p:nvSpPr>
        <p:spPr>
          <a:xfrm>
            <a:off x="3543120" y="60483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16" name="Freeform: Shape 1815"/>
          <p:cNvSpPr/>
          <p:nvPr/>
        </p:nvSpPr>
        <p:spPr>
          <a:xfrm>
            <a:off x="3552480" y="6038640"/>
            <a:ext cx="2410200" cy="10080"/>
          </a:xfrm>
          <a:custGeom>
            <a:avLst/>
            <a:gdLst/>
            <a:ahLst/>
            <a:cxnLst/>
            <a:rect l="0" t="0" r="r" b="b"/>
            <a:pathLst>
              <a:path w="6695" h="28">
                <a:moveTo>
                  <a:pt x="0" y="0"/>
                </a:moveTo>
                <a:lnTo>
                  <a:pt x="6695" y="0"/>
                </a:lnTo>
                <a:lnTo>
                  <a:pt x="669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17" name="Freeform: Shape 1816"/>
          <p:cNvSpPr/>
          <p:nvPr/>
        </p:nvSpPr>
        <p:spPr>
          <a:xfrm>
            <a:off x="5952960" y="60483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18" name="Freeform: Shape 1817"/>
          <p:cNvSpPr/>
          <p:nvPr/>
        </p:nvSpPr>
        <p:spPr>
          <a:xfrm>
            <a:off x="5962320" y="6038640"/>
            <a:ext cx="2477160" cy="10080"/>
          </a:xfrm>
          <a:custGeom>
            <a:avLst/>
            <a:gdLst/>
            <a:ahLst/>
            <a:cxnLst/>
            <a:rect l="0" t="0" r="r" b="b"/>
            <a:pathLst>
              <a:path w="6881" h="28">
                <a:moveTo>
                  <a:pt x="0" y="0"/>
                </a:moveTo>
                <a:lnTo>
                  <a:pt x="6881" y="0"/>
                </a:lnTo>
                <a:lnTo>
                  <a:pt x="688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19" name="Freeform: Shape 1818"/>
          <p:cNvSpPr/>
          <p:nvPr/>
        </p:nvSpPr>
        <p:spPr>
          <a:xfrm>
            <a:off x="8429400" y="604836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20" name="Freeform: Shape 1819"/>
          <p:cNvSpPr/>
          <p:nvPr/>
        </p:nvSpPr>
        <p:spPr>
          <a:xfrm>
            <a:off x="8439120" y="6038640"/>
            <a:ext cx="3009960" cy="10080"/>
          </a:xfrm>
          <a:custGeom>
            <a:avLst/>
            <a:gdLst/>
            <a:ahLst/>
            <a:cxnLst/>
            <a:rect l="0" t="0" r="r" b="b"/>
            <a:pathLst>
              <a:path w="8361" h="28">
                <a:moveTo>
                  <a:pt x="0" y="0"/>
                </a:moveTo>
                <a:lnTo>
                  <a:pt x="8361" y="0"/>
                </a:lnTo>
                <a:lnTo>
                  <a:pt x="836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21" name="Freeform: Shape 1820"/>
          <p:cNvSpPr/>
          <p:nvPr/>
        </p:nvSpPr>
        <p:spPr>
          <a:xfrm>
            <a:off x="11439360" y="60483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22" name="Freeform: Shape 1821"/>
          <p:cNvSpPr/>
          <p:nvPr/>
        </p:nvSpPr>
        <p:spPr>
          <a:xfrm>
            <a:off x="752400" y="6476760"/>
            <a:ext cx="2800440" cy="10080"/>
          </a:xfrm>
          <a:custGeom>
            <a:avLst/>
            <a:gdLst/>
            <a:ahLst/>
            <a:cxnLst/>
            <a:rect l="0" t="0" r="r" b="b"/>
            <a:pathLst>
              <a:path w="7779" h="28">
                <a:moveTo>
                  <a:pt x="0" y="0"/>
                </a:moveTo>
                <a:lnTo>
                  <a:pt x="7779" y="0"/>
                </a:lnTo>
                <a:lnTo>
                  <a:pt x="777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23" name="Freeform: Shape 1822"/>
          <p:cNvSpPr/>
          <p:nvPr/>
        </p:nvSpPr>
        <p:spPr>
          <a:xfrm>
            <a:off x="3552480" y="6476760"/>
            <a:ext cx="2410200" cy="10080"/>
          </a:xfrm>
          <a:custGeom>
            <a:avLst/>
            <a:gdLst/>
            <a:ahLst/>
            <a:cxnLst/>
            <a:rect l="0" t="0" r="r" b="b"/>
            <a:pathLst>
              <a:path w="6695" h="28">
                <a:moveTo>
                  <a:pt x="0" y="0"/>
                </a:moveTo>
                <a:lnTo>
                  <a:pt x="6695" y="0"/>
                </a:lnTo>
                <a:lnTo>
                  <a:pt x="669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24" name="Freeform: Shape 1823"/>
          <p:cNvSpPr/>
          <p:nvPr/>
        </p:nvSpPr>
        <p:spPr>
          <a:xfrm>
            <a:off x="5962320" y="6476760"/>
            <a:ext cx="2477160" cy="10080"/>
          </a:xfrm>
          <a:custGeom>
            <a:avLst/>
            <a:gdLst/>
            <a:ahLst/>
            <a:cxnLst/>
            <a:rect l="0" t="0" r="r" b="b"/>
            <a:pathLst>
              <a:path w="6881" h="28">
                <a:moveTo>
                  <a:pt x="0" y="0"/>
                </a:moveTo>
                <a:lnTo>
                  <a:pt x="6881" y="0"/>
                </a:lnTo>
                <a:lnTo>
                  <a:pt x="688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25" name="Freeform: Shape 1824"/>
          <p:cNvSpPr/>
          <p:nvPr/>
        </p:nvSpPr>
        <p:spPr>
          <a:xfrm>
            <a:off x="8439120" y="6476760"/>
            <a:ext cx="3009960" cy="10080"/>
          </a:xfrm>
          <a:custGeom>
            <a:avLst/>
            <a:gdLst/>
            <a:ahLst/>
            <a:cxnLst/>
            <a:rect l="0" t="0" r="r" b="b"/>
            <a:pathLst>
              <a:path w="8361" h="28">
                <a:moveTo>
                  <a:pt x="0" y="0"/>
                </a:moveTo>
                <a:lnTo>
                  <a:pt x="8361" y="0"/>
                </a:lnTo>
                <a:lnTo>
                  <a:pt x="836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26" name="TextBox 1825"/>
          <p:cNvSpPr txBox="1"/>
          <p:nvPr/>
        </p:nvSpPr>
        <p:spPr>
          <a:xfrm>
            <a:off x="747720" y="758520"/>
            <a:ext cx="4952880" cy="373680"/>
          </a:xfrm>
          <a:prstGeom prst="rect">
            <a:avLst/>
          </a:prstGeom>
          <a:noFill/>
          <a:ln w="0">
            <a:noFill/>
          </a:ln>
        </p:spPr>
        <p:txBody>
          <a:bodyPr wrap="none" lIns="0" tIns="0" rIns="0" bIns="0" anchor="t">
            <a:spAutoFit/>
          </a:bodyPr>
          <a:lstStyle/>
          <a:p>
            <a:r>
              <a:rPr lang="en-GB" sz="2420" b="0" u="none" strike="noStrike">
                <a:solidFill>
                  <a:srgbClr val="2F2F2F"/>
                </a:solidFill>
                <a:effectLst/>
                <a:uFillTx/>
                <a:latin typeface="Inter"/>
                <a:ea typeface="Inter"/>
              </a:rPr>
              <a:t>3.4 Rules Engine (24 features) 1/4</a:t>
            </a:r>
            <a:endParaRPr lang="en-GB" sz="2420" b="0" u="none" strike="noStrike">
              <a:solidFill>
                <a:srgbClr val="000000"/>
              </a:solidFill>
              <a:effectLst/>
              <a:uFillTx/>
              <a:latin typeface="Times New Roman"/>
            </a:endParaRPr>
          </a:p>
        </p:txBody>
      </p:sp>
      <p:sp>
        <p:nvSpPr>
          <p:cNvPr id="1827" name="TextBox 1826"/>
          <p:cNvSpPr txBox="1"/>
          <p:nvPr/>
        </p:nvSpPr>
        <p:spPr>
          <a:xfrm>
            <a:off x="1806480" y="1396440"/>
            <a:ext cx="689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Feature</a:t>
            </a:r>
            <a:endParaRPr lang="en-GB" sz="1500" b="0" u="none" strike="noStrike">
              <a:solidFill>
                <a:srgbClr val="000000"/>
              </a:solidFill>
              <a:effectLst/>
              <a:uFillTx/>
              <a:latin typeface="Times New Roman"/>
            </a:endParaRPr>
          </a:p>
        </p:txBody>
      </p:sp>
      <p:sp>
        <p:nvSpPr>
          <p:cNvPr id="1828" name="TextBox 1827"/>
          <p:cNvSpPr txBox="1"/>
          <p:nvPr/>
        </p:nvSpPr>
        <p:spPr>
          <a:xfrm>
            <a:off x="4526280" y="1396440"/>
            <a:ext cx="458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Type</a:t>
            </a:r>
            <a:endParaRPr lang="en-GB" sz="1500" b="0" u="none" strike="noStrike">
              <a:solidFill>
                <a:srgbClr val="000000"/>
              </a:solidFill>
              <a:effectLst/>
              <a:uFillTx/>
              <a:latin typeface="Times New Roman"/>
            </a:endParaRPr>
          </a:p>
        </p:txBody>
      </p:sp>
      <p:sp>
        <p:nvSpPr>
          <p:cNvPr id="1829" name="TextBox 1828"/>
          <p:cNvSpPr txBox="1"/>
          <p:nvPr/>
        </p:nvSpPr>
        <p:spPr>
          <a:xfrm>
            <a:off x="6908760" y="1396440"/>
            <a:ext cx="567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Status</a:t>
            </a:r>
            <a:endParaRPr lang="en-GB" sz="1500" b="0" u="none" strike="noStrike">
              <a:solidFill>
                <a:srgbClr val="000000"/>
              </a:solidFill>
              <a:effectLst/>
              <a:uFillTx/>
              <a:latin typeface="Times New Roman"/>
            </a:endParaRPr>
          </a:p>
        </p:txBody>
      </p:sp>
      <p:sp>
        <p:nvSpPr>
          <p:cNvPr id="1830" name="TextBox 1829"/>
          <p:cNvSpPr txBox="1"/>
          <p:nvPr/>
        </p:nvSpPr>
        <p:spPr>
          <a:xfrm>
            <a:off x="9672120" y="1396440"/>
            <a:ext cx="532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Notes</a:t>
            </a:r>
            <a:endParaRPr lang="en-GB" sz="1500" b="0" u="none" strike="noStrike">
              <a:solidFill>
                <a:srgbClr val="000000"/>
              </a:solidFill>
              <a:effectLst/>
              <a:uFillTx/>
              <a:latin typeface="Times New Roman"/>
            </a:endParaRPr>
          </a:p>
        </p:txBody>
      </p:sp>
      <p:sp>
        <p:nvSpPr>
          <p:cNvPr id="1831" name="Freeform: Shape 1830"/>
          <p:cNvSpPr/>
          <p:nvPr/>
        </p:nvSpPr>
        <p:spPr>
          <a:xfrm>
            <a:off x="4438440" y="2304720"/>
            <a:ext cx="190800" cy="191160"/>
          </a:xfrm>
          <a:custGeom>
            <a:avLst/>
            <a:gdLst/>
            <a:ahLst/>
            <a:cxnLst/>
            <a:rect l="0" t="0" r="r" b="b"/>
            <a:pathLst>
              <a:path w="530" h="531">
                <a:moveTo>
                  <a:pt x="530" y="472"/>
                </a:moveTo>
                <a:cubicBezTo>
                  <a:pt x="530" y="504"/>
                  <a:pt x="504" y="531"/>
                  <a:pt x="471" y="531"/>
                </a:cubicBezTo>
                <a:lnTo>
                  <a:pt x="59" y="531"/>
                </a:lnTo>
                <a:cubicBezTo>
                  <a:pt x="26" y="531"/>
                  <a:pt x="0" y="504"/>
                  <a:pt x="0" y="472"/>
                </a:cubicBezTo>
                <a:lnTo>
                  <a:pt x="0" y="59"/>
                </a:lnTo>
                <a:cubicBezTo>
                  <a:pt x="0" y="27"/>
                  <a:pt x="26" y="0"/>
                  <a:pt x="59" y="0"/>
                </a:cubicBezTo>
                <a:lnTo>
                  <a:pt x="471" y="0"/>
                </a:lnTo>
                <a:cubicBezTo>
                  <a:pt x="504" y="0"/>
                  <a:pt x="530" y="27"/>
                  <a:pt x="530" y="59"/>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832" name="Freeform: Shape 1831"/>
          <p:cNvSpPr/>
          <p:nvPr/>
        </p:nvSpPr>
        <p:spPr>
          <a:xfrm>
            <a:off x="4446720" y="2367360"/>
            <a:ext cx="177120" cy="65520"/>
          </a:xfrm>
          <a:custGeom>
            <a:avLst/>
            <a:gdLst/>
            <a:ahLst/>
            <a:cxnLst/>
            <a:rect l="0" t="0" r="r" b="b"/>
            <a:pathLst>
              <a:path w="492" h="182">
                <a:moveTo>
                  <a:pt x="18" y="0"/>
                </a:moveTo>
                <a:cubicBezTo>
                  <a:pt x="23" y="0"/>
                  <a:pt x="31" y="4"/>
                  <a:pt x="34" y="8"/>
                </a:cubicBezTo>
                <a:lnTo>
                  <a:pt x="113" y="114"/>
                </a:lnTo>
                <a:lnTo>
                  <a:pt x="114" y="114"/>
                </a:lnTo>
                <a:lnTo>
                  <a:pt x="114" y="19"/>
                </a:lnTo>
                <a:cubicBezTo>
                  <a:pt x="114" y="7"/>
                  <a:pt x="122" y="0"/>
                  <a:pt x="132" y="0"/>
                </a:cubicBezTo>
                <a:cubicBezTo>
                  <a:pt x="143" y="0"/>
                  <a:pt x="151" y="7"/>
                  <a:pt x="151" y="19"/>
                </a:cubicBezTo>
                <a:lnTo>
                  <a:pt x="151" y="161"/>
                </a:lnTo>
                <a:cubicBezTo>
                  <a:pt x="151" y="175"/>
                  <a:pt x="143" y="182"/>
                  <a:pt x="132" y="182"/>
                </a:cubicBezTo>
                <a:cubicBezTo>
                  <a:pt x="128" y="182"/>
                  <a:pt x="120" y="178"/>
                  <a:pt x="117" y="172"/>
                </a:cubicBezTo>
                <a:lnTo>
                  <a:pt x="37" y="68"/>
                </a:lnTo>
                <a:lnTo>
                  <a:pt x="37" y="161"/>
                </a:lnTo>
                <a:cubicBezTo>
                  <a:pt x="37" y="175"/>
                  <a:pt x="29" y="182"/>
                  <a:pt x="18" y="182"/>
                </a:cubicBezTo>
                <a:cubicBezTo>
                  <a:pt x="8" y="182"/>
                  <a:pt x="0" y="175"/>
                  <a:pt x="0" y="161"/>
                </a:cubicBezTo>
                <a:lnTo>
                  <a:pt x="0" y="19"/>
                </a:lnTo>
                <a:cubicBezTo>
                  <a:pt x="0" y="7"/>
                  <a:pt x="8" y="0"/>
                  <a:pt x="18" y="0"/>
                </a:cubicBezTo>
                <a:moveTo>
                  <a:pt x="162" y="23"/>
                </a:moveTo>
                <a:cubicBezTo>
                  <a:pt x="162" y="11"/>
                  <a:pt x="168" y="1"/>
                  <a:pt x="183" y="1"/>
                </a:cubicBezTo>
                <a:lnTo>
                  <a:pt x="245" y="1"/>
                </a:lnTo>
                <a:cubicBezTo>
                  <a:pt x="257" y="1"/>
                  <a:pt x="262" y="10"/>
                  <a:pt x="262" y="19"/>
                </a:cubicBezTo>
                <a:cubicBezTo>
                  <a:pt x="262" y="27"/>
                  <a:pt x="256" y="36"/>
                  <a:pt x="245" y="36"/>
                </a:cubicBezTo>
                <a:lnTo>
                  <a:pt x="201" y="36"/>
                </a:lnTo>
                <a:lnTo>
                  <a:pt x="201" y="72"/>
                </a:lnTo>
                <a:lnTo>
                  <a:pt x="242" y="72"/>
                </a:lnTo>
                <a:cubicBezTo>
                  <a:pt x="254" y="72"/>
                  <a:pt x="260" y="81"/>
                  <a:pt x="260" y="89"/>
                </a:cubicBezTo>
                <a:cubicBezTo>
                  <a:pt x="260" y="98"/>
                  <a:pt x="254" y="107"/>
                  <a:pt x="242" y="107"/>
                </a:cubicBezTo>
                <a:lnTo>
                  <a:pt x="201" y="107"/>
                </a:lnTo>
                <a:lnTo>
                  <a:pt x="201" y="145"/>
                </a:lnTo>
                <a:lnTo>
                  <a:pt x="247" y="145"/>
                </a:lnTo>
                <a:cubicBezTo>
                  <a:pt x="259" y="145"/>
                  <a:pt x="265" y="153"/>
                  <a:pt x="265" y="162"/>
                </a:cubicBezTo>
                <a:cubicBezTo>
                  <a:pt x="265" y="170"/>
                  <a:pt x="259" y="180"/>
                  <a:pt x="247" y="180"/>
                </a:cubicBezTo>
                <a:lnTo>
                  <a:pt x="182" y="180"/>
                </a:lnTo>
                <a:cubicBezTo>
                  <a:pt x="171" y="180"/>
                  <a:pt x="162" y="172"/>
                  <a:pt x="162" y="160"/>
                </a:cubicBezTo>
                <a:lnTo>
                  <a:pt x="162" y="23"/>
                </a:lnTo>
                <a:moveTo>
                  <a:pt x="271" y="25"/>
                </a:moveTo>
                <a:cubicBezTo>
                  <a:pt x="270" y="22"/>
                  <a:pt x="270" y="20"/>
                  <a:pt x="270" y="16"/>
                </a:cubicBezTo>
                <a:cubicBezTo>
                  <a:pt x="270" y="8"/>
                  <a:pt x="276" y="0"/>
                  <a:pt x="287" y="0"/>
                </a:cubicBezTo>
                <a:cubicBezTo>
                  <a:pt x="299" y="0"/>
                  <a:pt x="305" y="7"/>
                  <a:pt x="307" y="18"/>
                </a:cubicBezTo>
                <a:lnTo>
                  <a:pt x="329" y="124"/>
                </a:lnTo>
                <a:lnTo>
                  <a:pt x="362" y="15"/>
                </a:lnTo>
                <a:cubicBezTo>
                  <a:pt x="364" y="6"/>
                  <a:pt x="372" y="0"/>
                  <a:pt x="381" y="0"/>
                </a:cubicBezTo>
                <a:cubicBezTo>
                  <a:pt x="390" y="0"/>
                  <a:pt x="398" y="6"/>
                  <a:pt x="401" y="15"/>
                </a:cubicBezTo>
                <a:lnTo>
                  <a:pt x="433" y="124"/>
                </a:lnTo>
                <a:lnTo>
                  <a:pt x="434" y="124"/>
                </a:lnTo>
                <a:lnTo>
                  <a:pt x="455" y="18"/>
                </a:lnTo>
                <a:cubicBezTo>
                  <a:pt x="457" y="7"/>
                  <a:pt x="463" y="0"/>
                  <a:pt x="475" y="0"/>
                </a:cubicBezTo>
                <a:cubicBezTo>
                  <a:pt x="486" y="0"/>
                  <a:pt x="492" y="8"/>
                  <a:pt x="492" y="16"/>
                </a:cubicBezTo>
                <a:cubicBezTo>
                  <a:pt x="492" y="20"/>
                  <a:pt x="492" y="22"/>
                  <a:pt x="491" y="25"/>
                </a:cubicBezTo>
                <a:lnTo>
                  <a:pt x="460" y="161"/>
                </a:lnTo>
                <a:cubicBezTo>
                  <a:pt x="457" y="172"/>
                  <a:pt x="449" y="182"/>
                  <a:pt x="435" y="182"/>
                </a:cubicBezTo>
                <a:cubicBezTo>
                  <a:pt x="423" y="182"/>
                  <a:pt x="413" y="173"/>
                  <a:pt x="410" y="162"/>
                </a:cubicBezTo>
                <a:lnTo>
                  <a:pt x="381" y="66"/>
                </a:lnTo>
                <a:lnTo>
                  <a:pt x="352" y="162"/>
                </a:lnTo>
                <a:cubicBezTo>
                  <a:pt x="349" y="173"/>
                  <a:pt x="339" y="182"/>
                  <a:pt x="327" y="182"/>
                </a:cubicBezTo>
                <a:cubicBezTo>
                  <a:pt x="313" y="182"/>
                  <a:pt x="305" y="172"/>
                  <a:pt x="302" y="161"/>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33" name="TextBox 1832"/>
          <p:cNvSpPr txBox="1"/>
          <p:nvPr/>
        </p:nvSpPr>
        <p:spPr>
          <a:xfrm>
            <a:off x="880920" y="2291760"/>
            <a:ext cx="11610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Rules Engine</a:t>
            </a:r>
            <a:endParaRPr lang="en-GB" sz="1500" b="0" u="none" strike="noStrike">
              <a:solidFill>
                <a:srgbClr val="000000"/>
              </a:solidFill>
              <a:effectLst/>
              <a:uFillTx/>
              <a:latin typeface="Times New Roman"/>
            </a:endParaRPr>
          </a:p>
        </p:txBody>
      </p:sp>
      <p:sp>
        <p:nvSpPr>
          <p:cNvPr id="1834" name="Freeform: Shape 1833"/>
          <p:cNvSpPr/>
          <p:nvPr/>
        </p:nvSpPr>
        <p:spPr>
          <a:xfrm>
            <a:off x="7105320" y="2304720"/>
            <a:ext cx="191160" cy="191160"/>
          </a:xfrm>
          <a:custGeom>
            <a:avLst/>
            <a:gdLst/>
            <a:ahLst/>
            <a:cxnLst/>
            <a:rect l="0" t="0" r="r" b="b"/>
            <a:pathLst>
              <a:path w="531" h="531">
                <a:moveTo>
                  <a:pt x="531" y="472"/>
                </a:moveTo>
                <a:cubicBezTo>
                  <a:pt x="531" y="504"/>
                  <a:pt x="504" y="531"/>
                  <a:pt x="472" y="531"/>
                </a:cubicBezTo>
                <a:lnTo>
                  <a:pt x="59" y="531"/>
                </a:lnTo>
                <a:cubicBezTo>
                  <a:pt x="27" y="531"/>
                  <a:pt x="0" y="504"/>
                  <a:pt x="0" y="472"/>
                </a:cubicBezTo>
                <a:lnTo>
                  <a:pt x="0" y="59"/>
                </a:lnTo>
                <a:cubicBezTo>
                  <a:pt x="0" y="27"/>
                  <a:pt x="27" y="0"/>
                  <a:pt x="59" y="0"/>
                </a:cubicBezTo>
                <a:lnTo>
                  <a:pt x="472" y="0"/>
                </a:lnTo>
                <a:cubicBezTo>
                  <a:pt x="504" y="0"/>
                  <a:pt x="531" y="27"/>
                  <a:pt x="531" y="59"/>
                </a:cubicBezTo>
                <a:lnTo>
                  <a:pt x="531"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35" name="Freeform: Shape 1834"/>
          <p:cNvSpPr/>
          <p:nvPr/>
        </p:nvSpPr>
        <p:spPr>
          <a:xfrm>
            <a:off x="7135560" y="2336400"/>
            <a:ext cx="131400" cy="128880"/>
          </a:xfrm>
          <a:custGeom>
            <a:avLst/>
            <a:gdLst/>
            <a:ahLst/>
            <a:cxnLst/>
            <a:rect l="0" t="0" r="r" b="b"/>
            <a:pathLst>
              <a:path w="365" h="358">
                <a:moveTo>
                  <a:pt x="348" y="6"/>
                </a:moveTo>
                <a:cubicBezTo>
                  <a:pt x="331" y="-5"/>
                  <a:pt x="307" y="0"/>
                  <a:pt x="296" y="17"/>
                </a:cubicBezTo>
                <a:lnTo>
                  <a:pt x="136" y="264"/>
                </a:lnTo>
                <a:lnTo>
                  <a:pt x="62" y="196"/>
                </a:lnTo>
                <a:cubicBezTo>
                  <a:pt x="47" y="182"/>
                  <a:pt x="24" y="183"/>
                  <a:pt x="10" y="198"/>
                </a:cubicBezTo>
                <a:cubicBezTo>
                  <a:pt x="-4" y="213"/>
                  <a:pt x="-3" y="236"/>
                  <a:pt x="12" y="250"/>
                </a:cubicBezTo>
                <a:lnTo>
                  <a:pt x="118" y="348"/>
                </a:lnTo>
                <a:cubicBezTo>
                  <a:pt x="125" y="355"/>
                  <a:pt x="134" y="358"/>
                  <a:pt x="143" y="358"/>
                </a:cubicBezTo>
                <a:cubicBezTo>
                  <a:pt x="153" y="358"/>
                  <a:pt x="166" y="354"/>
                  <a:pt x="174" y="341"/>
                </a:cubicBezTo>
                <a:cubicBezTo>
                  <a:pt x="179" y="334"/>
                  <a:pt x="359" y="57"/>
                  <a:pt x="359"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36" name="TextBox 1835"/>
          <p:cNvSpPr txBox="1"/>
          <p:nvPr/>
        </p:nvSpPr>
        <p:spPr>
          <a:xfrm>
            <a:off x="4635360" y="229176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837" name="TextBox 1836"/>
          <p:cNvSpPr txBox="1"/>
          <p:nvPr/>
        </p:nvSpPr>
        <p:spPr>
          <a:xfrm>
            <a:off x="8566560" y="1825200"/>
            <a:ext cx="21474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RuleEngine service with</a:t>
            </a:r>
            <a:endParaRPr lang="en-GB" sz="1500" b="0" u="none" strike="noStrike">
              <a:solidFill>
                <a:srgbClr val="000000"/>
              </a:solidFill>
              <a:effectLst/>
              <a:uFillTx/>
              <a:latin typeface="Times New Roman"/>
            </a:endParaRPr>
          </a:p>
        </p:txBody>
      </p:sp>
      <p:sp>
        <p:nvSpPr>
          <p:cNvPr id="1838" name="TextBox 1837"/>
          <p:cNvSpPr txBox="1"/>
          <p:nvPr/>
        </p:nvSpPr>
        <p:spPr>
          <a:xfrm>
            <a:off x="8566560" y="2130120"/>
            <a:ext cx="2297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JSONBbased ActedRule</a:t>
            </a:r>
            <a:endParaRPr lang="en-GB" sz="1500" b="0" u="none" strike="noStrike">
              <a:solidFill>
                <a:srgbClr val="000000"/>
              </a:solidFill>
              <a:effectLst/>
              <a:uFillTx/>
              <a:latin typeface="Times New Roman"/>
            </a:endParaRPr>
          </a:p>
        </p:txBody>
      </p:sp>
      <p:sp>
        <p:nvSpPr>
          <p:cNvPr id="1839" name="TextBox 1838"/>
          <p:cNvSpPr txBox="1"/>
          <p:nvPr/>
        </p:nvSpPr>
        <p:spPr>
          <a:xfrm>
            <a:off x="8566560" y="2444400"/>
            <a:ext cx="1827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model Performance</a:t>
            </a:r>
            <a:endParaRPr lang="en-GB" sz="1500" b="0" u="none" strike="noStrike">
              <a:solidFill>
                <a:srgbClr val="000000"/>
              </a:solidFill>
              <a:effectLst/>
              <a:uFillTx/>
              <a:latin typeface="Times New Roman"/>
            </a:endParaRPr>
          </a:p>
        </p:txBody>
      </p:sp>
      <p:sp>
        <p:nvSpPr>
          <p:cNvPr id="1840" name="TextBox 1839"/>
          <p:cNvSpPr txBox="1"/>
          <p:nvPr/>
        </p:nvSpPr>
        <p:spPr>
          <a:xfrm>
            <a:off x="8566560" y="2748960"/>
            <a:ext cx="2297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optimization with caching</a:t>
            </a:r>
            <a:endParaRPr lang="en-GB" sz="1500" b="0" u="none" strike="noStrike">
              <a:solidFill>
                <a:srgbClr val="000000"/>
              </a:solidFill>
              <a:effectLst/>
              <a:uFillTx/>
              <a:latin typeface="Times New Roman"/>
            </a:endParaRPr>
          </a:p>
        </p:txBody>
      </p:sp>
      <p:sp>
        <p:nvSpPr>
          <p:cNvPr id="1841" name="Freeform: Shape 1840"/>
          <p:cNvSpPr/>
          <p:nvPr/>
        </p:nvSpPr>
        <p:spPr>
          <a:xfrm>
            <a:off x="4438440" y="319068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842" name="Freeform: Shape 1841"/>
          <p:cNvSpPr/>
          <p:nvPr/>
        </p:nvSpPr>
        <p:spPr>
          <a:xfrm>
            <a:off x="4446720" y="3252960"/>
            <a:ext cx="177120" cy="65520"/>
          </a:xfrm>
          <a:custGeom>
            <a:avLst/>
            <a:gdLst/>
            <a:ahLst/>
            <a:cxnLst/>
            <a:rect l="0" t="0" r="r" b="b"/>
            <a:pathLst>
              <a:path w="492" h="182">
                <a:moveTo>
                  <a:pt x="18" y="0"/>
                </a:moveTo>
                <a:cubicBezTo>
                  <a:pt x="23" y="0"/>
                  <a:pt x="31" y="4"/>
                  <a:pt x="34" y="9"/>
                </a:cubicBezTo>
                <a:lnTo>
                  <a:pt x="113" y="115"/>
                </a:lnTo>
                <a:lnTo>
                  <a:pt x="114" y="115"/>
                </a:lnTo>
                <a:lnTo>
                  <a:pt x="114" y="20"/>
                </a:lnTo>
                <a:cubicBezTo>
                  <a:pt x="114" y="7"/>
                  <a:pt x="122" y="0"/>
                  <a:pt x="132" y="0"/>
                </a:cubicBezTo>
                <a:cubicBezTo>
                  <a:pt x="143" y="0"/>
                  <a:pt x="151" y="7"/>
                  <a:pt x="151" y="20"/>
                </a:cubicBezTo>
                <a:lnTo>
                  <a:pt x="151" y="163"/>
                </a:lnTo>
                <a:cubicBezTo>
                  <a:pt x="151" y="175"/>
                  <a:pt x="143" y="182"/>
                  <a:pt x="132" y="182"/>
                </a:cubicBezTo>
                <a:cubicBezTo>
                  <a:pt x="128" y="182"/>
                  <a:pt x="120" y="179"/>
                  <a:pt x="117" y="174"/>
                </a:cubicBezTo>
                <a:lnTo>
                  <a:pt x="37" y="70"/>
                </a:lnTo>
                <a:lnTo>
                  <a:pt x="37" y="163"/>
                </a:lnTo>
                <a:cubicBezTo>
                  <a:pt x="37" y="175"/>
                  <a:pt x="29" y="182"/>
                  <a:pt x="18" y="182"/>
                </a:cubicBezTo>
                <a:cubicBezTo>
                  <a:pt x="8" y="182"/>
                  <a:pt x="0" y="175"/>
                  <a:pt x="0" y="163"/>
                </a:cubicBezTo>
                <a:lnTo>
                  <a:pt x="0" y="20"/>
                </a:lnTo>
                <a:cubicBezTo>
                  <a:pt x="0" y="7"/>
                  <a:pt x="8" y="0"/>
                  <a:pt x="18" y="0"/>
                </a:cubicBezTo>
                <a:moveTo>
                  <a:pt x="162" y="24"/>
                </a:moveTo>
                <a:cubicBezTo>
                  <a:pt x="162" y="11"/>
                  <a:pt x="168" y="2"/>
                  <a:pt x="183" y="2"/>
                </a:cubicBezTo>
                <a:lnTo>
                  <a:pt x="245" y="2"/>
                </a:lnTo>
                <a:cubicBezTo>
                  <a:pt x="257" y="2"/>
                  <a:pt x="262" y="10"/>
                  <a:pt x="262" y="19"/>
                </a:cubicBezTo>
                <a:cubicBezTo>
                  <a:pt x="262" y="28"/>
                  <a:pt x="256" y="36"/>
                  <a:pt x="245" y="36"/>
                </a:cubicBezTo>
                <a:lnTo>
                  <a:pt x="201" y="36"/>
                </a:lnTo>
                <a:lnTo>
                  <a:pt x="201" y="74"/>
                </a:lnTo>
                <a:lnTo>
                  <a:pt x="242" y="74"/>
                </a:lnTo>
                <a:cubicBezTo>
                  <a:pt x="254" y="74"/>
                  <a:pt x="260" y="82"/>
                  <a:pt x="260" y="91"/>
                </a:cubicBezTo>
                <a:cubicBezTo>
                  <a:pt x="260" y="100"/>
                  <a:pt x="254" y="108"/>
                  <a:pt x="242" y="108"/>
                </a:cubicBezTo>
                <a:lnTo>
                  <a:pt x="201" y="108"/>
                </a:lnTo>
                <a:lnTo>
                  <a:pt x="201" y="146"/>
                </a:lnTo>
                <a:lnTo>
                  <a:pt x="247" y="146"/>
                </a:lnTo>
                <a:cubicBezTo>
                  <a:pt x="259" y="146"/>
                  <a:pt x="265" y="155"/>
                  <a:pt x="265" y="164"/>
                </a:cubicBezTo>
                <a:cubicBezTo>
                  <a:pt x="265" y="172"/>
                  <a:pt x="259" y="181"/>
                  <a:pt x="247" y="181"/>
                </a:cubicBezTo>
                <a:lnTo>
                  <a:pt x="182" y="181"/>
                </a:lnTo>
                <a:cubicBezTo>
                  <a:pt x="171" y="181"/>
                  <a:pt x="162" y="173"/>
                  <a:pt x="162" y="162"/>
                </a:cubicBezTo>
                <a:lnTo>
                  <a:pt x="162" y="24"/>
                </a:lnTo>
                <a:moveTo>
                  <a:pt x="271" y="25"/>
                </a:moveTo>
                <a:cubicBezTo>
                  <a:pt x="270" y="22"/>
                  <a:pt x="270" y="20"/>
                  <a:pt x="270" y="17"/>
                </a:cubicBezTo>
                <a:cubicBezTo>
                  <a:pt x="270" y="9"/>
                  <a:pt x="276" y="0"/>
                  <a:pt x="287" y="0"/>
                </a:cubicBezTo>
                <a:cubicBezTo>
                  <a:pt x="299" y="0"/>
                  <a:pt x="305" y="7"/>
                  <a:pt x="307" y="18"/>
                </a:cubicBezTo>
                <a:lnTo>
                  <a:pt x="329" y="126"/>
                </a:lnTo>
                <a:lnTo>
                  <a:pt x="362" y="15"/>
                </a:lnTo>
                <a:cubicBezTo>
                  <a:pt x="364" y="6"/>
                  <a:pt x="372" y="0"/>
                  <a:pt x="381" y="0"/>
                </a:cubicBezTo>
                <a:cubicBezTo>
                  <a:pt x="390" y="0"/>
                  <a:pt x="398" y="6"/>
                  <a:pt x="401" y="15"/>
                </a:cubicBezTo>
                <a:lnTo>
                  <a:pt x="433" y="126"/>
                </a:lnTo>
                <a:lnTo>
                  <a:pt x="434" y="126"/>
                </a:lnTo>
                <a:lnTo>
                  <a:pt x="455" y="18"/>
                </a:lnTo>
                <a:cubicBezTo>
                  <a:pt x="457" y="7"/>
                  <a:pt x="463" y="0"/>
                  <a:pt x="475" y="0"/>
                </a:cubicBezTo>
                <a:cubicBezTo>
                  <a:pt x="486" y="0"/>
                  <a:pt x="492" y="9"/>
                  <a:pt x="492" y="17"/>
                </a:cubicBezTo>
                <a:cubicBezTo>
                  <a:pt x="492" y="20"/>
                  <a:pt x="492" y="22"/>
                  <a:pt x="491" y="25"/>
                </a:cubicBezTo>
                <a:lnTo>
                  <a:pt x="460" y="163"/>
                </a:lnTo>
                <a:cubicBezTo>
                  <a:pt x="457" y="173"/>
                  <a:pt x="449" y="182"/>
                  <a:pt x="435" y="182"/>
                </a:cubicBezTo>
                <a:cubicBezTo>
                  <a:pt x="423" y="182"/>
                  <a:pt x="413" y="174"/>
                  <a:pt x="410" y="164"/>
                </a:cubicBezTo>
                <a:lnTo>
                  <a:pt x="381" y="68"/>
                </a:lnTo>
                <a:lnTo>
                  <a:pt x="352" y="164"/>
                </a:lnTo>
                <a:cubicBezTo>
                  <a:pt x="349" y="174"/>
                  <a:pt x="339" y="182"/>
                  <a:pt x="327" y="182"/>
                </a:cubicBezTo>
                <a:cubicBezTo>
                  <a:pt x="313" y="182"/>
                  <a:pt x="305" y="173"/>
                  <a:pt x="302" y="163"/>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43" name="TextBox 1842"/>
          <p:cNvSpPr txBox="1"/>
          <p:nvPr/>
        </p:nvSpPr>
        <p:spPr>
          <a:xfrm>
            <a:off x="880920" y="3177720"/>
            <a:ext cx="1526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Rules Entry Point</a:t>
            </a:r>
            <a:endParaRPr lang="en-GB" sz="1500" b="0" u="none" strike="noStrike">
              <a:solidFill>
                <a:srgbClr val="000000"/>
              </a:solidFill>
              <a:effectLst/>
              <a:uFillTx/>
              <a:latin typeface="Times New Roman"/>
            </a:endParaRPr>
          </a:p>
        </p:txBody>
      </p:sp>
      <p:sp>
        <p:nvSpPr>
          <p:cNvPr id="1844" name="Freeform: Shape 1843"/>
          <p:cNvSpPr/>
          <p:nvPr/>
        </p:nvSpPr>
        <p:spPr>
          <a:xfrm>
            <a:off x="7105320" y="3190680"/>
            <a:ext cx="191160" cy="190800"/>
          </a:xfrm>
          <a:custGeom>
            <a:avLst/>
            <a:gdLst/>
            <a:ahLst/>
            <a:cxnLst/>
            <a:rect l="0" t="0" r="r" b="b"/>
            <a:pathLst>
              <a:path w="531" h="530">
                <a:moveTo>
                  <a:pt x="531" y="471"/>
                </a:moveTo>
                <a:cubicBezTo>
                  <a:pt x="531" y="504"/>
                  <a:pt x="504" y="530"/>
                  <a:pt x="472" y="530"/>
                </a:cubicBezTo>
                <a:lnTo>
                  <a:pt x="59" y="530"/>
                </a:lnTo>
                <a:cubicBezTo>
                  <a:pt x="27" y="530"/>
                  <a:pt x="0" y="504"/>
                  <a:pt x="0" y="471"/>
                </a:cubicBezTo>
                <a:lnTo>
                  <a:pt x="0" y="59"/>
                </a:lnTo>
                <a:cubicBezTo>
                  <a:pt x="0" y="26"/>
                  <a:pt x="27" y="0"/>
                  <a:pt x="59" y="0"/>
                </a:cubicBezTo>
                <a:lnTo>
                  <a:pt x="472" y="0"/>
                </a:lnTo>
                <a:cubicBezTo>
                  <a:pt x="504" y="0"/>
                  <a:pt x="531" y="26"/>
                  <a:pt x="531" y="59"/>
                </a:cubicBezTo>
                <a:lnTo>
                  <a:pt x="531"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45" name="Freeform: Shape 1844"/>
          <p:cNvSpPr/>
          <p:nvPr/>
        </p:nvSpPr>
        <p:spPr>
          <a:xfrm>
            <a:off x="7135560" y="3222360"/>
            <a:ext cx="131400" cy="128520"/>
          </a:xfrm>
          <a:custGeom>
            <a:avLst/>
            <a:gdLst/>
            <a:ahLst/>
            <a:cxnLst/>
            <a:rect l="0" t="0" r="r" b="b"/>
            <a:pathLst>
              <a:path w="365" h="357">
                <a:moveTo>
                  <a:pt x="348" y="6"/>
                </a:moveTo>
                <a:cubicBezTo>
                  <a:pt x="331" y="-5"/>
                  <a:pt x="307" y="-1"/>
                  <a:pt x="296" y="16"/>
                </a:cubicBezTo>
                <a:lnTo>
                  <a:pt x="136" y="264"/>
                </a:lnTo>
                <a:lnTo>
                  <a:pt x="62" y="196"/>
                </a:lnTo>
                <a:cubicBezTo>
                  <a:pt x="47" y="182"/>
                  <a:pt x="24" y="183"/>
                  <a:pt x="10" y="198"/>
                </a:cubicBezTo>
                <a:cubicBezTo>
                  <a:pt x="-4" y="213"/>
                  <a:pt x="-3" y="236"/>
                  <a:pt x="12" y="250"/>
                </a:cubicBezTo>
                <a:lnTo>
                  <a:pt x="118" y="348"/>
                </a:lnTo>
                <a:cubicBezTo>
                  <a:pt x="125" y="354"/>
                  <a:pt x="134" y="357"/>
                  <a:pt x="143" y="357"/>
                </a:cubicBezTo>
                <a:cubicBezTo>
                  <a:pt x="153" y="357"/>
                  <a:pt x="166" y="353"/>
                  <a:pt x="174" y="341"/>
                </a:cubicBezTo>
                <a:cubicBezTo>
                  <a:pt x="179" y="333"/>
                  <a:pt x="359" y="56"/>
                  <a:pt x="359" y="56"/>
                </a:cubicBezTo>
                <a:cubicBezTo>
                  <a:pt x="370" y="39"/>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46" name="TextBox 1845"/>
          <p:cNvSpPr txBox="1"/>
          <p:nvPr/>
        </p:nvSpPr>
        <p:spPr>
          <a:xfrm>
            <a:off x="4635360" y="317772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847" name="TextBox 1846"/>
          <p:cNvSpPr txBox="1"/>
          <p:nvPr/>
        </p:nvSpPr>
        <p:spPr>
          <a:xfrm>
            <a:off x="8566560" y="3177720"/>
            <a:ext cx="27216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Entry Point for rules execution</a:t>
            </a:r>
            <a:endParaRPr lang="en-GB" sz="1500" b="0" u="none" strike="noStrike">
              <a:solidFill>
                <a:srgbClr val="000000"/>
              </a:solidFill>
              <a:effectLst/>
              <a:uFillTx/>
              <a:latin typeface="Times New Roman"/>
            </a:endParaRPr>
          </a:p>
        </p:txBody>
      </p:sp>
      <p:sp>
        <p:nvSpPr>
          <p:cNvPr id="1848" name="Freeform: Shape 1847"/>
          <p:cNvSpPr/>
          <p:nvPr/>
        </p:nvSpPr>
        <p:spPr>
          <a:xfrm>
            <a:off x="4438440" y="3781080"/>
            <a:ext cx="190800" cy="191160"/>
          </a:xfrm>
          <a:custGeom>
            <a:avLst/>
            <a:gdLst/>
            <a:ahLst/>
            <a:cxnLst/>
            <a:rect l="0" t="0" r="r" b="b"/>
            <a:pathLst>
              <a:path w="530" h="531">
                <a:moveTo>
                  <a:pt x="530" y="472"/>
                </a:moveTo>
                <a:cubicBezTo>
                  <a:pt x="530" y="504"/>
                  <a:pt x="504" y="531"/>
                  <a:pt x="471" y="531"/>
                </a:cubicBezTo>
                <a:lnTo>
                  <a:pt x="59" y="531"/>
                </a:lnTo>
                <a:cubicBezTo>
                  <a:pt x="26" y="531"/>
                  <a:pt x="0" y="504"/>
                  <a:pt x="0" y="472"/>
                </a:cubicBezTo>
                <a:lnTo>
                  <a:pt x="0" y="59"/>
                </a:lnTo>
                <a:cubicBezTo>
                  <a:pt x="0" y="27"/>
                  <a:pt x="26" y="0"/>
                  <a:pt x="59" y="0"/>
                </a:cubicBezTo>
                <a:lnTo>
                  <a:pt x="471" y="0"/>
                </a:lnTo>
                <a:cubicBezTo>
                  <a:pt x="504" y="0"/>
                  <a:pt x="530" y="27"/>
                  <a:pt x="530" y="59"/>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849" name="Freeform: Shape 1848"/>
          <p:cNvSpPr/>
          <p:nvPr/>
        </p:nvSpPr>
        <p:spPr>
          <a:xfrm>
            <a:off x="4446720" y="3843720"/>
            <a:ext cx="177120" cy="65520"/>
          </a:xfrm>
          <a:custGeom>
            <a:avLst/>
            <a:gdLst/>
            <a:ahLst/>
            <a:cxnLst/>
            <a:rect l="0" t="0" r="r" b="b"/>
            <a:pathLst>
              <a:path w="492" h="182">
                <a:moveTo>
                  <a:pt x="18" y="0"/>
                </a:moveTo>
                <a:cubicBezTo>
                  <a:pt x="23" y="0"/>
                  <a:pt x="31" y="4"/>
                  <a:pt x="34" y="8"/>
                </a:cubicBezTo>
                <a:lnTo>
                  <a:pt x="113" y="115"/>
                </a:lnTo>
                <a:lnTo>
                  <a:pt x="114" y="115"/>
                </a:lnTo>
                <a:lnTo>
                  <a:pt x="114" y="19"/>
                </a:lnTo>
                <a:cubicBezTo>
                  <a:pt x="114" y="7"/>
                  <a:pt x="122" y="0"/>
                  <a:pt x="132" y="0"/>
                </a:cubicBezTo>
                <a:cubicBezTo>
                  <a:pt x="143" y="0"/>
                  <a:pt x="151" y="7"/>
                  <a:pt x="151" y="19"/>
                </a:cubicBezTo>
                <a:lnTo>
                  <a:pt x="151" y="162"/>
                </a:lnTo>
                <a:cubicBezTo>
                  <a:pt x="151" y="175"/>
                  <a:pt x="143" y="182"/>
                  <a:pt x="132" y="182"/>
                </a:cubicBezTo>
                <a:cubicBezTo>
                  <a:pt x="128" y="182"/>
                  <a:pt x="120" y="178"/>
                  <a:pt x="117" y="173"/>
                </a:cubicBezTo>
                <a:lnTo>
                  <a:pt x="37" y="69"/>
                </a:lnTo>
                <a:lnTo>
                  <a:pt x="37" y="162"/>
                </a:lnTo>
                <a:cubicBezTo>
                  <a:pt x="37" y="175"/>
                  <a:pt x="29" y="182"/>
                  <a:pt x="18" y="182"/>
                </a:cubicBezTo>
                <a:cubicBezTo>
                  <a:pt x="8" y="182"/>
                  <a:pt x="0" y="175"/>
                  <a:pt x="0" y="162"/>
                </a:cubicBezTo>
                <a:lnTo>
                  <a:pt x="0" y="19"/>
                </a:lnTo>
                <a:cubicBezTo>
                  <a:pt x="0" y="7"/>
                  <a:pt x="8" y="0"/>
                  <a:pt x="18" y="0"/>
                </a:cubicBezTo>
                <a:moveTo>
                  <a:pt x="162" y="23"/>
                </a:moveTo>
                <a:cubicBezTo>
                  <a:pt x="162" y="11"/>
                  <a:pt x="168" y="1"/>
                  <a:pt x="183" y="1"/>
                </a:cubicBezTo>
                <a:lnTo>
                  <a:pt x="245" y="1"/>
                </a:lnTo>
                <a:cubicBezTo>
                  <a:pt x="257" y="1"/>
                  <a:pt x="262" y="10"/>
                  <a:pt x="262" y="19"/>
                </a:cubicBezTo>
                <a:cubicBezTo>
                  <a:pt x="262" y="27"/>
                  <a:pt x="256" y="37"/>
                  <a:pt x="245" y="37"/>
                </a:cubicBezTo>
                <a:lnTo>
                  <a:pt x="201" y="37"/>
                </a:lnTo>
                <a:lnTo>
                  <a:pt x="201" y="73"/>
                </a:lnTo>
                <a:lnTo>
                  <a:pt x="242" y="73"/>
                </a:lnTo>
                <a:cubicBezTo>
                  <a:pt x="254" y="73"/>
                  <a:pt x="260" y="82"/>
                  <a:pt x="260" y="91"/>
                </a:cubicBezTo>
                <a:cubicBezTo>
                  <a:pt x="260" y="99"/>
                  <a:pt x="254" y="108"/>
                  <a:pt x="242" y="108"/>
                </a:cubicBezTo>
                <a:lnTo>
                  <a:pt x="201" y="108"/>
                </a:lnTo>
                <a:lnTo>
                  <a:pt x="201" y="146"/>
                </a:lnTo>
                <a:lnTo>
                  <a:pt x="247" y="146"/>
                </a:lnTo>
                <a:cubicBezTo>
                  <a:pt x="259" y="146"/>
                  <a:pt x="265" y="154"/>
                  <a:pt x="265" y="163"/>
                </a:cubicBezTo>
                <a:cubicBezTo>
                  <a:pt x="265" y="171"/>
                  <a:pt x="259" y="180"/>
                  <a:pt x="247" y="180"/>
                </a:cubicBezTo>
                <a:lnTo>
                  <a:pt x="182" y="180"/>
                </a:lnTo>
                <a:cubicBezTo>
                  <a:pt x="171" y="180"/>
                  <a:pt x="162" y="173"/>
                  <a:pt x="162" y="162"/>
                </a:cubicBezTo>
                <a:lnTo>
                  <a:pt x="162" y="23"/>
                </a:lnTo>
                <a:moveTo>
                  <a:pt x="271" y="25"/>
                </a:moveTo>
                <a:cubicBezTo>
                  <a:pt x="270" y="22"/>
                  <a:pt x="270" y="20"/>
                  <a:pt x="270" y="16"/>
                </a:cubicBezTo>
                <a:cubicBezTo>
                  <a:pt x="270" y="8"/>
                  <a:pt x="276" y="0"/>
                  <a:pt x="287" y="0"/>
                </a:cubicBezTo>
                <a:cubicBezTo>
                  <a:pt x="299" y="0"/>
                  <a:pt x="305" y="7"/>
                  <a:pt x="307" y="18"/>
                </a:cubicBezTo>
                <a:lnTo>
                  <a:pt x="329" y="125"/>
                </a:lnTo>
                <a:lnTo>
                  <a:pt x="362" y="15"/>
                </a:lnTo>
                <a:cubicBezTo>
                  <a:pt x="364" y="6"/>
                  <a:pt x="372" y="0"/>
                  <a:pt x="381" y="0"/>
                </a:cubicBezTo>
                <a:cubicBezTo>
                  <a:pt x="390" y="0"/>
                  <a:pt x="398" y="6"/>
                  <a:pt x="401" y="15"/>
                </a:cubicBezTo>
                <a:lnTo>
                  <a:pt x="433" y="125"/>
                </a:lnTo>
                <a:lnTo>
                  <a:pt x="434" y="125"/>
                </a:lnTo>
                <a:lnTo>
                  <a:pt x="455" y="18"/>
                </a:lnTo>
                <a:cubicBezTo>
                  <a:pt x="457" y="7"/>
                  <a:pt x="463" y="0"/>
                  <a:pt x="475" y="0"/>
                </a:cubicBezTo>
                <a:cubicBezTo>
                  <a:pt x="486" y="0"/>
                  <a:pt x="492" y="8"/>
                  <a:pt x="492" y="16"/>
                </a:cubicBezTo>
                <a:cubicBezTo>
                  <a:pt x="492" y="20"/>
                  <a:pt x="492" y="22"/>
                  <a:pt x="491" y="25"/>
                </a:cubicBezTo>
                <a:lnTo>
                  <a:pt x="460" y="162"/>
                </a:lnTo>
                <a:cubicBezTo>
                  <a:pt x="457" y="173"/>
                  <a:pt x="449" y="182"/>
                  <a:pt x="435" y="182"/>
                </a:cubicBezTo>
                <a:cubicBezTo>
                  <a:pt x="423" y="182"/>
                  <a:pt x="413" y="174"/>
                  <a:pt x="410" y="163"/>
                </a:cubicBezTo>
                <a:lnTo>
                  <a:pt x="381" y="67"/>
                </a:lnTo>
                <a:lnTo>
                  <a:pt x="352" y="163"/>
                </a:lnTo>
                <a:cubicBezTo>
                  <a:pt x="349" y="174"/>
                  <a:pt x="339" y="182"/>
                  <a:pt x="327" y="182"/>
                </a:cubicBezTo>
                <a:cubicBezTo>
                  <a:pt x="313" y="182"/>
                  <a:pt x="305" y="173"/>
                  <a:pt x="302" y="162"/>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50" name="TextBox 1849"/>
          <p:cNvSpPr txBox="1"/>
          <p:nvPr/>
        </p:nvSpPr>
        <p:spPr>
          <a:xfrm>
            <a:off x="880920" y="3768120"/>
            <a:ext cx="17733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Rules Configuration</a:t>
            </a:r>
            <a:endParaRPr lang="en-GB" sz="1500" b="0" u="none" strike="noStrike">
              <a:solidFill>
                <a:srgbClr val="000000"/>
              </a:solidFill>
              <a:effectLst/>
              <a:uFillTx/>
              <a:latin typeface="Times New Roman"/>
            </a:endParaRPr>
          </a:p>
        </p:txBody>
      </p:sp>
      <p:sp>
        <p:nvSpPr>
          <p:cNvPr id="1851" name="Freeform: Shape 1850"/>
          <p:cNvSpPr/>
          <p:nvPr/>
        </p:nvSpPr>
        <p:spPr>
          <a:xfrm>
            <a:off x="7105320" y="3781080"/>
            <a:ext cx="191160" cy="191160"/>
          </a:xfrm>
          <a:custGeom>
            <a:avLst/>
            <a:gdLst/>
            <a:ahLst/>
            <a:cxnLst/>
            <a:rect l="0" t="0" r="r" b="b"/>
            <a:pathLst>
              <a:path w="531" h="531">
                <a:moveTo>
                  <a:pt x="531" y="472"/>
                </a:moveTo>
                <a:cubicBezTo>
                  <a:pt x="531" y="504"/>
                  <a:pt x="504" y="531"/>
                  <a:pt x="472" y="531"/>
                </a:cubicBezTo>
                <a:lnTo>
                  <a:pt x="59" y="531"/>
                </a:lnTo>
                <a:cubicBezTo>
                  <a:pt x="27" y="531"/>
                  <a:pt x="0" y="504"/>
                  <a:pt x="0" y="472"/>
                </a:cubicBezTo>
                <a:lnTo>
                  <a:pt x="0" y="59"/>
                </a:lnTo>
                <a:cubicBezTo>
                  <a:pt x="0" y="27"/>
                  <a:pt x="27" y="0"/>
                  <a:pt x="59" y="0"/>
                </a:cubicBezTo>
                <a:lnTo>
                  <a:pt x="472" y="0"/>
                </a:lnTo>
                <a:cubicBezTo>
                  <a:pt x="504" y="0"/>
                  <a:pt x="531" y="27"/>
                  <a:pt x="531" y="59"/>
                </a:cubicBezTo>
                <a:lnTo>
                  <a:pt x="531"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52" name="Freeform: Shape 1851"/>
          <p:cNvSpPr/>
          <p:nvPr/>
        </p:nvSpPr>
        <p:spPr>
          <a:xfrm>
            <a:off x="7135560" y="3812760"/>
            <a:ext cx="131400" cy="128880"/>
          </a:xfrm>
          <a:custGeom>
            <a:avLst/>
            <a:gdLst/>
            <a:ahLst/>
            <a:cxnLst/>
            <a:rect l="0" t="0" r="r" b="b"/>
            <a:pathLst>
              <a:path w="365" h="358">
                <a:moveTo>
                  <a:pt x="348" y="6"/>
                </a:moveTo>
                <a:cubicBezTo>
                  <a:pt x="331" y="-5"/>
                  <a:pt x="307" y="0"/>
                  <a:pt x="296" y="17"/>
                </a:cubicBezTo>
                <a:lnTo>
                  <a:pt x="136" y="263"/>
                </a:lnTo>
                <a:lnTo>
                  <a:pt x="62" y="195"/>
                </a:lnTo>
                <a:cubicBezTo>
                  <a:pt x="47" y="181"/>
                  <a:pt x="24" y="182"/>
                  <a:pt x="10" y="197"/>
                </a:cubicBezTo>
                <a:cubicBezTo>
                  <a:pt x="-4" y="212"/>
                  <a:pt x="-3" y="235"/>
                  <a:pt x="12" y="249"/>
                </a:cubicBezTo>
                <a:lnTo>
                  <a:pt x="118" y="348"/>
                </a:lnTo>
                <a:cubicBezTo>
                  <a:pt x="125" y="355"/>
                  <a:pt x="134" y="358"/>
                  <a:pt x="143" y="358"/>
                </a:cubicBezTo>
                <a:cubicBezTo>
                  <a:pt x="153" y="358"/>
                  <a:pt x="166" y="354"/>
                  <a:pt x="174" y="341"/>
                </a:cubicBezTo>
                <a:cubicBezTo>
                  <a:pt x="179" y="334"/>
                  <a:pt x="359" y="57"/>
                  <a:pt x="359"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53" name="TextBox 1852"/>
          <p:cNvSpPr txBox="1"/>
          <p:nvPr/>
        </p:nvSpPr>
        <p:spPr>
          <a:xfrm>
            <a:off x="4635360" y="376812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854" name="TextBox 1853"/>
          <p:cNvSpPr txBox="1"/>
          <p:nvPr/>
        </p:nvSpPr>
        <p:spPr>
          <a:xfrm>
            <a:off x="8566560" y="3615840"/>
            <a:ext cx="22798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Rule conditon action and</a:t>
            </a:r>
            <a:endParaRPr lang="en-GB" sz="1500" b="0" u="none" strike="noStrike">
              <a:solidFill>
                <a:srgbClr val="000000"/>
              </a:solidFill>
              <a:effectLst/>
              <a:uFillTx/>
              <a:latin typeface="Times New Roman"/>
            </a:endParaRPr>
          </a:p>
        </p:txBody>
      </p:sp>
      <p:sp>
        <p:nvSpPr>
          <p:cNvPr id="1855" name="TextBox 1854"/>
          <p:cNvSpPr txBox="1"/>
          <p:nvPr/>
        </p:nvSpPr>
        <p:spPr>
          <a:xfrm>
            <a:off x="8566560" y="3920760"/>
            <a:ext cx="27792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management via Django admin</a:t>
            </a:r>
            <a:endParaRPr lang="en-GB" sz="1500" b="0" u="none" strike="noStrike">
              <a:solidFill>
                <a:srgbClr val="000000"/>
              </a:solidFill>
              <a:effectLst/>
              <a:uFillTx/>
              <a:latin typeface="Times New Roman"/>
            </a:endParaRPr>
          </a:p>
        </p:txBody>
      </p:sp>
      <p:sp>
        <p:nvSpPr>
          <p:cNvPr id="1856" name="Freeform: Shape 1855"/>
          <p:cNvSpPr/>
          <p:nvPr/>
        </p:nvSpPr>
        <p:spPr>
          <a:xfrm>
            <a:off x="4438440" y="4676760"/>
            <a:ext cx="190800" cy="190800"/>
          </a:xfrm>
          <a:custGeom>
            <a:avLst/>
            <a:gdLst/>
            <a:ahLst/>
            <a:cxnLst/>
            <a:rect l="0" t="0" r="r" b="b"/>
            <a:pathLst>
              <a:path w="530" h="530">
                <a:moveTo>
                  <a:pt x="530" y="470"/>
                </a:moveTo>
                <a:cubicBezTo>
                  <a:pt x="530" y="503"/>
                  <a:pt x="504" y="530"/>
                  <a:pt x="471" y="530"/>
                </a:cubicBezTo>
                <a:lnTo>
                  <a:pt x="59" y="530"/>
                </a:lnTo>
                <a:cubicBezTo>
                  <a:pt x="26" y="530"/>
                  <a:pt x="0" y="503"/>
                  <a:pt x="0" y="470"/>
                </a:cubicBezTo>
                <a:lnTo>
                  <a:pt x="0" y="58"/>
                </a:lnTo>
                <a:cubicBezTo>
                  <a:pt x="0" y="26"/>
                  <a:pt x="26" y="0"/>
                  <a:pt x="59" y="0"/>
                </a:cubicBezTo>
                <a:lnTo>
                  <a:pt x="471" y="0"/>
                </a:lnTo>
                <a:cubicBezTo>
                  <a:pt x="504" y="0"/>
                  <a:pt x="530" y="26"/>
                  <a:pt x="530" y="58"/>
                </a:cubicBezTo>
                <a:lnTo>
                  <a:pt x="530" y="470"/>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857" name="Freeform: Shape 1856"/>
          <p:cNvSpPr/>
          <p:nvPr/>
        </p:nvSpPr>
        <p:spPr>
          <a:xfrm>
            <a:off x="4446720" y="4739040"/>
            <a:ext cx="177120" cy="65520"/>
          </a:xfrm>
          <a:custGeom>
            <a:avLst/>
            <a:gdLst/>
            <a:ahLst/>
            <a:cxnLst/>
            <a:rect l="0" t="0" r="r" b="b"/>
            <a:pathLst>
              <a:path w="492" h="182">
                <a:moveTo>
                  <a:pt x="18" y="0"/>
                </a:moveTo>
                <a:cubicBezTo>
                  <a:pt x="23" y="0"/>
                  <a:pt x="31" y="4"/>
                  <a:pt x="34" y="8"/>
                </a:cubicBezTo>
                <a:lnTo>
                  <a:pt x="113" y="115"/>
                </a:lnTo>
                <a:lnTo>
                  <a:pt x="114" y="115"/>
                </a:lnTo>
                <a:lnTo>
                  <a:pt x="114" y="19"/>
                </a:lnTo>
                <a:cubicBezTo>
                  <a:pt x="114" y="7"/>
                  <a:pt x="122" y="0"/>
                  <a:pt x="132" y="0"/>
                </a:cubicBezTo>
                <a:cubicBezTo>
                  <a:pt x="143" y="0"/>
                  <a:pt x="151" y="7"/>
                  <a:pt x="151" y="19"/>
                </a:cubicBezTo>
                <a:lnTo>
                  <a:pt x="151" y="162"/>
                </a:lnTo>
                <a:cubicBezTo>
                  <a:pt x="151" y="175"/>
                  <a:pt x="143" y="182"/>
                  <a:pt x="132" y="182"/>
                </a:cubicBezTo>
                <a:cubicBezTo>
                  <a:pt x="128" y="182"/>
                  <a:pt x="120" y="178"/>
                  <a:pt x="117" y="174"/>
                </a:cubicBezTo>
                <a:lnTo>
                  <a:pt x="37" y="69"/>
                </a:lnTo>
                <a:lnTo>
                  <a:pt x="37" y="162"/>
                </a:lnTo>
                <a:cubicBezTo>
                  <a:pt x="37" y="175"/>
                  <a:pt x="29" y="182"/>
                  <a:pt x="18" y="182"/>
                </a:cubicBezTo>
                <a:cubicBezTo>
                  <a:pt x="8" y="182"/>
                  <a:pt x="0" y="175"/>
                  <a:pt x="0" y="162"/>
                </a:cubicBezTo>
                <a:lnTo>
                  <a:pt x="0" y="19"/>
                </a:lnTo>
                <a:cubicBezTo>
                  <a:pt x="0" y="7"/>
                  <a:pt x="8" y="0"/>
                  <a:pt x="18" y="0"/>
                </a:cubicBezTo>
                <a:moveTo>
                  <a:pt x="162" y="23"/>
                </a:moveTo>
                <a:cubicBezTo>
                  <a:pt x="162" y="11"/>
                  <a:pt x="168" y="1"/>
                  <a:pt x="183" y="1"/>
                </a:cubicBezTo>
                <a:lnTo>
                  <a:pt x="245" y="1"/>
                </a:lnTo>
                <a:cubicBezTo>
                  <a:pt x="257" y="1"/>
                  <a:pt x="262" y="10"/>
                  <a:pt x="262" y="19"/>
                </a:cubicBezTo>
                <a:cubicBezTo>
                  <a:pt x="262" y="27"/>
                  <a:pt x="256" y="36"/>
                  <a:pt x="245" y="36"/>
                </a:cubicBezTo>
                <a:lnTo>
                  <a:pt x="201" y="36"/>
                </a:lnTo>
                <a:lnTo>
                  <a:pt x="201" y="73"/>
                </a:lnTo>
                <a:lnTo>
                  <a:pt x="242" y="73"/>
                </a:lnTo>
                <a:cubicBezTo>
                  <a:pt x="254" y="73"/>
                  <a:pt x="260" y="82"/>
                  <a:pt x="260" y="91"/>
                </a:cubicBezTo>
                <a:cubicBezTo>
                  <a:pt x="260" y="99"/>
                  <a:pt x="254" y="108"/>
                  <a:pt x="242" y="108"/>
                </a:cubicBezTo>
                <a:lnTo>
                  <a:pt x="201" y="108"/>
                </a:lnTo>
                <a:lnTo>
                  <a:pt x="201" y="146"/>
                </a:lnTo>
                <a:lnTo>
                  <a:pt x="247" y="146"/>
                </a:lnTo>
                <a:cubicBezTo>
                  <a:pt x="259" y="146"/>
                  <a:pt x="265" y="154"/>
                  <a:pt x="265" y="163"/>
                </a:cubicBezTo>
                <a:cubicBezTo>
                  <a:pt x="265" y="172"/>
                  <a:pt x="259" y="180"/>
                  <a:pt x="247" y="180"/>
                </a:cubicBezTo>
                <a:lnTo>
                  <a:pt x="182" y="180"/>
                </a:lnTo>
                <a:cubicBezTo>
                  <a:pt x="171" y="180"/>
                  <a:pt x="162" y="173"/>
                  <a:pt x="162" y="162"/>
                </a:cubicBezTo>
                <a:lnTo>
                  <a:pt x="162" y="23"/>
                </a:lnTo>
                <a:moveTo>
                  <a:pt x="271" y="25"/>
                </a:moveTo>
                <a:cubicBezTo>
                  <a:pt x="270" y="22"/>
                  <a:pt x="270" y="20"/>
                  <a:pt x="270" y="16"/>
                </a:cubicBezTo>
                <a:cubicBezTo>
                  <a:pt x="270" y="8"/>
                  <a:pt x="276" y="0"/>
                  <a:pt x="287" y="0"/>
                </a:cubicBezTo>
                <a:cubicBezTo>
                  <a:pt x="299" y="0"/>
                  <a:pt x="305" y="7"/>
                  <a:pt x="307" y="18"/>
                </a:cubicBezTo>
                <a:lnTo>
                  <a:pt x="329" y="125"/>
                </a:lnTo>
                <a:lnTo>
                  <a:pt x="362" y="15"/>
                </a:lnTo>
                <a:cubicBezTo>
                  <a:pt x="364" y="6"/>
                  <a:pt x="372" y="0"/>
                  <a:pt x="381" y="0"/>
                </a:cubicBezTo>
                <a:cubicBezTo>
                  <a:pt x="390" y="0"/>
                  <a:pt x="398" y="6"/>
                  <a:pt x="401" y="15"/>
                </a:cubicBezTo>
                <a:lnTo>
                  <a:pt x="433" y="125"/>
                </a:lnTo>
                <a:lnTo>
                  <a:pt x="434" y="125"/>
                </a:lnTo>
                <a:lnTo>
                  <a:pt x="455" y="18"/>
                </a:lnTo>
                <a:cubicBezTo>
                  <a:pt x="457" y="7"/>
                  <a:pt x="463" y="0"/>
                  <a:pt x="475" y="0"/>
                </a:cubicBezTo>
                <a:cubicBezTo>
                  <a:pt x="486" y="0"/>
                  <a:pt x="492" y="8"/>
                  <a:pt x="492" y="16"/>
                </a:cubicBezTo>
                <a:cubicBezTo>
                  <a:pt x="492" y="20"/>
                  <a:pt x="492" y="22"/>
                  <a:pt x="491" y="25"/>
                </a:cubicBezTo>
                <a:lnTo>
                  <a:pt x="460" y="162"/>
                </a:lnTo>
                <a:cubicBezTo>
                  <a:pt x="457" y="173"/>
                  <a:pt x="449" y="182"/>
                  <a:pt x="435" y="182"/>
                </a:cubicBezTo>
                <a:cubicBezTo>
                  <a:pt x="423" y="182"/>
                  <a:pt x="413" y="174"/>
                  <a:pt x="410" y="164"/>
                </a:cubicBezTo>
                <a:lnTo>
                  <a:pt x="381" y="67"/>
                </a:lnTo>
                <a:lnTo>
                  <a:pt x="352" y="164"/>
                </a:lnTo>
                <a:cubicBezTo>
                  <a:pt x="349" y="174"/>
                  <a:pt x="339" y="182"/>
                  <a:pt x="327" y="182"/>
                </a:cubicBezTo>
                <a:cubicBezTo>
                  <a:pt x="313" y="182"/>
                  <a:pt x="305" y="173"/>
                  <a:pt x="302" y="162"/>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58" name="TextBox 1857"/>
          <p:cNvSpPr txBox="1"/>
          <p:nvPr/>
        </p:nvSpPr>
        <p:spPr>
          <a:xfrm>
            <a:off x="880920" y="4663800"/>
            <a:ext cx="19666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Inline Model Message</a:t>
            </a:r>
            <a:endParaRPr lang="en-GB" sz="1500" b="0" u="none" strike="noStrike">
              <a:solidFill>
                <a:srgbClr val="000000"/>
              </a:solidFill>
              <a:effectLst/>
              <a:uFillTx/>
              <a:latin typeface="Times New Roman"/>
            </a:endParaRPr>
          </a:p>
        </p:txBody>
      </p:sp>
      <p:sp>
        <p:nvSpPr>
          <p:cNvPr id="1859" name="Freeform: Shape 1858"/>
          <p:cNvSpPr/>
          <p:nvPr/>
        </p:nvSpPr>
        <p:spPr>
          <a:xfrm>
            <a:off x="7105320" y="4676760"/>
            <a:ext cx="191160" cy="190800"/>
          </a:xfrm>
          <a:custGeom>
            <a:avLst/>
            <a:gdLst/>
            <a:ahLst/>
            <a:cxnLst/>
            <a:rect l="0" t="0" r="r" b="b"/>
            <a:pathLst>
              <a:path w="531" h="530">
                <a:moveTo>
                  <a:pt x="531" y="470"/>
                </a:moveTo>
                <a:cubicBezTo>
                  <a:pt x="531" y="503"/>
                  <a:pt x="504" y="530"/>
                  <a:pt x="472" y="530"/>
                </a:cubicBezTo>
                <a:lnTo>
                  <a:pt x="59" y="530"/>
                </a:lnTo>
                <a:cubicBezTo>
                  <a:pt x="27" y="530"/>
                  <a:pt x="0" y="503"/>
                  <a:pt x="0" y="470"/>
                </a:cubicBezTo>
                <a:lnTo>
                  <a:pt x="0" y="58"/>
                </a:lnTo>
                <a:cubicBezTo>
                  <a:pt x="0" y="26"/>
                  <a:pt x="27" y="0"/>
                  <a:pt x="59" y="0"/>
                </a:cubicBezTo>
                <a:lnTo>
                  <a:pt x="472" y="0"/>
                </a:lnTo>
                <a:cubicBezTo>
                  <a:pt x="504" y="0"/>
                  <a:pt x="531" y="26"/>
                  <a:pt x="531" y="58"/>
                </a:cubicBezTo>
                <a:lnTo>
                  <a:pt x="531" y="470"/>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60" name="Freeform: Shape 1859"/>
          <p:cNvSpPr/>
          <p:nvPr/>
        </p:nvSpPr>
        <p:spPr>
          <a:xfrm>
            <a:off x="7135560" y="4708080"/>
            <a:ext cx="131400" cy="128880"/>
          </a:xfrm>
          <a:custGeom>
            <a:avLst/>
            <a:gdLst/>
            <a:ahLst/>
            <a:cxnLst/>
            <a:rect l="0" t="0" r="r" b="b"/>
            <a:pathLst>
              <a:path w="365" h="358">
                <a:moveTo>
                  <a:pt x="348" y="6"/>
                </a:moveTo>
                <a:cubicBezTo>
                  <a:pt x="331" y="-5"/>
                  <a:pt x="307" y="0"/>
                  <a:pt x="296" y="17"/>
                </a:cubicBezTo>
                <a:lnTo>
                  <a:pt x="136" y="264"/>
                </a:lnTo>
                <a:lnTo>
                  <a:pt x="62" y="195"/>
                </a:lnTo>
                <a:cubicBezTo>
                  <a:pt x="47" y="181"/>
                  <a:pt x="24" y="182"/>
                  <a:pt x="10" y="197"/>
                </a:cubicBezTo>
                <a:cubicBezTo>
                  <a:pt x="-4" y="212"/>
                  <a:pt x="-3" y="235"/>
                  <a:pt x="12" y="249"/>
                </a:cubicBezTo>
                <a:lnTo>
                  <a:pt x="118" y="348"/>
                </a:lnTo>
                <a:cubicBezTo>
                  <a:pt x="125" y="355"/>
                  <a:pt x="134" y="358"/>
                  <a:pt x="143" y="358"/>
                </a:cubicBezTo>
                <a:cubicBezTo>
                  <a:pt x="153" y="358"/>
                  <a:pt x="166" y="354"/>
                  <a:pt x="174" y="341"/>
                </a:cubicBezTo>
                <a:cubicBezTo>
                  <a:pt x="179" y="334"/>
                  <a:pt x="359" y="57"/>
                  <a:pt x="359"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61" name="TextBox 1860"/>
          <p:cNvSpPr txBox="1"/>
          <p:nvPr/>
        </p:nvSpPr>
        <p:spPr>
          <a:xfrm>
            <a:off x="4635360" y="466380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862" name="TextBox 1861"/>
          <p:cNvSpPr txBox="1"/>
          <p:nvPr/>
        </p:nvSpPr>
        <p:spPr>
          <a:xfrm>
            <a:off x="8566560" y="4358880"/>
            <a:ext cx="26456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Rules for displaying Message</a:t>
            </a:r>
            <a:endParaRPr lang="en-GB" sz="1500" b="0" u="none" strike="noStrike">
              <a:solidFill>
                <a:srgbClr val="000000"/>
              </a:solidFill>
              <a:effectLst/>
              <a:uFillTx/>
              <a:latin typeface="Times New Roman"/>
            </a:endParaRPr>
          </a:p>
        </p:txBody>
      </p:sp>
      <p:sp>
        <p:nvSpPr>
          <p:cNvPr id="1863" name="TextBox 1862"/>
          <p:cNvSpPr txBox="1"/>
          <p:nvPr/>
        </p:nvSpPr>
        <p:spPr>
          <a:xfrm>
            <a:off x="8566560" y="4663800"/>
            <a:ext cx="26852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via inline alert or dialog modal</a:t>
            </a:r>
            <a:endParaRPr lang="en-GB" sz="1500" b="0" u="none" strike="noStrike">
              <a:solidFill>
                <a:srgbClr val="000000"/>
              </a:solidFill>
              <a:effectLst/>
              <a:uFillTx/>
              <a:latin typeface="Times New Roman"/>
            </a:endParaRPr>
          </a:p>
        </p:txBody>
      </p:sp>
      <p:sp>
        <p:nvSpPr>
          <p:cNvPr id="1864" name="TextBox 1863"/>
          <p:cNvSpPr txBox="1"/>
          <p:nvPr/>
        </p:nvSpPr>
        <p:spPr>
          <a:xfrm>
            <a:off x="8566560" y="4968360"/>
            <a:ext cx="26618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that does not require tracking</a:t>
            </a:r>
            <a:endParaRPr lang="en-GB" sz="1500" b="0" u="none" strike="noStrike">
              <a:solidFill>
                <a:srgbClr val="000000"/>
              </a:solidFill>
              <a:effectLst/>
              <a:uFillTx/>
              <a:latin typeface="Times New Roman"/>
            </a:endParaRPr>
          </a:p>
        </p:txBody>
      </p:sp>
      <p:sp>
        <p:nvSpPr>
          <p:cNvPr id="1865" name="Freeform: Shape 1864"/>
          <p:cNvSpPr/>
          <p:nvPr/>
        </p:nvSpPr>
        <p:spPr>
          <a:xfrm>
            <a:off x="4438440" y="5572080"/>
            <a:ext cx="190800" cy="190800"/>
          </a:xfrm>
          <a:custGeom>
            <a:avLst/>
            <a:gdLst/>
            <a:ahLst/>
            <a:cxnLst/>
            <a:rect l="0" t="0" r="r" b="b"/>
            <a:pathLst>
              <a:path w="530" h="530">
                <a:moveTo>
                  <a:pt x="530" y="471"/>
                </a:moveTo>
                <a:cubicBezTo>
                  <a:pt x="530" y="503"/>
                  <a:pt x="504" y="530"/>
                  <a:pt x="471" y="530"/>
                </a:cubicBezTo>
                <a:lnTo>
                  <a:pt x="59" y="530"/>
                </a:lnTo>
                <a:cubicBezTo>
                  <a:pt x="26" y="530"/>
                  <a:pt x="0" y="503"/>
                  <a:pt x="0" y="471"/>
                </a:cubicBezTo>
                <a:lnTo>
                  <a:pt x="0" y="58"/>
                </a:lnTo>
                <a:cubicBezTo>
                  <a:pt x="0" y="26"/>
                  <a:pt x="26" y="0"/>
                  <a:pt x="59" y="0"/>
                </a:cubicBezTo>
                <a:lnTo>
                  <a:pt x="471" y="0"/>
                </a:lnTo>
                <a:cubicBezTo>
                  <a:pt x="504" y="0"/>
                  <a:pt x="530" y="26"/>
                  <a:pt x="530" y="58"/>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866" name="Freeform: Shape 1865"/>
          <p:cNvSpPr/>
          <p:nvPr/>
        </p:nvSpPr>
        <p:spPr>
          <a:xfrm>
            <a:off x="4446720" y="5634360"/>
            <a:ext cx="177120" cy="65520"/>
          </a:xfrm>
          <a:custGeom>
            <a:avLst/>
            <a:gdLst/>
            <a:ahLst/>
            <a:cxnLst/>
            <a:rect l="0" t="0" r="r" b="b"/>
            <a:pathLst>
              <a:path w="492" h="182">
                <a:moveTo>
                  <a:pt x="18" y="0"/>
                </a:moveTo>
                <a:cubicBezTo>
                  <a:pt x="23" y="0"/>
                  <a:pt x="31" y="4"/>
                  <a:pt x="34" y="8"/>
                </a:cubicBezTo>
                <a:lnTo>
                  <a:pt x="113" y="115"/>
                </a:lnTo>
                <a:lnTo>
                  <a:pt x="114" y="115"/>
                </a:lnTo>
                <a:lnTo>
                  <a:pt x="114" y="19"/>
                </a:lnTo>
                <a:cubicBezTo>
                  <a:pt x="114" y="7"/>
                  <a:pt x="122" y="0"/>
                  <a:pt x="132" y="0"/>
                </a:cubicBezTo>
                <a:cubicBezTo>
                  <a:pt x="143" y="0"/>
                  <a:pt x="151" y="7"/>
                  <a:pt x="151" y="19"/>
                </a:cubicBezTo>
                <a:lnTo>
                  <a:pt x="151" y="162"/>
                </a:lnTo>
                <a:cubicBezTo>
                  <a:pt x="151" y="175"/>
                  <a:pt x="143" y="182"/>
                  <a:pt x="132" y="182"/>
                </a:cubicBezTo>
                <a:cubicBezTo>
                  <a:pt x="128" y="182"/>
                  <a:pt x="120" y="178"/>
                  <a:pt x="117" y="174"/>
                </a:cubicBezTo>
                <a:lnTo>
                  <a:pt x="37" y="68"/>
                </a:lnTo>
                <a:lnTo>
                  <a:pt x="37" y="162"/>
                </a:lnTo>
                <a:cubicBezTo>
                  <a:pt x="37" y="175"/>
                  <a:pt x="29" y="182"/>
                  <a:pt x="18" y="182"/>
                </a:cubicBezTo>
                <a:cubicBezTo>
                  <a:pt x="8" y="182"/>
                  <a:pt x="0" y="175"/>
                  <a:pt x="0" y="162"/>
                </a:cubicBezTo>
                <a:lnTo>
                  <a:pt x="0" y="19"/>
                </a:lnTo>
                <a:cubicBezTo>
                  <a:pt x="0" y="7"/>
                  <a:pt x="8" y="0"/>
                  <a:pt x="18" y="0"/>
                </a:cubicBezTo>
                <a:moveTo>
                  <a:pt x="162" y="23"/>
                </a:moveTo>
                <a:cubicBezTo>
                  <a:pt x="162" y="11"/>
                  <a:pt x="168" y="1"/>
                  <a:pt x="183" y="1"/>
                </a:cubicBezTo>
                <a:lnTo>
                  <a:pt x="245" y="1"/>
                </a:lnTo>
                <a:cubicBezTo>
                  <a:pt x="257" y="1"/>
                  <a:pt x="262" y="10"/>
                  <a:pt x="262" y="19"/>
                </a:cubicBezTo>
                <a:cubicBezTo>
                  <a:pt x="262" y="27"/>
                  <a:pt x="256" y="36"/>
                  <a:pt x="245" y="36"/>
                </a:cubicBezTo>
                <a:lnTo>
                  <a:pt x="201" y="36"/>
                </a:lnTo>
                <a:lnTo>
                  <a:pt x="201" y="72"/>
                </a:lnTo>
                <a:lnTo>
                  <a:pt x="242" y="72"/>
                </a:lnTo>
                <a:cubicBezTo>
                  <a:pt x="254" y="72"/>
                  <a:pt x="260" y="81"/>
                  <a:pt x="260" y="90"/>
                </a:cubicBezTo>
                <a:cubicBezTo>
                  <a:pt x="260" y="98"/>
                  <a:pt x="254" y="108"/>
                  <a:pt x="242" y="108"/>
                </a:cubicBezTo>
                <a:lnTo>
                  <a:pt x="201" y="108"/>
                </a:lnTo>
                <a:lnTo>
                  <a:pt x="201" y="146"/>
                </a:lnTo>
                <a:lnTo>
                  <a:pt x="247" y="146"/>
                </a:lnTo>
                <a:cubicBezTo>
                  <a:pt x="259" y="146"/>
                  <a:pt x="265" y="154"/>
                  <a:pt x="265" y="163"/>
                </a:cubicBezTo>
                <a:cubicBezTo>
                  <a:pt x="265" y="172"/>
                  <a:pt x="259" y="180"/>
                  <a:pt x="247" y="180"/>
                </a:cubicBezTo>
                <a:lnTo>
                  <a:pt x="182" y="180"/>
                </a:lnTo>
                <a:cubicBezTo>
                  <a:pt x="171" y="180"/>
                  <a:pt x="162" y="173"/>
                  <a:pt x="162" y="162"/>
                </a:cubicBezTo>
                <a:lnTo>
                  <a:pt x="162" y="23"/>
                </a:lnTo>
                <a:moveTo>
                  <a:pt x="271" y="25"/>
                </a:moveTo>
                <a:cubicBezTo>
                  <a:pt x="270" y="22"/>
                  <a:pt x="270" y="20"/>
                  <a:pt x="270" y="16"/>
                </a:cubicBezTo>
                <a:cubicBezTo>
                  <a:pt x="270" y="8"/>
                  <a:pt x="276" y="0"/>
                  <a:pt x="287" y="0"/>
                </a:cubicBezTo>
                <a:cubicBezTo>
                  <a:pt x="299" y="0"/>
                  <a:pt x="305" y="7"/>
                  <a:pt x="307" y="18"/>
                </a:cubicBezTo>
                <a:lnTo>
                  <a:pt x="329" y="125"/>
                </a:lnTo>
                <a:lnTo>
                  <a:pt x="362" y="15"/>
                </a:lnTo>
                <a:cubicBezTo>
                  <a:pt x="364" y="6"/>
                  <a:pt x="372" y="0"/>
                  <a:pt x="381" y="0"/>
                </a:cubicBezTo>
                <a:cubicBezTo>
                  <a:pt x="390" y="0"/>
                  <a:pt x="398" y="6"/>
                  <a:pt x="401" y="15"/>
                </a:cubicBezTo>
                <a:lnTo>
                  <a:pt x="433" y="125"/>
                </a:lnTo>
                <a:lnTo>
                  <a:pt x="434" y="125"/>
                </a:lnTo>
                <a:lnTo>
                  <a:pt x="455" y="18"/>
                </a:lnTo>
                <a:cubicBezTo>
                  <a:pt x="457" y="7"/>
                  <a:pt x="463" y="0"/>
                  <a:pt x="475" y="0"/>
                </a:cubicBezTo>
                <a:cubicBezTo>
                  <a:pt x="486" y="0"/>
                  <a:pt x="492" y="8"/>
                  <a:pt x="492" y="16"/>
                </a:cubicBezTo>
                <a:cubicBezTo>
                  <a:pt x="492" y="20"/>
                  <a:pt x="492" y="22"/>
                  <a:pt x="491" y="25"/>
                </a:cubicBezTo>
                <a:lnTo>
                  <a:pt x="460" y="162"/>
                </a:lnTo>
                <a:cubicBezTo>
                  <a:pt x="457" y="173"/>
                  <a:pt x="449" y="182"/>
                  <a:pt x="435" y="182"/>
                </a:cubicBezTo>
                <a:cubicBezTo>
                  <a:pt x="423" y="182"/>
                  <a:pt x="413" y="174"/>
                  <a:pt x="410" y="164"/>
                </a:cubicBezTo>
                <a:lnTo>
                  <a:pt x="381" y="66"/>
                </a:lnTo>
                <a:lnTo>
                  <a:pt x="352" y="164"/>
                </a:lnTo>
                <a:cubicBezTo>
                  <a:pt x="349" y="174"/>
                  <a:pt x="339" y="182"/>
                  <a:pt x="327" y="182"/>
                </a:cubicBezTo>
                <a:cubicBezTo>
                  <a:pt x="313" y="182"/>
                  <a:pt x="305" y="173"/>
                  <a:pt x="302" y="162"/>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67" name="TextBox 1866"/>
          <p:cNvSpPr txBox="1"/>
          <p:nvPr/>
        </p:nvSpPr>
        <p:spPr>
          <a:xfrm>
            <a:off x="880920" y="5559120"/>
            <a:ext cx="18180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Message Templates</a:t>
            </a:r>
            <a:endParaRPr lang="en-GB" sz="1500" b="0" u="none" strike="noStrike">
              <a:solidFill>
                <a:srgbClr val="000000"/>
              </a:solidFill>
              <a:effectLst/>
              <a:uFillTx/>
              <a:latin typeface="Times New Roman"/>
            </a:endParaRPr>
          </a:p>
        </p:txBody>
      </p:sp>
      <p:sp>
        <p:nvSpPr>
          <p:cNvPr id="1868" name="Freeform: Shape 1867"/>
          <p:cNvSpPr/>
          <p:nvPr/>
        </p:nvSpPr>
        <p:spPr>
          <a:xfrm>
            <a:off x="7105320" y="5572080"/>
            <a:ext cx="191160" cy="190800"/>
          </a:xfrm>
          <a:custGeom>
            <a:avLst/>
            <a:gdLst/>
            <a:ahLst/>
            <a:cxnLst/>
            <a:rect l="0" t="0" r="r" b="b"/>
            <a:pathLst>
              <a:path w="531" h="530">
                <a:moveTo>
                  <a:pt x="531" y="471"/>
                </a:moveTo>
                <a:cubicBezTo>
                  <a:pt x="531" y="503"/>
                  <a:pt x="504" y="530"/>
                  <a:pt x="472" y="530"/>
                </a:cubicBezTo>
                <a:lnTo>
                  <a:pt x="59" y="530"/>
                </a:lnTo>
                <a:cubicBezTo>
                  <a:pt x="27" y="530"/>
                  <a:pt x="0" y="503"/>
                  <a:pt x="0" y="471"/>
                </a:cubicBezTo>
                <a:lnTo>
                  <a:pt x="0" y="58"/>
                </a:lnTo>
                <a:cubicBezTo>
                  <a:pt x="0" y="26"/>
                  <a:pt x="27" y="0"/>
                  <a:pt x="59" y="0"/>
                </a:cubicBezTo>
                <a:lnTo>
                  <a:pt x="472" y="0"/>
                </a:lnTo>
                <a:cubicBezTo>
                  <a:pt x="504" y="0"/>
                  <a:pt x="531" y="26"/>
                  <a:pt x="531" y="58"/>
                </a:cubicBezTo>
                <a:lnTo>
                  <a:pt x="531"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69" name="Freeform: Shape 1868"/>
          <p:cNvSpPr/>
          <p:nvPr/>
        </p:nvSpPr>
        <p:spPr>
          <a:xfrm>
            <a:off x="7135560" y="5603400"/>
            <a:ext cx="131400" cy="128880"/>
          </a:xfrm>
          <a:custGeom>
            <a:avLst/>
            <a:gdLst/>
            <a:ahLst/>
            <a:cxnLst/>
            <a:rect l="0" t="0" r="r" b="b"/>
            <a:pathLst>
              <a:path w="365" h="358">
                <a:moveTo>
                  <a:pt x="348" y="6"/>
                </a:moveTo>
                <a:cubicBezTo>
                  <a:pt x="331" y="-5"/>
                  <a:pt x="307" y="0"/>
                  <a:pt x="296" y="17"/>
                </a:cubicBezTo>
                <a:lnTo>
                  <a:pt x="136" y="264"/>
                </a:lnTo>
                <a:lnTo>
                  <a:pt x="62" y="195"/>
                </a:lnTo>
                <a:cubicBezTo>
                  <a:pt x="47" y="181"/>
                  <a:pt x="24" y="182"/>
                  <a:pt x="10" y="197"/>
                </a:cubicBezTo>
                <a:cubicBezTo>
                  <a:pt x="-4" y="212"/>
                  <a:pt x="-3" y="235"/>
                  <a:pt x="12" y="249"/>
                </a:cubicBezTo>
                <a:lnTo>
                  <a:pt x="118" y="348"/>
                </a:lnTo>
                <a:cubicBezTo>
                  <a:pt x="125" y="355"/>
                  <a:pt x="134" y="358"/>
                  <a:pt x="143" y="358"/>
                </a:cubicBezTo>
                <a:cubicBezTo>
                  <a:pt x="153" y="358"/>
                  <a:pt x="166" y="354"/>
                  <a:pt x="174" y="341"/>
                </a:cubicBezTo>
                <a:cubicBezTo>
                  <a:pt x="179" y="334"/>
                  <a:pt x="359" y="57"/>
                  <a:pt x="359"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70" name="TextBox 1869"/>
          <p:cNvSpPr txBox="1"/>
          <p:nvPr/>
        </p:nvSpPr>
        <p:spPr>
          <a:xfrm>
            <a:off x="4635360" y="555912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871" name="TextBox 1870"/>
          <p:cNvSpPr txBox="1"/>
          <p:nvPr/>
        </p:nvSpPr>
        <p:spPr>
          <a:xfrm>
            <a:off x="8566560" y="5406480"/>
            <a:ext cx="20944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MessageTemplate with</a:t>
            </a:r>
            <a:endParaRPr lang="en-GB" sz="1500" b="0" u="none" strike="noStrike">
              <a:solidFill>
                <a:srgbClr val="000000"/>
              </a:solidFill>
              <a:effectLst/>
              <a:uFillTx/>
              <a:latin typeface="Times New Roman"/>
            </a:endParaRPr>
          </a:p>
        </p:txBody>
      </p:sp>
      <p:sp>
        <p:nvSpPr>
          <p:cNvPr id="1872" name="TextBox 1871"/>
          <p:cNvSpPr txBox="1"/>
          <p:nvPr/>
        </p:nvSpPr>
        <p:spPr>
          <a:xfrm>
            <a:off x="8566560" y="5711400"/>
            <a:ext cx="26179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JSON/HTML content formats</a:t>
            </a:r>
            <a:endParaRPr lang="en-GB" sz="1500" b="0" u="none" strike="noStrike">
              <a:solidFill>
                <a:srgbClr val="000000"/>
              </a:solidFill>
              <a:effectLst/>
              <a:uFillTx/>
              <a:latin typeface="Times New Roman"/>
            </a:endParaRPr>
          </a:p>
        </p:txBody>
      </p:sp>
      <p:sp>
        <p:nvSpPr>
          <p:cNvPr id="1873" name="Freeform: Shape 1872"/>
          <p:cNvSpPr/>
          <p:nvPr/>
        </p:nvSpPr>
        <p:spPr>
          <a:xfrm>
            <a:off x="4438440" y="6153120"/>
            <a:ext cx="190800" cy="190800"/>
          </a:xfrm>
          <a:custGeom>
            <a:avLst/>
            <a:gdLst/>
            <a:ahLst/>
            <a:cxnLst/>
            <a:rect l="0" t="0" r="r" b="b"/>
            <a:pathLst>
              <a:path w="530" h="530">
                <a:moveTo>
                  <a:pt x="530" y="471"/>
                </a:moveTo>
                <a:cubicBezTo>
                  <a:pt x="530" y="503"/>
                  <a:pt x="504" y="530"/>
                  <a:pt x="471" y="530"/>
                </a:cubicBezTo>
                <a:lnTo>
                  <a:pt x="59" y="530"/>
                </a:lnTo>
                <a:cubicBezTo>
                  <a:pt x="26" y="530"/>
                  <a:pt x="0" y="503"/>
                  <a:pt x="0" y="471"/>
                </a:cubicBezTo>
                <a:lnTo>
                  <a:pt x="0" y="58"/>
                </a:lnTo>
                <a:cubicBezTo>
                  <a:pt x="0" y="26"/>
                  <a:pt x="26" y="0"/>
                  <a:pt x="59" y="0"/>
                </a:cubicBezTo>
                <a:lnTo>
                  <a:pt x="471" y="0"/>
                </a:lnTo>
                <a:cubicBezTo>
                  <a:pt x="504" y="0"/>
                  <a:pt x="530" y="26"/>
                  <a:pt x="530" y="58"/>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1874" name="Freeform: Shape 1873"/>
          <p:cNvSpPr/>
          <p:nvPr/>
        </p:nvSpPr>
        <p:spPr>
          <a:xfrm>
            <a:off x="4446720" y="6215400"/>
            <a:ext cx="177120" cy="65520"/>
          </a:xfrm>
          <a:custGeom>
            <a:avLst/>
            <a:gdLst/>
            <a:ahLst/>
            <a:cxnLst/>
            <a:rect l="0" t="0" r="r" b="b"/>
            <a:pathLst>
              <a:path w="492" h="182">
                <a:moveTo>
                  <a:pt x="18" y="0"/>
                </a:moveTo>
                <a:cubicBezTo>
                  <a:pt x="23" y="0"/>
                  <a:pt x="31" y="4"/>
                  <a:pt x="34" y="8"/>
                </a:cubicBezTo>
                <a:lnTo>
                  <a:pt x="113" y="115"/>
                </a:lnTo>
                <a:lnTo>
                  <a:pt x="114" y="115"/>
                </a:lnTo>
                <a:lnTo>
                  <a:pt x="114" y="19"/>
                </a:lnTo>
                <a:cubicBezTo>
                  <a:pt x="114" y="7"/>
                  <a:pt x="122" y="0"/>
                  <a:pt x="132" y="0"/>
                </a:cubicBezTo>
                <a:cubicBezTo>
                  <a:pt x="143" y="0"/>
                  <a:pt x="151" y="7"/>
                  <a:pt x="151" y="19"/>
                </a:cubicBezTo>
                <a:lnTo>
                  <a:pt x="151" y="162"/>
                </a:lnTo>
                <a:cubicBezTo>
                  <a:pt x="151" y="175"/>
                  <a:pt x="143" y="182"/>
                  <a:pt x="132" y="182"/>
                </a:cubicBezTo>
                <a:cubicBezTo>
                  <a:pt x="128" y="182"/>
                  <a:pt x="120" y="178"/>
                  <a:pt x="117" y="174"/>
                </a:cubicBezTo>
                <a:lnTo>
                  <a:pt x="37" y="68"/>
                </a:lnTo>
                <a:lnTo>
                  <a:pt x="37" y="162"/>
                </a:lnTo>
                <a:cubicBezTo>
                  <a:pt x="37" y="175"/>
                  <a:pt x="29" y="182"/>
                  <a:pt x="18" y="182"/>
                </a:cubicBezTo>
                <a:cubicBezTo>
                  <a:pt x="8" y="182"/>
                  <a:pt x="0" y="175"/>
                  <a:pt x="0" y="162"/>
                </a:cubicBezTo>
                <a:lnTo>
                  <a:pt x="0" y="19"/>
                </a:lnTo>
                <a:cubicBezTo>
                  <a:pt x="0" y="7"/>
                  <a:pt x="8" y="0"/>
                  <a:pt x="18" y="0"/>
                </a:cubicBezTo>
                <a:moveTo>
                  <a:pt x="162" y="23"/>
                </a:moveTo>
                <a:cubicBezTo>
                  <a:pt x="162" y="11"/>
                  <a:pt x="168" y="1"/>
                  <a:pt x="183" y="1"/>
                </a:cubicBezTo>
                <a:lnTo>
                  <a:pt x="245" y="1"/>
                </a:lnTo>
                <a:cubicBezTo>
                  <a:pt x="257" y="1"/>
                  <a:pt x="262" y="10"/>
                  <a:pt x="262" y="19"/>
                </a:cubicBezTo>
                <a:cubicBezTo>
                  <a:pt x="262" y="27"/>
                  <a:pt x="256" y="36"/>
                  <a:pt x="245" y="36"/>
                </a:cubicBezTo>
                <a:lnTo>
                  <a:pt x="201" y="36"/>
                </a:lnTo>
                <a:lnTo>
                  <a:pt x="201" y="72"/>
                </a:lnTo>
                <a:lnTo>
                  <a:pt x="242" y="72"/>
                </a:lnTo>
                <a:cubicBezTo>
                  <a:pt x="254" y="72"/>
                  <a:pt x="260" y="81"/>
                  <a:pt x="260" y="90"/>
                </a:cubicBezTo>
                <a:cubicBezTo>
                  <a:pt x="260" y="98"/>
                  <a:pt x="254" y="108"/>
                  <a:pt x="242" y="108"/>
                </a:cubicBezTo>
                <a:lnTo>
                  <a:pt x="201" y="108"/>
                </a:lnTo>
                <a:lnTo>
                  <a:pt x="201" y="146"/>
                </a:lnTo>
                <a:lnTo>
                  <a:pt x="247" y="146"/>
                </a:lnTo>
                <a:cubicBezTo>
                  <a:pt x="259" y="146"/>
                  <a:pt x="265" y="154"/>
                  <a:pt x="265" y="163"/>
                </a:cubicBezTo>
                <a:cubicBezTo>
                  <a:pt x="265" y="172"/>
                  <a:pt x="259" y="180"/>
                  <a:pt x="247" y="180"/>
                </a:cubicBezTo>
                <a:lnTo>
                  <a:pt x="182" y="180"/>
                </a:lnTo>
                <a:cubicBezTo>
                  <a:pt x="171" y="180"/>
                  <a:pt x="162" y="173"/>
                  <a:pt x="162" y="162"/>
                </a:cubicBezTo>
                <a:lnTo>
                  <a:pt x="162" y="23"/>
                </a:lnTo>
                <a:moveTo>
                  <a:pt x="271" y="25"/>
                </a:moveTo>
                <a:cubicBezTo>
                  <a:pt x="270" y="22"/>
                  <a:pt x="270" y="20"/>
                  <a:pt x="270" y="16"/>
                </a:cubicBezTo>
                <a:cubicBezTo>
                  <a:pt x="270" y="8"/>
                  <a:pt x="276" y="0"/>
                  <a:pt x="287" y="0"/>
                </a:cubicBezTo>
                <a:cubicBezTo>
                  <a:pt x="299" y="0"/>
                  <a:pt x="305" y="7"/>
                  <a:pt x="307" y="18"/>
                </a:cubicBezTo>
                <a:lnTo>
                  <a:pt x="329" y="125"/>
                </a:lnTo>
                <a:lnTo>
                  <a:pt x="362" y="15"/>
                </a:lnTo>
                <a:cubicBezTo>
                  <a:pt x="364" y="6"/>
                  <a:pt x="372" y="0"/>
                  <a:pt x="381" y="0"/>
                </a:cubicBezTo>
                <a:cubicBezTo>
                  <a:pt x="390" y="0"/>
                  <a:pt x="398" y="6"/>
                  <a:pt x="401" y="15"/>
                </a:cubicBezTo>
                <a:lnTo>
                  <a:pt x="433" y="125"/>
                </a:lnTo>
                <a:lnTo>
                  <a:pt x="434" y="125"/>
                </a:lnTo>
                <a:lnTo>
                  <a:pt x="455" y="18"/>
                </a:lnTo>
                <a:cubicBezTo>
                  <a:pt x="457" y="7"/>
                  <a:pt x="463" y="0"/>
                  <a:pt x="475" y="0"/>
                </a:cubicBezTo>
                <a:cubicBezTo>
                  <a:pt x="486" y="0"/>
                  <a:pt x="492" y="8"/>
                  <a:pt x="492" y="16"/>
                </a:cubicBezTo>
                <a:cubicBezTo>
                  <a:pt x="492" y="20"/>
                  <a:pt x="492" y="22"/>
                  <a:pt x="491" y="25"/>
                </a:cubicBezTo>
                <a:lnTo>
                  <a:pt x="460" y="162"/>
                </a:lnTo>
                <a:cubicBezTo>
                  <a:pt x="457" y="173"/>
                  <a:pt x="449" y="182"/>
                  <a:pt x="435" y="182"/>
                </a:cubicBezTo>
                <a:cubicBezTo>
                  <a:pt x="423" y="182"/>
                  <a:pt x="413" y="174"/>
                  <a:pt x="410" y="164"/>
                </a:cubicBezTo>
                <a:lnTo>
                  <a:pt x="381" y="66"/>
                </a:lnTo>
                <a:lnTo>
                  <a:pt x="352" y="164"/>
                </a:lnTo>
                <a:cubicBezTo>
                  <a:pt x="349" y="174"/>
                  <a:pt x="339" y="182"/>
                  <a:pt x="327" y="182"/>
                </a:cubicBezTo>
                <a:cubicBezTo>
                  <a:pt x="313" y="182"/>
                  <a:pt x="305" y="173"/>
                  <a:pt x="302" y="162"/>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75" name="TextBox 1874"/>
          <p:cNvSpPr txBox="1"/>
          <p:nvPr/>
        </p:nvSpPr>
        <p:spPr>
          <a:xfrm>
            <a:off x="880920" y="6140160"/>
            <a:ext cx="1652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Holiday Messages</a:t>
            </a:r>
            <a:endParaRPr lang="en-GB" sz="1500" b="0" u="none" strike="noStrike">
              <a:solidFill>
                <a:srgbClr val="000000"/>
              </a:solidFill>
              <a:effectLst/>
              <a:uFillTx/>
              <a:latin typeface="Times New Roman"/>
            </a:endParaRPr>
          </a:p>
        </p:txBody>
      </p:sp>
      <p:sp>
        <p:nvSpPr>
          <p:cNvPr id="1876" name="Freeform: Shape 1875"/>
          <p:cNvSpPr/>
          <p:nvPr/>
        </p:nvSpPr>
        <p:spPr>
          <a:xfrm>
            <a:off x="7105320" y="6153120"/>
            <a:ext cx="191160" cy="190800"/>
          </a:xfrm>
          <a:custGeom>
            <a:avLst/>
            <a:gdLst/>
            <a:ahLst/>
            <a:cxnLst/>
            <a:rect l="0" t="0" r="r" b="b"/>
            <a:pathLst>
              <a:path w="531" h="530">
                <a:moveTo>
                  <a:pt x="531" y="471"/>
                </a:moveTo>
                <a:cubicBezTo>
                  <a:pt x="531" y="503"/>
                  <a:pt x="504" y="530"/>
                  <a:pt x="472" y="530"/>
                </a:cubicBezTo>
                <a:lnTo>
                  <a:pt x="59" y="530"/>
                </a:lnTo>
                <a:cubicBezTo>
                  <a:pt x="27" y="530"/>
                  <a:pt x="0" y="503"/>
                  <a:pt x="0" y="471"/>
                </a:cubicBezTo>
                <a:lnTo>
                  <a:pt x="0" y="58"/>
                </a:lnTo>
                <a:cubicBezTo>
                  <a:pt x="0" y="26"/>
                  <a:pt x="27" y="0"/>
                  <a:pt x="59" y="0"/>
                </a:cubicBezTo>
                <a:lnTo>
                  <a:pt x="472" y="0"/>
                </a:lnTo>
                <a:cubicBezTo>
                  <a:pt x="504" y="0"/>
                  <a:pt x="531" y="26"/>
                  <a:pt x="531" y="58"/>
                </a:cubicBezTo>
                <a:lnTo>
                  <a:pt x="531"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77" name="Freeform: Shape 1876"/>
          <p:cNvSpPr/>
          <p:nvPr/>
        </p:nvSpPr>
        <p:spPr>
          <a:xfrm>
            <a:off x="7135560" y="6184440"/>
            <a:ext cx="131400" cy="128880"/>
          </a:xfrm>
          <a:custGeom>
            <a:avLst/>
            <a:gdLst/>
            <a:ahLst/>
            <a:cxnLst/>
            <a:rect l="0" t="0" r="r" b="b"/>
            <a:pathLst>
              <a:path w="365" h="358">
                <a:moveTo>
                  <a:pt x="348" y="6"/>
                </a:moveTo>
                <a:cubicBezTo>
                  <a:pt x="331" y="-5"/>
                  <a:pt x="307" y="0"/>
                  <a:pt x="296" y="17"/>
                </a:cubicBezTo>
                <a:lnTo>
                  <a:pt x="136" y="265"/>
                </a:lnTo>
                <a:lnTo>
                  <a:pt x="62" y="196"/>
                </a:lnTo>
                <a:cubicBezTo>
                  <a:pt x="47" y="182"/>
                  <a:pt x="24" y="183"/>
                  <a:pt x="10" y="198"/>
                </a:cubicBezTo>
                <a:cubicBezTo>
                  <a:pt x="-4" y="213"/>
                  <a:pt x="-3" y="236"/>
                  <a:pt x="12" y="250"/>
                </a:cubicBezTo>
                <a:lnTo>
                  <a:pt x="118" y="348"/>
                </a:lnTo>
                <a:cubicBezTo>
                  <a:pt x="125" y="355"/>
                  <a:pt x="134" y="358"/>
                  <a:pt x="143" y="358"/>
                </a:cubicBezTo>
                <a:cubicBezTo>
                  <a:pt x="153" y="358"/>
                  <a:pt x="166" y="354"/>
                  <a:pt x="174" y="341"/>
                </a:cubicBezTo>
                <a:cubicBezTo>
                  <a:pt x="179" y="334"/>
                  <a:pt x="359" y="57"/>
                  <a:pt x="359"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78" name="TextBox 1877"/>
          <p:cNvSpPr txBox="1"/>
          <p:nvPr/>
        </p:nvSpPr>
        <p:spPr>
          <a:xfrm>
            <a:off x="4635360" y="614016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1879" name="TextBox 1878"/>
          <p:cNvSpPr txBox="1"/>
          <p:nvPr/>
        </p:nvSpPr>
        <p:spPr>
          <a:xfrm>
            <a:off x="8566560" y="6140160"/>
            <a:ext cx="26899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Easter/Exam message display</a:t>
            </a:r>
            <a:endParaRPr lang="en-GB" sz="1500" b="0" u="none" strike="noStrike">
              <a:solidFill>
                <a:srgbClr val="000000"/>
              </a:solidFill>
              <a:effectLst/>
              <a:uFillTx/>
              <a:latin typeface="Times New Roman"/>
            </a:endParaRPr>
          </a:p>
        </p:txBody>
      </p:sp>
      <p:sp>
        <p:nvSpPr>
          <p:cNvPr id="1880" name="TextBox 1879"/>
          <p:cNvSpPr txBox="1"/>
          <p:nvPr/>
        </p:nvSpPr>
        <p:spPr>
          <a:xfrm>
            <a:off x="11659680" y="6335280"/>
            <a:ext cx="24732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18</a:t>
            </a:r>
            <a:endParaRPr lang="en-GB" sz="1800" b="0" u="none" strike="noStrike">
              <a:solidFill>
                <a:srgbClr val="000000"/>
              </a:solidFill>
              <a:effectLst/>
              <a:uFillTx/>
              <a:latin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1" name="Freeform: Shape 188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82" name="Freeform: Shape 188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83" name="Freeform: Shape 188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84" name="Freeform: Shape 1883"/>
          <p:cNvSpPr/>
          <p:nvPr/>
        </p:nvSpPr>
        <p:spPr>
          <a:xfrm>
            <a:off x="752400" y="1295280"/>
            <a:ext cx="10696680" cy="4876920"/>
          </a:xfrm>
          <a:custGeom>
            <a:avLst/>
            <a:gdLst/>
            <a:ahLst/>
            <a:cxnLst/>
            <a:rect l="0" t="0" r="r" b="b"/>
            <a:pathLst>
              <a:path w="29713" h="13547">
                <a:moveTo>
                  <a:pt x="0" y="0"/>
                </a:moveTo>
                <a:lnTo>
                  <a:pt x="29713" y="0"/>
                </a:lnTo>
                <a:lnTo>
                  <a:pt x="29713" y="13547"/>
                </a:lnTo>
                <a:lnTo>
                  <a:pt x="0" y="13547"/>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85" name="Freeform: Shape 1884"/>
          <p:cNvSpPr/>
          <p:nvPr/>
        </p:nvSpPr>
        <p:spPr>
          <a:xfrm>
            <a:off x="752400" y="1295280"/>
            <a:ext cx="3019680" cy="438480"/>
          </a:xfrm>
          <a:custGeom>
            <a:avLst/>
            <a:gdLst/>
            <a:ahLst/>
            <a:cxnLst/>
            <a:rect l="0" t="0" r="r" b="b"/>
            <a:pathLst>
              <a:path w="8388" h="1218">
                <a:moveTo>
                  <a:pt x="0" y="0"/>
                </a:moveTo>
                <a:lnTo>
                  <a:pt x="8388" y="0"/>
                </a:lnTo>
                <a:lnTo>
                  <a:pt x="8388"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86" name="Freeform: Shape 1885"/>
          <p:cNvSpPr/>
          <p:nvPr/>
        </p:nvSpPr>
        <p:spPr>
          <a:xfrm>
            <a:off x="3771720" y="1295280"/>
            <a:ext cx="2324520" cy="438480"/>
          </a:xfrm>
          <a:custGeom>
            <a:avLst/>
            <a:gdLst/>
            <a:ahLst/>
            <a:cxnLst/>
            <a:rect l="0" t="0" r="r" b="b"/>
            <a:pathLst>
              <a:path w="6457" h="1218">
                <a:moveTo>
                  <a:pt x="0" y="0"/>
                </a:moveTo>
                <a:lnTo>
                  <a:pt x="6457" y="0"/>
                </a:lnTo>
                <a:lnTo>
                  <a:pt x="6457"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87" name="Freeform: Shape 1886"/>
          <p:cNvSpPr/>
          <p:nvPr/>
        </p:nvSpPr>
        <p:spPr>
          <a:xfrm>
            <a:off x="6095880" y="1295280"/>
            <a:ext cx="2391120" cy="438480"/>
          </a:xfrm>
          <a:custGeom>
            <a:avLst/>
            <a:gdLst/>
            <a:ahLst/>
            <a:cxnLst/>
            <a:rect l="0" t="0" r="r" b="b"/>
            <a:pathLst>
              <a:path w="6642" h="1218">
                <a:moveTo>
                  <a:pt x="0" y="0"/>
                </a:moveTo>
                <a:lnTo>
                  <a:pt x="6642" y="0"/>
                </a:lnTo>
                <a:lnTo>
                  <a:pt x="6642"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88" name="Freeform: Shape 1887"/>
          <p:cNvSpPr/>
          <p:nvPr/>
        </p:nvSpPr>
        <p:spPr>
          <a:xfrm>
            <a:off x="8486640" y="1295280"/>
            <a:ext cx="2953080" cy="438480"/>
          </a:xfrm>
          <a:custGeom>
            <a:avLst/>
            <a:gdLst/>
            <a:ahLst/>
            <a:cxnLst/>
            <a:rect l="0" t="0" r="r" b="b"/>
            <a:pathLst>
              <a:path w="8203" h="1218">
                <a:moveTo>
                  <a:pt x="0" y="0"/>
                </a:moveTo>
                <a:lnTo>
                  <a:pt x="8203" y="0"/>
                </a:lnTo>
                <a:lnTo>
                  <a:pt x="8203"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89" name="Freeform: Shape 1888"/>
          <p:cNvSpPr/>
          <p:nvPr/>
        </p:nvSpPr>
        <p:spPr>
          <a:xfrm>
            <a:off x="752400" y="1295280"/>
            <a:ext cx="3019680" cy="438480"/>
          </a:xfrm>
          <a:custGeom>
            <a:avLst/>
            <a:gdLst/>
            <a:ahLst/>
            <a:cxnLst/>
            <a:rect l="0" t="0" r="r" b="b"/>
            <a:pathLst>
              <a:path w="8388" h="1218">
                <a:moveTo>
                  <a:pt x="0" y="0"/>
                </a:moveTo>
                <a:lnTo>
                  <a:pt x="8388" y="0"/>
                </a:lnTo>
                <a:lnTo>
                  <a:pt x="8388"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90" name="Freeform: Shape 1889"/>
          <p:cNvSpPr/>
          <p:nvPr/>
        </p:nvSpPr>
        <p:spPr>
          <a:xfrm>
            <a:off x="3771720" y="1295280"/>
            <a:ext cx="2324520" cy="438480"/>
          </a:xfrm>
          <a:custGeom>
            <a:avLst/>
            <a:gdLst/>
            <a:ahLst/>
            <a:cxnLst/>
            <a:rect l="0" t="0" r="r" b="b"/>
            <a:pathLst>
              <a:path w="6457" h="1218">
                <a:moveTo>
                  <a:pt x="0" y="0"/>
                </a:moveTo>
                <a:lnTo>
                  <a:pt x="6457" y="0"/>
                </a:lnTo>
                <a:lnTo>
                  <a:pt x="6457"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91" name="Freeform: Shape 1890"/>
          <p:cNvSpPr/>
          <p:nvPr/>
        </p:nvSpPr>
        <p:spPr>
          <a:xfrm>
            <a:off x="6095880" y="1295280"/>
            <a:ext cx="2391120" cy="438480"/>
          </a:xfrm>
          <a:custGeom>
            <a:avLst/>
            <a:gdLst/>
            <a:ahLst/>
            <a:cxnLst/>
            <a:rect l="0" t="0" r="r" b="b"/>
            <a:pathLst>
              <a:path w="6642" h="1218">
                <a:moveTo>
                  <a:pt x="0" y="0"/>
                </a:moveTo>
                <a:lnTo>
                  <a:pt x="6642" y="0"/>
                </a:lnTo>
                <a:lnTo>
                  <a:pt x="6642"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92" name="Freeform: Shape 1891"/>
          <p:cNvSpPr/>
          <p:nvPr/>
        </p:nvSpPr>
        <p:spPr>
          <a:xfrm>
            <a:off x="8486640" y="1295280"/>
            <a:ext cx="2953080" cy="438480"/>
          </a:xfrm>
          <a:custGeom>
            <a:avLst/>
            <a:gdLst/>
            <a:ahLst/>
            <a:cxnLst/>
            <a:rect l="0" t="0" r="r" b="b"/>
            <a:pathLst>
              <a:path w="8203" h="1218">
                <a:moveTo>
                  <a:pt x="0" y="0"/>
                </a:moveTo>
                <a:lnTo>
                  <a:pt x="8203" y="0"/>
                </a:lnTo>
                <a:lnTo>
                  <a:pt x="8203"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93" name="Freeform: Shape 1892"/>
          <p:cNvSpPr/>
          <p:nvPr/>
        </p:nvSpPr>
        <p:spPr>
          <a:xfrm>
            <a:off x="752400" y="1733400"/>
            <a:ext cx="3019680" cy="733680"/>
          </a:xfrm>
          <a:custGeom>
            <a:avLst/>
            <a:gdLst/>
            <a:ahLst/>
            <a:cxnLst/>
            <a:rect l="0" t="0" r="r" b="b"/>
            <a:pathLst>
              <a:path w="8388" h="2038">
                <a:moveTo>
                  <a:pt x="0" y="0"/>
                </a:moveTo>
                <a:lnTo>
                  <a:pt x="8388" y="0"/>
                </a:lnTo>
                <a:lnTo>
                  <a:pt x="8388"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94" name="Freeform: Shape 1893"/>
          <p:cNvSpPr/>
          <p:nvPr/>
        </p:nvSpPr>
        <p:spPr>
          <a:xfrm>
            <a:off x="3771720" y="1733400"/>
            <a:ext cx="2324520" cy="733680"/>
          </a:xfrm>
          <a:custGeom>
            <a:avLst/>
            <a:gdLst/>
            <a:ahLst/>
            <a:cxnLst/>
            <a:rect l="0" t="0" r="r" b="b"/>
            <a:pathLst>
              <a:path w="6457" h="2038">
                <a:moveTo>
                  <a:pt x="0" y="0"/>
                </a:moveTo>
                <a:lnTo>
                  <a:pt x="6457" y="0"/>
                </a:lnTo>
                <a:lnTo>
                  <a:pt x="6457"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95" name="Freeform: Shape 1894"/>
          <p:cNvSpPr/>
          <p:nvPr/>
        </p:nvSpPr>
        <p:spPr>
          <a:xfrm>
            <a:off x="6095880" y="1733400"/>
            <a:ext cx="2391120" cy="733680"/>
          </a:xfrm>
          <a:custGeom>
            <a:avLst/>
            <a:gdLst/>
            <a:ahLst/>
            <a:cxnLst/>
            <a:rect l="0" t="0" r="r" b="b"/>
            <a:pathLst>
              <a:path w="6642" h="2038">
                <a:moveTo>
                  <a:pt x="0" y="0"/>
                </a:moveTo>
                <a:lnTo>
                  <a:pt x="6642" y="0"/>
                </a:lnTo>
                <a:lnTo>
                  <a:pt x="6642"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96" name="Freeform: Shape 1895"/>
          <p:cNvSpPr/>
          <p:nvPr/>
        </p:nvSpPr>
        <p:spPr>
          <a:xfrm>
            <a:off x="8486640" y="1733400"/>
            <a:ext cx="2953080" cy="733680"/>
          </a:xfrm>
          <a:custGeom>
            <a:avLst/>
            <a:gdLst/>
            <a:ahLst/>
            <a:cxnLst/>
            <a:rect l="0" t="0" r="r" b="b"/>
            <a:pathLst>
              <a:path w="8203" h="2038">
                <a:moveTo>
                  <a:pt x="0" y="0"/>
                </a:moveTo>
                <a:lnTo>
                  <a:pt x="8203" y="0"/>
                </a:lnTo>
                <a:lnTo>
                  <a:pt x="8203"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97" name="Freeform: Shape 1896"/>
          <p:cNvSpPr/>
          <p:nvPr/>
        </p:nvSpPr>
        <p:spPr>
          <a:xfrm>
            <a:off x="752400" y="1733400"/>
            <a:ext cx="3019680" cy="733680"/>
          </a:xfrm>
          <a:custGeom>
            <a:avLst/>
            <a:gdLst/>
            <a:ahLst/>
            <a:cxnLst/>
            <a:rect l="0" t="0" r="r" b="b"/>
            <a:pathLst>
              <a:path w="8388" h="2038">
                <a:moveTo>
                  <a:pt x="0" y="0"/>
                </a:moveTo>
                <a:lnTo>
                  <a:pt x="8388" y="0"/>
                </a:lnTo>
                <a:lnTo>
                  <a:pt x="8388"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98" name="Freeform: Shape 1897"/>
          <p:cNvSpPr/>
          <p:nvPr/>
        </p:nvSpPr>
        <p:spPr>
          <a:xfrm>
            <a:off x="3771720" y="1733400"/>
            <a:ext cx="2324520" cy="733680"/>
          </a:xfrm>
          <a:custGeom>
            <a:avLst/>
            <a:gdLst/>
            <a:ahLst/>
            <a:cxnLst/>
            <a:rect l="0" t="0" r="r" b="b"/>
            <a:pathLst>
              <a:path w="6457" h="2038">
                <a:moveTo>
                  <a:pt x="0" y="0"/>
                </a:moveTo>
                <a:lnTo>
                  <a:pt x="6457" y="0"/>
                </a:lnTo>
                <a:lnTo>
                  <a:pt x="6457"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899" name="Freeform: Shape 1898"/>
          <p:cNvSpPr/>
          <p:nvPr/>
        </p:nvSpPr>
        <p:spPr>
          <a:xfrm>
            <a:off x="6095880" y="1733400"/>
            <a:ext cx="2391120" cy="733680"/>
          </a:xfrm>
          <a:custGeom>
            <a:avLst/>
            <a:gdLst/>
            <a:ahLst/>
            <a:cxnLst/>
            <a:rect l="0" t="0" r="r" b="b"/>
            <a:pathLst>
              <a:path w="6642" h="2038">
                <a:moveTo>
                  <a:pt x="0" y="0"/>
                </a:moveTo>
                <a:lnTo>
                  <a:pt x="6642" y="0"/>
                </a:lnTo>
                <a:lnTo>
                  <a:pt x="6642"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00" name="Freeform: Shape 1899"/>
          <p:cNvSpPr/>
          <p:nvPr/>
        </p:nvSpPr>
        <p:spPr>
          <a:xfrm>
            <a:off x="8486640" y="1733400"/>
            <a:ext cx="2953080" cy="733680"/>
          </a:xfrm>
          <a:custGeom>
            <a:avLst/>
            <a:gdLst/>
            <a:ahLst/>
            <a:cxnLst/>
            <a:rect l="0" t="0" r="r" b="b"/>
            <a:pathLst>
              <a:path w="8203" h="2038">
                <a:moveTo>
                  <a:pt x="0" y="0"/>
                </a:moveTo>
                <a:lnTo>
                  <a:pt x="8203" y="0"/>
                </a:lnTo>
                <a:lnTo>
                  <a:pt x="8203"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01" name="Freeform: Shape 1900"/>
          <p:cNvSpPr/>
          <p:nvPr/>
        </p:nvSpPr>
        <p:spPr>
          <a:xfrm>
            <a:off x="752400" y="2466720"/>
            <a:ext cx="3019680" cy="743400"/>
          </a:xfrm>
          <a:custGeom>
            <a:avLst/>
            <a:gdLst/>
            <a:ahLst/>
            <a:cxnLst/>
            <a:rect l="0" t="0" r="r" b="b"/>
            <a:pathLst>
              <a:path w="8388" h="2065">
                <a:moveTo>
                  <a:pt x="0" y="0"/>
                </a:moveTo>
                <a:lnTo>
                  <a:pt x="8388" y="0"/>
                </a:lnTo>
                <a:lnTo>
                  <a:pt x="8388"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02" name="Freeform: Shape 1901"/>
          <p:cNvSpPr/>
          <p:nvPr/>
        </p:nvSpPr>
        <p:spPr>
          <a:xfrm>
            <a:off x="3771720" y="2466720"/>
            <a:ext cx="2324520" cy="743400"/>
          </a:xfrm>
          <a:custGeom>
            <a:avLst/>
            <a:gdLst/>
            <a:ahLst/>
            <a:cxnLst/>
            <a:rect l="0" t="0" r="r" b="b"/>
            <a:pathLst>
              <a:path w="6457" h="2065">
                <a:moveTo>
                  <a:pt x="0" y="0"/>
                </a:moveTo>
                <a:lnTo>
                  <a:pt x="6457" y="0"/>
                </a:lnTo>
                <a:lnTo>
                  <a:pt x="6457"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03" name="Freeform: Shape 1902"/>
          <p:cNvSpPr/>
          <p:nvPr/>
        </p:nvSpPr>
        <p:spPr>
          <a:xfrm>
            <a:off x="6095880" y="2466720"/>
            <a:ext cx="2391120" cy="743400"/>
          </a:xfrm>
          <a:custGeom>
            <a:avLst/>
            <a:gdLst/>
            <a:ahLst/>
            <a:cxnLst/>
            <a:rect l="0" t="0" r="r" b="b"/>
            <a:pathLst>
              <a:path w="6642" h="2065">
                <a:moveTo>
                  <a:pt x="0" y="0"/>
                </a:moveTo>
                <a:lnTo>
                  <a:pt x="6642" y="0"/>
                </a:lnTo>
                <a:lnTo>
                  <a:pt x="6642"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04" name="Freeform: Shape 1903"/>
          <p:cNvSpPr/>
          <p:nvPr/>
        </p:nvSpPr>
        <p:spPr>
          <a:xfrm>
            <a:off x="8486640" y="2466720"/>
            <a:ext cx="2953080" cy="743400"/>
          </a:xfrm>
          <a:custGeom>
            <a:avLst/>
            <a:gdLst/>
            <a:ahLst/>
            <a:cxnLst/>
            <a:rect l="0" t="0" r="r" b="b"/>
            <a:pathLst>
              <a:path w="8203" h="2065">
                <a:moveTo>
                  <a:pt x="0" y="0"/>
                </a:moveTo>
                <a:lnTo>
                  <a:pt x="8203" y="0"/>
                </a:lnTo>
                <a:lnTo>
                  <a:pt x="8203"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05" name="Freeform: Shape 1904"/>
          <p:cNvSpPr/>
          <p:nvPr/>
        </p:nvSpPr>
        <p:spPr>
          <a:xfrm>
            <a:off x="752400" y="2466720"/>
            <a:ext cx="3019680" cy="743400"/>
          </a:xfrm>
          <a:custGeom>
            <a:avLst/>
            <a:gdLst/>
            <a:ahLst/>
            <a:cxnLst/>
            <a:rect l="0" t="0" r="r" b="b"/>
            <a:pathLst>
              <a:path w="8388" h="2065">
                <a:moveTo>
                  <a:pt x="0" y="0"/>
                </a:moveTo>
                <a:lnTo>
                  <a:pt x="8388" y="0"/>
                </a:lnTo>
                <a:lnTo>
                  <a:pt x="8388"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06" name="Freeform: Shape 1905"/>
          <p:cNvSpPr/>
          <p:nvPr/>
        </p:nvSpPr>
        <p:spPr>
          <a:xfrm>
            <a:off x="3771720" y="2466720"/>
            <a:ext cx="2324520" cy="743400"/>
          </a:xfrm>
          <a:custGeom>
            <a:avLst/>
            <a:gdLst/>
            <a:ahLst/>
            <a:cxnLst/>
            <a:rect l="0" t="0" r="r" b="b"/>
            <a:pathLst>
              <a:path w="6457" h="2065">
                <a:moveTo>
                  <a:pt x="0" y="0"/>
                </a:moveTo>
                <a:lnTo>
                  <a:pt x="6457" y="0"/>
                </a:lnTo>
                <a:lnTo>
                  <a:pt x="6457"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07" name="Freeform: Shape 1906"/>
          <p:cNvSpPr/>
          <p:nvPr/>
        </p:nvSpPr>
        <p:spPr>
          <a:xfrm>
            <a:off x="6095880" y="2466720"/>
            <a:ext cx="2391120" cy="743400"/>
          </a:xfrm>
          <a:custGeom>
            <a:avLst/>
            <a:gdLst/>
            <a:ahLst/>
            <a:cxnLst/>
            <a:rect l="0" t="0" r="r" b="b"/>
            <a:pathLst>
              <a:path w="6642" h="2065">
                <a:moveTo>
                  <a:pt x="0" y="0"/>
                </a:moveTo>
                <a:lnTo>
                  <a:pt x="6642" y="0"/>
                </a:lnTo>
                <a:lnTo>
                  <a:pt x="6642"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08" name="Freeform: Shape 1907"/>
          <p:cNvSpPr/>
          <p:nvPr/>
        </p:nvSpPr>
        <p:spPr>
          <a:xfrm>
            <a:off x="8486640" y="2466720"/>
            <a:ext cx="2953080" cy="743400"/>
          </a:xfrm>
          <a:custGeom>
            <a:avLst/>
            <a:gdLst/>
            <a:ahLst/>
            <a:cxnLst/>
            <a:rect l="0" t="0" r="r" b="b"/>
            <a:pathLst>
              <a:path w="8203" h="2065">
                <a:moveTo>
                  <a:pt x="0" y="0"/>
                </a:moveTo>
                <a:lnTo>
                  <a:pt x="8203" y="0"/>
                </a:lnTo>
                <a:lnTo>
                  <a:pt x="8203"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09" name="Freeform: Shape 1908"/>
          <p:cNvSpPr/>
          <p:nvPr/>
        </p:nvSpPr>
        <p:spPr>
          <a:xfrm>
            <a:off x="752400" y="3209760"/>
            <a:ext cx="3019680" cy="429120"/>
          </a:xfrm>
          <a:custGeom>
            <a:avLst/>
            <a:gdLst/>
            <a:ahLst/>
            <a:cxnLst/>
            <a:rect l="0" t="0" r="r" b="b"/>
            <a:pathLst>
              <a:path w="8388" h="1192">
                <a:moveTo>
                  <a:pt x="0" y="0"/>
                </a:moveTo>
                <a:lnTo>
                  <a:pt x="8388" y="0"/>
                </a:lnTo>
                <a:lnTo>
                  <a:pt x="8388"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10" name="Freeform: Shape 1909"/>
          <p:cNvSpPr/>
          <p:nvPr/>
        </p:nvSpPr>
        <p:spPr>
          <a:xfrm>
            <a:off x="3771720" y="3209760"/>
            <a:ext cx="2324520" cy="429120"/>
          </a:xfrm>
          <a:custGeom>
            <a:avLst/>
            <a:gdLst/>
            <a:ahLst/>
            <a:cxnLst/>
            <a:rect l="0" t="0" r="r" b="b"/>
            <a:pathLst>
              <a:path w="6457" h="1192">
                <a:moveTo>
                  <a:pt x="0" y="0"/>
                </a:moveTo>
                <a:lnTo>
                  <a:pt x="6457" y="0"/>
                </a:lnTo>
                <a:lnTo>
                  <a:pt x="6457"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11" name="Freeform: Shape 1910"/>
          <p:cNvSpPr/>
          <p:nvPr/>
        </p:nvSpPr>
        <p:spPr>
          <a:xfrm>
            <a:off x="6095880" y="3209760"/>
            <a:ext cx="2391120" cy="429120"/>
          </a:xfrm>
          <a:custGeom>
            <a:avLst/>
            <a:gdLst/>
            <a:ahLst/>
            <a:cxnLst/>
            <a:rect l="0" t="0" r="r" b="b"/>
            <a:pathLst>
              <a:path w="6642" h="1192">
                <a:moveTo>
                  <a:pt x="0" y="0"/>
                </a:moveTo>
                <a:lnTo>
                  <a:pt x="6642" y="0"/>
                </a:lnTo>
                <a:lnTo>
                  <a:pt x="6642"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12" name="Freeform: Shape 1911"/>
          <p:cNvSpPr/>
          <p:nvPr/>
        </p:nvSpPr>
        <p:spPr>
          <a:xfrm>
            <a:off x="8486640" y="3209760"/>
            <a:ext cx="2953080" cy="429120"/>
          </a:xfrm>
          <a:custGeom>
            <a:avLst/>
            <a:gdLst/>
            <a:ahLst/>
            <a:cxnLst/>
            <a:rect l="0" t="0" r="r" b="b"/>
            <a:pathLst>
              <a:path w="8203" h="1192">
                <a:moveTo>
                  <a:pt x="0" y="0"/>
                </a:moveTo>
                <a:lnTo>
                  <a:pt x="8203" y="0"/>
                </a:lnTo>
                <a:lnTo>
                  <a:pt x="8203"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13" name="Freeform: Shape 1912"/>
          <p:cNvSpPr/>
          <p:nvPr/>
        </p:nvSpPr>
        <p:spPr>
          <a:xfrm>
            <a:off x="752400" y="3209760"/>
            <a:ext cx="3019680" cy="429120"/>
          </a:xfrm>
          <a:custGeom>
            <a:avLst/>
            <a:gdLst/>
            <a:ahLst/>
            <a:cxnLst/>
            <a:rect l="0" t="0" r="r" b="b"/>
            <a:pathLst>
              <a:path w="8388" h="1192">
                <a:moveTo>
                  <a:pt x="0" y="0"/>
                </a:moveTo>
                <a:lnTo>
                  <a:pt x="8388" y="0"/>
                </a:lnTo>
                <a:lnTo>
                  <a:pt x="8388"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14" name="Freeform: Shape 1913"/>
          <p:cNvSpPr/>
          <p:nvPr/>
        </p:nvSpPr>
        <p:spPr>
          <a:xfrm>
            <a:off x="3771720" y="3209760"/>
            <a:ext cx="2324520" cy="429120"/>
          </a:xfrm>
          <a:custGeom>
            <a:avLst/>
            <a:gdLst/>
            <a:ahLst/>
            <a:cxnLst/>
            <a:rect l="0" t="0" r="r" b="b"/>
            <a:pathLst>
              <a:path w="6457" h="1192">
                <a:moveTo>
                  <a:pt x="0" y="0"/>
                </a:moveTo>
                <a:lnTo>
                  <a:pt x="6457" y="0"/>
                </a:lnTo>
                <a:lnTo>
                  <a:pt x="6457"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15" name="Freeform: Shape 1914"/>
          <p:cNvSpPr/>
          <p:nvPr/>
        </p:nvSpPr>
        <p:spPr>
          <a:xfrm>
            <a:off x="6095880" y="3209760"/>
            <a:ext cx="2391120" cy="429120"/>
          </a:xfrm>
          <a:custGeom>
            <a:avLst/>
            <a:gdLst/>
            <a:ahLst/>
            <a:cxnLst/>
            <a:rect l="0" t="0" r="r" b="b"/>
            <a:pathLst>
              <a:path w="6642" h="1192">
                <a:moveTo>
                  <a:pt x="0" y="0"/>
                </a:moveTo>
                <a:lnTo>
                  <a:pt x="6642" y="0"/>
                </a:lnTo>
                <a:lnTo>
                  <a:pt x="6642"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16" name="Freeform: Shape 1915"/>
          <p:cNvSpPr/>
          <p:nvPr/>
        </p:nvSpPr>
        <p:spPr>
          <a:xfrm>
            <a:off x="8486640" y="3209760"/>
            <a:ext cx="2953080" cy="429120"/>
          </a:xfrm>
          <a:custGeom>
            <a:avLst/>
            <a:gdLst/>
            <a:ahLst/>
            <a:cxnLst/>
            <a:rect l="0" t="0" r="r" b="b"/>
            <a:pathLst>
              <a:path w="8203" h="1192">
                <a:moveTo>
                  <a:pt x="0" y="0"/>
                </a:moveTo>
                <a:lnTo>
                  <a:pt x="8203" y="0"/>
                </a:lnTo>
                <a:lnTo>
                  <a:pt x="8203"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17" name="Freeform: Shape 1916"/>
          <p:cNvSpPr/>
          <p:nvPr/>
        </p:nvSpPr>
        <p:spPr>
          <a:xfrm>
            <a:off x="752400" y="3638520"/>
            <a:ext cx="3019680" cy="743040"/>
          </a:xfrm>
          <a:custGeom>
            <a:avLst/>
            <a:gdLst/>
            <a:ahLst/>
            <a:cxnLst/>
            <a:rect l="0" t="0" r="r" b="b"/>
            <a:pathLst>
              <a:path w="8388" h="2064">
                <a:moveTo>
                  <a:pt x="0" y="0"/>
                </a:moveTo>
                <a:lnTo>
                  <a:pt x="8388" y="0"/>
                </a:lnTo>
                <a:lnTo>
                  <a:pt x="8388" y="2064"/>
                </a:lnTo>
                <a:lnTo>
                  <a:pt x="0" y="2064"/>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18" name="Freeform: Shape 1917"/>
          <p:cNvSpPr/>
          <p:nvPr/>
        </p:nvSpPr>
        <p:spPr>
          <a:xfrm>
            <a:off x="3771720" y="3638520"/>
            <a:ext cx="2324520" cy="743040"/>
          </a:xfrm>
          <a:custGeom>
            <a:avLst/>
            <a:gdLst/>
            <a:ahLst/>
            <a:cxnLst/>
            <a:rect l="0" t="0" r="r" b="b"/>
            <a:pathLst>
              <a:path w="6457" h="2064">
                <a:moveTo>
                  <a:pt x="0" y="0"/>
                </a:moveTo>
                <a:lnTo>
                  <a:pt x="6457" y="0"/>
                </a:lnTo>
                <a:lnTo>
                  <a:pt x="6457" y="2064"/>
                </a:lnTo>
                <a:lnTo>
                  <a:pt x="0" y="2064"/>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19" name="Freeform: Shape 1918"/>
          <p:cNvSpPr/>
          <p:nvPr/>
        </p:nvSpPr>
        <p:spPr>
          <a:xfrm>
            <a:off x="6095880" y="3638520"/>
            <a:ext cx="2391120" cy="743040"/>
          </a:xfrm>
          <a:custGeom>
            <a:avLst/>
            <a:gdLst/>
            <a:ahLst/>
            <a:cxnLst/>
            <a:rect l="0" t="0" r="r" b="b"/>
            <a:pathLst>
              <a:path w="6642" h="2064">
                <a:moveTo>
                  <a:pt x="0" y="0"/>
                </a:moveTo>
                <a:lnTo>
                  <a:pt x="6642" y="0"/>
                </a:lnTo>
                <a:lnTo>
                  <a:pt x="6642" y="2064"/>
                </a:lnTo>
                <a:lnTo>
                  <a:pt x="0" y="2064"/>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20" name="Freeform: Shape 1919"/>
          <p:cNvSpPr/>
          <p:nvPr/>
        </p:nvSpPr>
        <p:spPr>
          <a:xfrm>
            <a:off x="8486640" y="3638520"/>
            <a:ext cx="2953080" cy="743040"/>
          </a:xfrm>
          <a:custGeom>
            <a:avLst/>
            <a:gdLst/>
            <a:ahLst/>
            <a:cxnLst/>
            <a:rect l="0" t="0" r="r" b="b"/>
            <a:pathLst>
              <a:path w="8203" h="2064">
                <a:moveTo>
                  <a:pt x="0" y="0"/>
                </a:moveTo>
                <a:lnTo>
                  <a:pt x="8203" y="0"/>
                </a:lnTo>
                <a:lnTo>
                  <a:pt x="8203" y="2064"/>
                </a:lnTo>
                <a:lnTo>
                  <a:pt x="0" y="2064"/>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21" name="Freeform: Shape 1920"/>
          <p:cNvSpPr/>
          <p:nvPr/>
        </p:nvSpPr>
        <p:spPr>
          <a:xfrm>
            <a:off x="752400" y="3638520"/>
            <a:ext cx="3019680" cy="743040"/>
          </a:xfrm>
          <a:custGeom>
            <a:avLst/>
            <a:gdLst/>
            <a:ahLst/>
            <a:cxnLst/>
            <a:rect l="0" t="0" r="r" b="b"/>
            <a:pathLst>
              <a:path w="8388" h="2064">
                <a:moveTo>
                  <a:pt x="0" y="0"/>
                </a:moveTo>
                <a:lnTo>
                  <a:pt x="8388" y="0"/>
                </a:lnTo>
                <a:lnTo>
                  <a:pt x="8388" y="2064"/>
                </a:lnTo>
                <a:lnTo>
                  <a:pt x="0" y="206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22" name="Freeform: Shape 1921"/>
          <p:cNvSpPr/>
          <p:nvPr/>
        </p:nvSpPr>
        <p:spPr>
          <a:xfrm>
            <a:off x="3771720" y="3638520"/>
            <a:ext cx="2324520" cy="743040"/>
          </a:xfrm>
          <a:custGeom>
            <a:avLst/>
            <a:gdLst/>
            <a:ahLst/>
            <a:cxnLst/>
            <a:rect l="0" t="0" r="r" b="b"/>
            <a:pathLst>
              <a:path w="6457" h="2064">
                <a:moveTo>
                  <a:pt x="0" y="0"/>
                </a:moveTo>
                <a:lnTo>
                  <a:pt x="6457" y="0"/>
                </a:lnTo>
                <a:lnTo>
                  <a:pt x="6457" y="2064"/>
                </a:lnTo>
                <a:lnTo>
                  <a:pt x="0" y="206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23" name="Freeform: Shape 1922"/>
          <p:cNvSpPr/>
          <p:nvPr/>
        </p:nvSpPr>
        <p:spPr>
          <a:xfrm>
            <a:off x="6095880" y="3638520"/>
            <a:ext cx="2391120" cy="743040"/>
          </a:xfrm>
          <a:custGeom>
            <a:avLst/>
            <a:gdLst/>
            <a:ahLst/>
            <a:cxnLst/>
            <a:rect l="0" t="0" r="r" b="b"/>
            <a:pathLst>
              <a:path w="6642" h="2064">
                <a:moveTo>
                  <a:pt x="0" y="0"/>
                </a:moveTo>
                <a:lnTo>
                  <a:pt x="6642" y="0"/>
                </a:lnTo>
                <a:lnTo>
                  <a:pt x="6642" y="2064"/>
                </a:lnTo>
                <a:lnTo>
                  <a:pt x="0" y="206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24" name="Freeform: Shape 1923"/>
          <p:cNvSpPr/>
          <p:nvPr/>
        </p:nvSpPr>
        <p:spPr>
          <a:xfrm>
            <a:off x="8486640" y="3638520"/>
            <a:ext cx="2953080" cy="743040"/>
          </a:xfrm>
          <a:custGeom>
            <a:avLst/>
            <a:gdLst/>
            <a:ahLst/>
            <a:cxnLst/>
            <a:rect l="0" t="0" r="r" b="b"/>
            <a:pathLst>
              <a:path w="8203" h="2064">
                <a:moveTo>
                  <a:pt x="0" y="0"/>
                </a:moveTo>
                <a:lnTo>
                  <a:pt x="8203" y="0"/>
                </a:lnTo>
                <a:lnTo>
                  <a:pt x="8203" y="2064"/>
                </a:lnTo>
                <a:lnTo>
                  <a:pt x="0" y="206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25" name="Freeform: Shape 1924"/>
          <p:cNvSpPr/>
          <p:nvPr/>
        </p:nvSpPr>
        <p:spPr>
          <a:xfrm>
            <a:off x="752400" y="4381200"/>
            <a:ext cx="3019680" cy="743400"/>
          </a:xfrm>
          <a:custGeom>
            <a:avLst/>
            <a:gdLst/>
            <a:ahLst/>
            <a:cxnLst/>
            <a:rect l="0" t="0" r="r" b="b"/>
            <a:pathLst>
              <a:path w="8388" h="2065">
                <a:moveTo>
                  <a:pt x="0" y="0"/>
                </a:moveTo>
                <a:lnTo>
                  <a:pt x="8388" y="0"/>
                </a:lnTo>
                <a:lnTo>
                  <a:pt x="8388"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26" name="Freeform: Shape 1925"/>
          <p:cNvSpPr/>
          <p:nvPr/>
        </p:nvSpPr>
        <p:spPr>
          <a:xfrm>
            <a:off x="3771720" y="4381200"/>
            <a:ext cx="2324520" cy="743400"/>
          </a:xfrm>
          <a:custGeom>
            <a:avLst/>
            <a:gdLst/>
            <a:ahLst/>
            <a:cxnLst/>
            <a:rect l="0" t="0" r="r" b="b"/>
            <a:pathLst>
              <a:path w="6457" h="2065">
                <a:moveTo>
                  <a:pt x="0" y="0"/>
                </a:moveTo>
                <a:lnTo>
                  <a:pt x="6457" y="0"/>
                </a:lnTo>
                <a:lnTo>
                  <a:pt x="6457"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27" name="Freeform: Shape 1926"/>
          <p:cNvSpPr/>
          <p:nvPr/>
        </p:nvSpPr>
        <p:spPr>
          <a:xfrm>
            <a:off x="6095880" y="4381200"/>
            <a:ext cx="2391120" cy="743400"/>
          </a:xfrm>
          <a:custGeom>
            <a:avLst/>
            <a:gdLst/>
            <a:ahLst/>
            <a:cxnLst/>
            <a:rect l="0" t="0" r="r" b="b"/>
            <a:pathLst>
              <a:path w="6642" h="2065">
                <a:moveTo>
                  <a:pt x="0" y="0"/>
                </a:moveTo>
                <a:lnTo>
                  <a:pt x="6642" y="0"/>
                </a:lnTo>
                <a:lnTo>
                  <a:pt x="6642"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28" name="Freeform: Shape 1927"/>
          <p:cNvSpPr/>
          <p:nvPr/>
        </p:nvSpPr>
        <p:spPr>
          <a:xfrm>
            <a:off x="8486640" y="4381200"/>
            <a:ext cx="2953080" cy="743400"/>
          </a:xfrm>
          <a:custGeom>
            <a:avLst/>
            <a:gdLst/>
            <a:ahLst/>
            <a:cxnLst/>
            <a:rect l="0" t="0" r="r" b="b"/>
            <a:pathLst>
              <a:path w="8203" h="2065">
                <a:moveTo>
                  <a:pt x="0" y="0"/>
                </a:moveTo>
                <a:lnTo>
                  <a:pt x="8203" y="0"/>
                </a:lnTo>
                <a:lnTo>
                  <a:pt x="8203"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29" name="Freeform: Shape 1928"/>
          <p:cNvSpPr/>
          <p:nvPr/>
        </p:nvSpPr>
        <p:spPr>
          <a:xfrm>
            <a:off x="752400" y="4381200"/>
            <a:ext cx="3019680" cy="743400"/>
          </a:xfrm>
          <a:custGeom>
            <a:avLst/>
            <a:gdLst/>
            <a:ahLst/>
            <a:cxnLst/>
            <a:rect l="0" t="0" r="r" b="b"/>
            <a:pathLst>
              <a:path w="8388" h="2065">
                <a:moveTo>
                  <a:pt x="0" y="0"/>
                </a:moveTo>
                <a:lnTo>
                  <a:pt x="8388" y="0"/>
                </a:lnTo>
                <a:lnTo>
                  <a:pt x="8388"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30" name="Freeform: Shape 1929"/>
          <p:cNvSpPr/>
          <p:nvPr/>
        </p:nvSpPr>
        <p:spPr>
          <a:xfrm>
            <a:off x="3771720" y="4381200"/>
            <a:ext cx="2324520" cy="743400"/>
          </a:xfrm>
          <a:custGeom>
            <a:avLst/>
            <a:gdLst/>
            <a:ahLst/>
            <a:cxnLst/>
            <a:rect l="0" t="0" r="r" b="b"/>
            <a:pathLst>
              <a:path w="6457" h="2065">
                <a:moveTo>
                  <a:pt x="0" y="0"/>
                </a:moveTo>
                <a:lnTo>
                  <a:pt x="6457" y="0"/>
                </a:lnTo>
                <a:lnTo>
                  <a:pt x="6457"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31" name="Freeform: Shape 1930"/>
          <p:cNvSpPr/>
          <p:nvPr/>
        </p:nvSpPr>
        <p:spPr>
          <a:xfrm>
            <a:off x="6095880" y="4381200"/>
            <a:ext cx="2391120" cy="743400"/>
          </a:xfrm>
          <a:custGeom>
            <a:avLst/>
            <a:gdLst/>
            <a:ahLst/>
            <a:cxnLst/>
            <a:rect l="0" t="0" r="r" b="b"/>
            <a:pathLst>
              <a:path w="6642" h="2065">
                <a:moveTo>
                  <a:pt x="0" y="0"/>
                </a:moveTo>
                <a:lnTo>
                  <a:pt x="6642" y="0"/>
                </a:lnTo>
                <a:lnTo>
                  <a:pt x="6642"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32" name="Freeform: Shape 1931"/>
          <p:cNvSpPr/>
          <p:nvPr/>
        </p:nvSpPr>
        <p:spPr>
          <a:xfrm>
            <a:off x="8486640" y="4381200"/>
            <a:ext cx="2953080" cy="743400"/>
          </a:xfrm>
          <a:custGeom>
            <a:avLst/>
            <a:gdLst/>
            <a:ahLst/>
            <a:cxnLst/>
            <a:rect l="0" t="0" r="r" b="b"/>
            <a:pathLst>
              <a:path w="8203" h="2065">
                <a:moveTo>
                  <a:pt x="0" y="0"/>
                </a:moveTo>
                <a:lnTo>
                  <a:pt x="8203" y="0"/>
                </a:lnTo>
                <a:lnTo>
                  <a:pt x="8203"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33" name="Freeform: Shape 1932"/>
          <p:cNvSpPr/>
          <p:nvPr/>
        </p:nvSpPr>
        <p:spPr>
          <a:xfrm>
            <a:off x="752400" y="5124240"/>
            <a:ext cx="3019680" cy="1047960"/>
          </a:xfrm>
          <a:custGeom>
            <a:avLst/>
            <a:gdLst/>
            <a:ahLst/>
            <a:cxnLst/>
            <a:rect l="0" t="0" r="r" b="b"/>
            <a:pathLst>
              <a:path w="8388" h="2911">
                <a:moveTo>
                  <a:pt x="0" y="0"/>
                </a:moveTo>
                <a:lnTo>
                  <a:pt x="8388" y="0"/>
                </a:lnTo>
                <a:lnTo>
                  <a:pt x="8388" y="2911"/>
                </a:lnTo>
                <a:lnTo>
                  <a:pt x="0" y="291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34" name="Freeform: Shape 1933"/>
          <p:cNvSpPr/>
          <p:nvPr/>
        </p:nvSpPr>
        <p:spPr>
          <a:xfrm>
            <a:off x="3771720" y="5124240"/>
            <a:ext cx="2324520" cy="1047960"/>
          </a:xfrm>
          <a:custGeom>
            <a:avLst/>
            <a:gdLst/>
            <a:ahLst/>
            <a:cxnLst/>
            <a:rect l="0" t="0" r="r" b="b"/>
            <a:pathLst>
              <a:path w="6457" h="2911">
                <a:moveTo>
                  <a:pt x="0" y="0"/>
                </a:moveTo>
                <a:lnTo>
                  <a:pt x="6457" y="0"/>
                </a:lnTo>
                <a:lnTo>
                  <a:pt x="6457" y="2911"/>
                </a:lnTo>
                <a:lnTo>
                  <a:pt x="0" y="291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35" name="Freeform: Shape 1934"/>
          <p:cNvSpPr/>
          <p:nvPr/>
        </p:nvSpPr>
        <p:spPr>
          <a:xfrm>
            <a:off x="6095880" y="5124240"/>
            <a:ext cx="2391120" cy="1047960"/>
          </a:xfrm>
          <a:custGeom>
            <a:avLst/>
            <a:gdLst/>
            <a:ahLst/>
            <a:cxnLst/>
            <a:rect l="0" t="0" r="r" b="b"/>
            <a:pathLst>
              <a:path w="6642" h="2911">
                <a:moveTo>
                  <a:pt x="0" y="0"/>
                </a:moveTo>
                <a:lnTo>
                  <a:pt x="6642" y="0"/>
                </a:lnTo>
                <a:lnTo>
                  <a:pt x="6642" y="2911"/>
                </a:lnTo>
                <a:lnTo>
                  <a:pt x="0" y="291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36" name="Freeform: Shape 1935"/>
          <p:cNvSpPr/>
          <p:nvPr/>
        </p:nvSpPr>
        <p:spPr>
          <a:xfrm>
            <a:off x="8486640" y="5124240"/>
            <a:ext cx="2953080" cy="1047960"/>
          </a:xfrm>
          <a:custGeom>
            <a:avLst/>
            <a:gdLst/>
            <a:ahLst/>
            <a:cxnLst/>
            <a:rect l="0" t="0" r="r" b="b"/>
            <a:pathLst>
              <a:path w="8203" h="2911">
                <a:moveTo>
                  <a:pt x="0" y="0"/>
                </a:moveTo>
                <a:lnTo>
                  <a:pt x="8203" y="0"/>
                </a:lnTo>
                <a:lnTo>
                  <a:pt x="8203" y="2911"/>
                </a:lnTo>
                <a:lnTo>
                  <a:pt x="0" y="291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37" name="Freeform: Shape 1936"/>
          <p:cNvSpPr/>
          <p:nvPr/>
        </p:nvSpPr>
        <p:spPr>
          <a:xfrm>
            <a:off x="752400" y="5124240"/>
            <a:ext cx="3019680" cy="1047960"/>
          </a:xfrm>
          <a:custGeom>
            <a:avLst/>
            <a:gdLst/>
            <a:ahLst/>
            <a:cxnLst/>
            <a:rect l="0" t="0" r="r" b="b"/>
            <a:pathLst>
              <a:path w="8388" h="2911">
                <a:moveTo>
                  <a:pt x="0" y="0"/>
                </a:moveTo>
                <a:lnTo>
                  <a:pt x="8388" y="0"/>
                </a:lnTo>
                <a:lnTo>
                  <a:pt x="8388" y="2911"/>
                </a:lnTo>
                <a:lnTo>
                  <a:pt x="0" y="291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38" name="Freeform: Shape 1937"/>
          <p:cNvSpPr/>
          <p:nvPr/>
        </p:nvSpPr>
        <p:spPr>
          <a:xfrm>
            <a:off x="3771720" y="5124240"/>
            <a:ext cx="2324520" cy="1047960"/>
          </a:xfrm>
          <a:custGeom>
            <a:avLst/>
            <a:gdLst/>
            <a:ahLst/>
            <a:cxnLst/>
            <a:rect l="0" t="0" r="r" b="b"/>
            <a:pathLst>
              <a:path w="6457" h="2911">
                <a:moveTo>
                  <a:pt x="0" y="0"/>
                </a:moveTo>
                <a:lnTo>
                  <a:pt x="6457" y="0"/>
                </a:lnTo>
                <a:lnTo>
                  <a:pt x="6457" y="2911"/>
                </a:lnTo>
                <a:lnTo>
                  <a:pt x="0" y="291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39" name="Freeform: Shape 1938"/>
          <p:cNvSpPr/>
          <p:nvPr/>
        </p:nvSpPr>
        <p:spPr>
          <a:xfrm>
            <a:off x="6095880" y="5124240"/>
            <a:ext cx="2391120" cy="1047960"/>
          </a:xfrm>
          <a:custGeom>
            <a:avLst/>
            <a:gdLst/>
            <a:ahLst/>
            <a:cxnLst/>
            <a:rect l="0" t="0" r="r" b="b"/>
            <a:pathLst>
              <a:path w="6642" h="2911">
                <a:moveTo>
                  <a:pt x="0" y="0"/>
                </a:moveTo>
                <a:lnTo>
                  <a:pt x="6642" y="0"/>
                </a:lnTo>
                <a:lnTo>
                  <a:pt x="6642" y="2911"/>
                </a:lnTo>
                <a:lnTo>
                  <a:pt x="0" y="291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40" name="Freeform: Shape 1939"/>
          <p:cNvSpPr/>
          <p:nvPr/>
        </p:nvSpPr>
        <p:spPr>
          <a:xfrm>
            <a:off x="8486640" y="5124240"/>
            <a:ext cx="2953080" cy="1047960"/>
          </a:xfrm>
          <a:custGeom>
            <a:avLst/>
            <a:gdLst/>
            <a:ahLst/>
            <a:cxnLst/>
            <a:rect l="0" t="0" r="r" b="b"/>
            <a:pathLst>
              <a:path w="8203" h="2911">
                <a:moveTo>
                  <a:pt x="0" y="0"/>
                </a:moveTo>
                <a:lnTo>
                  <a:pt x="8203" y="0"/>
                </a:lnTo>
                <a:lnTo>
                  <a:pt x="8203" y="2911"/>
                </a:lnTo>
                <a:lnTo>
                  <a:pt x="0" y="291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41" name="Freeform: Shape 1940"/>
          <p:cNvSpPr/>
          <p:nvPr/>
        </p:nvSpPr>
        <p:spPr>
          <a:xfrm>
            <a:off x="75240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42" name="Freeform: Shape 1941"/>
          <p:cNvSpPr/>
          <p:nvPr/>
        </p:nvSpPr>
        <p:spPr>
          <a:xfrm>
            <a:off x="752400" y="1295280"/>
            <a:ext cx="3019680" cy="9720"/>
          </a:xfrm>
          <a:custGeom>
            <a:avLst/>
            <a:gdLst/>
            <a:ahLst/>
            <a:cxnLst/>
            <a:rect l="0" t="0" r="r" b="b"/>
            <a:pathLst>
              <a:path w="8388" h="27">
                <a:moveTo>
                  <a:pt x="0" y="0"/>
                </a:moveTo>
                <a:lnTo>
                  <a:pt x="8388" y="0"/>
                </a:lnTo>
                <a:lnTo>
                  <a:pt x="838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43" name="Freeform: Shape 1942"/>
          <p:cNvSpPr/>
          <p:nvPr/>
        </p:nvSpPr>
        <p:spPr>
          <a:xfrm>
            <a:off x="376236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44" name="Freeform: Shape 1943"/>
          <p:cNvSpPr/>
          <p:nvPr/>
        </p:nvSpPr>
        <p:spPr>
          <a:xfrm>
            <a:off x="3771720" y="1295280"/>
            <a:ext cx="2324520" cy="9720"/>
          </a:xfrm>
          <a:custGeom>
            <a:avLst/>
            <a:gdLst/>
            <a:ahLst/>
            <a:cxnLst/>
            <a:rect l="0" t="0" r="r" b="b"/>
            <a:pathLst>
              <a:path w="6457" h="27">
                <a:moveTo>
                  <a:pt x="0" y="0"/>
                </a:moveTo>
                <a:lnTo>
                  <a:pt x="6457" y="0"/>
                </a:lnTo>
                <a:lnTo>
                  <a:pt x="645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45" name="Freeform: Shape 1944"/>
          <p:cNvSpPr/>
          <p:nvPr/>
        </p:nvSpPr>
        <p:spPr>
          <a:xfrm>
            <a:off x="6086160" y="129528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46" name="Freeform: Shape 1945"/>
          <p:cNvSpPr/>
          <p:nvPr/>
        </p:nvSpPr>
        <p:spPr>
          <a:xfrm>
            <a:off x="6095880" y="1295280"/>
            <a:ext cx="2400480" cy="9720"/>
          </a:xfrm>
          <a:custGeom>
            <a:avLst/>
            <a:gdLst/>
            <a:ahLst/>
            <a:cxnLst/>
            <a:rect l="0" t="0" r="r" b="b"/>
            <a:pathLst>
              <a:path w="6668" h="27">
                <a:moveTo>
                  <a:pt x="0" y="0"/>
                </a:moveTo>
                <a:lnTo>
                  <a:pt x="6668" y="0"/>
                </a:lnTo>
                <a:lnTo>
                  <a:pt x="666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47" name="Freeform: Shape 1946"/>
          <p:cNvSpPr/>
          <p:nvPr/>
        </p:nvSpPr>
        <p:spPr>
          <a:xfrm>
            <a:off x="848664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48" name="Freeform: Shape 1947"/>
          <p:cNvSpPr/>
          <p:nvPr/>
        </p:nvSpPr>
        <p:spPr>
          <a:xfrm>
            <a:off x="8496000" y="1295280"/>
            <a:ext cx="2953080" cy="9720"/>
          </a:xfrm>
          <a:custGeom>
            <a:avLst/>
            <a:gdLst/>
            <a:ahLst/>
            <a:cxnLst/>
            <a:rect l="0" t="0" r="r" b="b"/>
            <a:pathLst>
              <a:path w="8203" h="27">
                <a:moveTo>
                  <a:pt x="0" y="0"/>
                </a:moveTo>
                <a:lnTo>
                  <a:pt x="8203" y="0"/>
                </a:lnTo>
                <a:lnTo>
                  <a:pt x="820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49" name="Freeform: Shape 1948"/>
          <p:cNvSpPr/>
          <p:nvPr/>
        </p:nvSpPr>
        <p:spPr>
          <a:xfrm>
            <a:off x="1143936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50" name="Freeform: Shape 1949"/>
          <p:cNvSpPr/>
          <p:nvPr/>
        </p:nvSpPr>
        <p:spPr>
          <a:xfrm>
            <a:off x="752400" y="1723680"/>
            <a:ext cx="3019680" cy="10080"/>
          </a:xfrm>
          <a:custGeom>
            <a:avLst/>
            <a:gdLst/>
            <a:ahLst/>
            <a:cxnLst/>
            <a:rect l="0" t="0" r="r" b="b"/>
            <a:pathLst>
              <a:path w="8388" h="28">
                <a:moveTo>
                  <a:pt x="0" y="0"/>
                </a:moveTo>
                <a:lnTo>
                  <a:pt x="8388" y="0"/>
                </a:lnTo>
                <a:lnTo>
                  <a:pt x="838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51" name="Freeform: Shape 1950"/>
          <p:cNvSpPr/>
          <p:nvPr/>
        </p:nvSpPr>
        <p:spPr>
          <a:xfrm>
            <a:off x="3771720" y="1723680"/>
            <a:ext cx="2324520" cy="10080"/>
          </a:xfrm>
          <a:custGeom>
            <a:avLst/>
            <a:gdLst/>
            <a:ahLst/>
            <a:cxnLst/>
            <a:rect l="0" t="0" r="r" b="b"/>
            <a:pathLst>
              <a:path w="6457" h="28">
                <a:moveTo>
                  <a:pt x="0" y="0"/>
                </a:moveTo>
                <a:lnTo>
                  <a:pt x="6457" y="0"/>
                </a:lnTo>
                <a:lnTo>
                  <a:pt x="645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52" name="Freeform: Shape 1951"/>
          <p:cNvSpPr/>
          <p:nvPr/>
        </p:nvSpPr>
        <p:spPr>
          <a:xfrm>
            <a:off x="6095880" y="1723680"/>
            <a:ext cx="2400480" cy="10080"/>
          </a:xfrm>
          <a:custGeom>
            <a:avLst/>
            <a:gdLst/>
            <a:ahLst/>
            <a:cxnLst/>
            <a:rect l="0" t="0" r="r" b="b"/>
            <a:pathLst>
              <a:path w="6668" h="28">
                <a:moveTo>
                  <a:pt x="0" y="0"/>
                </a:moveTo>
                <a:lnTo>
                  <a:pt x="6668" y="0"/>
                </a:lnTo>
                <a:lnTo>
                  <a:pt x="666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53" name="Freeform: Shape 1952"/>
          <p:cNvSpPr/>
          <p:nvPr/>
        </p:nvSpPr>
        <p:spPr>
          <a:xfrm>
            <a:off x="8496000" y="1723680"/>
            <a:ext cx="2953080" cy="10080"/>
          </a:xfrm>
          <a:custGeom>
            <a:avLst/>
            <a:gdLst/>
            <a:ahLst/>
            <a:cxnLst/>
            <a:rect l="0" t="0" r="r" b="b"/>
            <a:pathLst>
              <a:path w="8203" h="28">
                <a:moveTo>
                  <a:pt x="0" y="0"/>
                </a:moveTo>
                <a:lnTo>
                  <a:pt x="8203" y="0"/>
                </a:lnTo>
                <a:lnTo>
                  <a:pt x="820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54" name="Freeform: Shape 1953"/>
          <p:cNvSpPr/>
          <p:nvPr/>
        </p:nvSpPr>
        <p:spPr>
          <a:xfrm>
            <a:off x="752400" y="17334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55" name="Freeform: Shape 1954"/>
          <p:cNvSpPr/>
          <p:nvPr/>
        </p:nvSpPr>
        <p:spPr>
          <a:xfrm>
            <a:off x="3762360" y="17334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56" name="Freeform: Shape 1955"/>
          <p:cNvSpPr/>
          <p:nvPr/>
        </p:nvSpPr>
        <p:spPr>
          <a:xfrm>
            <a:off x="6086160" y="1733400"/>
            <a:ext cx="10080" cy="743400"/>
          </a:xfrm>
          <a:custGeom>
            <a:avLst/>
            <a:gdLst/>
            <a:ahLst/>
            <a:cxnLst/>
            <a:rect l="0" t="0" r="r" b="b"/>
            <a:pathLst>
              <a:path w="28" h="2065">
                <a:moveTo>
                  <a:pt x="0" y="0"/>
                </a:moveTo>
                <a:lnTo>
                  <a:pt x="28" y="0"/>
                </a:lnTo>
                <a:lnTo>
                  <a:pt x="28"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57" name="Freeform: Shape 1956"/>
          <p:cNvSpPr/>
          <p:nvPr/>
        </p:nvSpPr>
        <p:spPr>
          <a:xfrm>
            <a:off x="8486640" y="17334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58" name="Freeform: Shape 1957"/>
          <p:cNvSpPr/>
          <p:nvPr/>
        </p:nvSpPr>
        <p:spPr>
          <a:xfrm>
            <a:off x="11439360" y="17334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59" name="Freeform: Shape 1958"/>
          <p:cNvSpPr/>
          <p:nvPr/>
        </p:nvSpPr>
        <p:spPr>
          <a:xfrm>
            <a:off x="752400" y="247644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60" name="Freeform: Shape 1959"/>
          <p:cNvSpPr/>
          <p:nvPr/>
        </p:nvSpPr>
        <p:spPr>
          <a:xfrm>
            <a:off x="752400" y="2466720"/>
            <a:ext cx="3019680" cy="10080"/>
          </a:xfrm>
          <a:custGeom>
            <a:avLst/>
            <a:gdLst/>
            <a:ahLst/>
            <a:cxnLst/>
            <a:rect l="0" t="0" r="r" b="b"/>
            <a:pathLst>
              <a:path w="8388" h="28">
                <a:moveTo>
                  <a:pt x="0" y="0"/>
                </a:moveTo>
                <a:lnTo>
                  <a:pt x="8388" y="0"/>
                </a:lnTo>
                <a:lnTo>
                  <a:pt x="838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61" name="Freeform: Shape 1960"/>
          <p:cNvSpPr/>
          <p:nvPr/>
        </p:nvSpPr>
        <p:spPr>
          <a:xfrm>
            <a:off x="3762360" y="247644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62" name="Freeform: Shape 1961"/>
          <p:cNvSpPr/>
          <p:nvPr/>
        </p:nvSpPr>
        <p:spPr>
          <a:xfrm>
            <a:off x="3771720" y="2466720"/>
            <a:ext cx="2324520" cy="10080"/>
          </a:xfrm>
          <a:custGeom>
            <a:avLst/>
            <a:gdLst/>
            <a:ahLst/>
            <a:cxnLst/>
            <a:rect l="0" t="0" r="r" b="b"/>
            <a:pathLst>
              <a:path w="6457" h="28">
                <a:moveTo>
                  <a:pt x="0" y="0"/>
                </a:moveTo>
                <a:lnTo>
                  <a:pt x="6457" y="0"/>
                </a:lnTo>
                <a:lnTo>
                  <a:pt x="645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63" name="Freeform: Shape 1962"/>
          <p:cNvSpPr/>
          <p:nvPr/>
        </p:nvSpPr>
        <p:spPr>
          <a:xfrm>
            <a:off x="6086160" y="2476440"/>
            <a:ext cx="10080" cy="733680"/>
          </a:xfrm>
          <a:custGeom>
            <a:avLst/>
            <a:gdLst/>
            <a:ahLst/>
            <a:cxnLst/>
            <a:rect l="0" t="0" r="r" b="b"/>
            <a:pathLst>
              <a:path w="28" h="2038">
                <a:moveTo>
                  <a:pt x="0" y="0"/>
                </a:moveTo>
                <a:lnTo>
                  <a:pt x="28" y="0"/>
                </a:lnTo>
                <a:lnTo>
                  <a:pt x="28"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64" name="Freeform: Shape 1963"/>
          <p:cNvSpPr/>
          <p:nvPr/>
        </p:nvSpPr>
        <p:spPr>
          <a:xfrm>
            <a:off x="6095880" y="2466720"/>
            <a:ext cx="2400480" cy="10080"/>
          </a:xfrm>
          <a:custGeom>
            <a:avLst/>
            <a:gdLst/>
            <a:ahLst/>
            <a:cxnLst/>
            <a:rect l="0" t="0" r="r" b="b"/>
            <a:pathLst>
              <a:path w="6668" h="28">
                <a:moveTo>
                  <a:pt x="0" y="0"/>
                </a:moveTo>
                <a:lnTo>
                  <a:pt x="6668" y="0"/>
                </a:lnTo>
                <a:lnTo>
                  <a:pt x="666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65" name="Freeform: Shape 1964"/>
          <p:cNvSpPr/>
          <p:nvPr/>
        </p:nvSpPr>
        <p:spPr>
          <a:xfrm>
            <a:off x="8486640" y="247644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66" name="Freeform: Shape 1965"/>
          <p:cNvSpPr/>
          <p:nvPr/>
        </p:nvSpPr>
        <p:spPr>
          <a:xfrm>
            <a:off x="8496000" y="2466720"/>
            <a:ext cx="2953080" cy="10080"/>
          </a:xfrm>
          <a:custGeom>
            <a:avLst/>
            <a:gdLst/>
            <a:ahLst/>
            <a:cxnLst/>
            <a:rect l="0" t="0" r="r" b="b"/>
            <a:pathLst>
              <a:path w="8203" h="28">
                <a:moveTo>
                  <a:pt x="0" y="0"/>
                </a:moveTo>
                <a:lnTo>
                  <a:pt x="8203" y="0"/>
                </a:lnTo>
                <a:lnTo>
                  <a:pt x="820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67" name="Freeform: Shape 1966"/>
          <p:cNvSpPr/>
          <p:nvPr/>
        </p:nvSpPr>
        <p:spPr>
          <a:xfrm>
            <a:off x="11439360" y="247644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68" name="Freeform: Shape 1967"/>
          <p:cNvSpPr/>
          <p:nvPr/>
        </p:nvSpPr>
        <p:spPr>
          <a:xfrm>
            <a:off x="752400" y="32097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69" name="Freeform: Shape 1968"/>
          <p:cNvSpPr/>
          <p:nvPr/>
        </p:nvSpPr>
        <p:spPr>
          <a:xfrm>
            <a:off x="752400" y="3200040"/>
            <a:ext cx="3019680" cy="10080"/>
          </a:xfrm>
          <a:custGeom>
            <a:avLst/>
            <a:gdLst/>
            <a:ahLst/>
            <a:cxnLst/>
            <a:rect l="0" t="0" r="r" b="b"/>
            <a:pathLst>
              <a:path w="8388" h="28">
                <a:moveTo>
                  <a:pt x="0" y="0"/>
                </a:moveTo>
                <a:lnTo>
                  <a:pt x="8388" y="0"/>
                </a:lnTo>
                <a:lnTo>
                  <a:pt x="838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70" name="Freeform: Shape 1969"/>
          <p:cNvSpPr/>
          <p:nvPr/>
        </p:nvSpPr>
        <p:spPr>
          <a:xfrm>
            <a:off x="3762360" y="32097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71" name="Freeform: Shape 1970"/>
          <p:cNvSpPr/>
          <p:nvPr/>
        </p:nvSpPr>
        <p:spPr>
          <a:xfrm>
            <a:off x="3771720" y="3200040"/>
            <a:ext cx="2324520" cy="10080"/>
          </a:xfrm>
          <a:custGeom>
            <a:avLst/>
            <a:gdLst/>
            <a:ahLst/>
            <a:cxnLst/>
            <a:rect l="0" t="0" r="r" b="b"/>
            <a:pathLst>
              <a:path w="6457" h="28">
                <a:moveTo>
                  <a:pt x="0" y="0"/>
                </a:moveTo>
                <a:lnTo>
                  <a:pt x="6457" y="0"/>
                </a:lnTo>
                <a:lnTo>
                  <a:pt x="645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72" name="Freeform: Shape 1971"/>
          <p:cNvSpPr/>
          <p:nvPr/>
        </p:nvSpPr>
        <p:spPr>
          <a:xfrm>
            <a:off x="6086160" y="320976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73" name="Freeform: Shape 1972"/>
          <p:cNvSpPr/>
          <p:nvPr/>
        </p:nvSpPr>
        <p:spPr>
          <a:xfrm>
            <a:off x="6095880" y="3200040"/>
            <a:ext cx="2400480" cy="10080"/>
          </a:xfrm>
          <a:custGeom>
            <a:avLst/>
            <a:gdLst/>
            <a:ahLst/>
            <a:cxnLst/>
            <a:rect l="0" t="0" r="r" b="b"/>
            <a:pathLst>
              <a:path w="6668" h="28">
                <a:moveTo>
                  <a:pt x="0" y="0"/>
                </a:moveTo>
                <a:lnTo>
                  <a:pt x="6668" y="0"/>
                </a:lnTo>
                <a:lnTo>
                  <a:pt x="666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74" name="Freeform: Shape 1973"/>
          <p:cNvSpPr/>
          <p:nvPr/>
        </p:nvSpPr>
        <p:spPr>
          <a:xfrm>
            <a:off x="8486640" y="32097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75" name="Freeform: Shape 1974"/>
          <p:cNvSpPr/>
          <p:nvPr/>
        </p:nvSpPr>
        <p:spPr>
          <a:xfrm>
            <a:off x="8496000" y="3200040"/>
            <a:ext cx="2953080" cy="10080"/>
          </a:xfrm>
          <a:custGeom>
            <a:avLst/>
            <a:gdLst/>
            <a:ahLst/>
            <a:cxnLst/>
            <a:rect l="0" t="0" r="r" b="b"/>
            <a:pathLst>
              <a:path w="8203" h="28">
                <a:moveTo>
                  <a:pt x="0" y="0"/>
                </a:moveTo>
                <a:lnTo>
                  <a:pt x="8203" y="0"/>
                </a:lnTo>
                <a:lnTo>
                  <a:pt x="820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76" name="Freeform: Shape 1975"/>
          <p:cNvSpPr/>
          <p:nvPr/>
        </p:nvSpPr>
        <p:spPr>
          <a:xfrm>
            <a:off x="11439360" y="32097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77" name="Freeform: Shape 1976"/>
          <p:cNvSpPr/>
          <p:nvPr/>
        </p:nvSpPr>
        <p:spPr>
          <a:xfrm>
            <a:off x="752400" y="364788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78" name="Freeform: Shape 1977"/>
          <p:cNvSpPr/>
          <p:nvPr/>
        </p:nvSpPr>
        <p:spPr>
          <a:xfrm>
            <a:off x="752400" y="3638520"/>
            <a:ext cx="3019680" cy="9720"/>
          </a:xfrm>
          <a:custGeom>
            <a:avLst/>
            <a:gdLst/>
            <a:ahLst/>
            <a:cxnLst/>
            <a:rect l="0" t="0" r="r" b="b"/>
            <a:pathLst>
              <a:path w="8388" h="27">
                <a:moveTo>
                  <a:pt x="0" y="0"/>
                </a:moveTo>
                <a:lnTo>
                  <a:pt x="8388" y="0"/>
                </a:lnTo>
                <a:lnTo>
                  <a:pt x="838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79" name="Freeform: Shape 1978"/>
          <p:cNvSpPr/>
          <p:nvPr/>
        </p:nvSpPr>
        <p:spPr>
          <a:xfrm>
            <a:off x="3762360" y="364788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80" name="Freeform: Shape 1979"/>
          <p:cNvSpPr/>
          <p:nvPr/>
        </p:nvSpPr>
        <p:spPr>
          <a:xfrm>
            <a:off x="3771720" y="3638520"/>
            <a:ext cx="2324520" cy="9720"/>
          </a:xfrm>
          <a:custGeom>
            <a:avLst/>
            <a:gdLst/>
            <a:ahLst/>
            <a:cxnLst/>
            <a:rect l="0" t="0" r="r" b="b"/>
            <a:pathLst>
              <a:path w="6457" h="27">
                <a:moveTo>
                  <a:pt x="0" y="0"/>
                </a:moveTo>
                <a:lnTo>
                  <a:pt x="6457" y="0"/>
                </a:lnTo>
                <a:lnTo>
                  <a:pt x="645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81" name="Freeform: Shape 1980"/>
          <p:cNvSpPr/>
          <p:nvPr/>
        </p:nvSpPr>
        <p:spPr>
          <a:xfrm>
            <a:off x="6086160" y="3647880"/>
            <a:ext cx="10080" cy="743400"/>
          </a:xfrm>
          <a:custGeom>
            <a:avLst/>
            <a:gdLst/>
            <a:ahLst/>
            <a:cxnLst/>
            <a:rect l="0" t="0" r="r" b="b"/>
            <a:pathLst>
              <a:path w="28" h="2065">
                <a:moveTo>
                  <a:pt x="0" y="0"/>
                </a:moveTo>
                <a:lnTo>
                  <a:pt x="28" y="0"/>
                </a:lnTo>
                <a:lnTo>
                  <a:pt x="28"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82" name="Freeform: Shape 1981"/>
          <p:cNvSpPr/>
          <p:nvPr/>
        </p:nvSpPr>
        <p:spPr>
          <a:xfrm>
            <a:off x="6095880" y="3638520"/>
            <a:ext cx="2400480" cy="9720"/>
          </a:xfrm>
          <a:custGeom>
            <a:avLst/>
            <a:gdLst/>
            <a:ahLst/>
            <a:cxnLst/>
            <a:rect l="0" t="0" r="r" b="b"/>
            <a:pathLst>
              <a:path w="6668" h="27">
                <a:moveTo>
                  <a:pt x="0" y="0"/>
                </a:moveTo>
                <a:lnTo>
                  <a:pt x="6668" y="0"/>
                </a:lnTo>
                <a:lnTo>
                  <a:pt x="666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83" name="Freeform: Shape 1982"/>
          <p:cNvSpPr/>
          <p:nvPr/>
        </p:nvSpPr>
        <p:spPr>
          <a:xfrm>
            <a:off x="8486640" y="364788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84" name="Freeform: Shape 1983"/>
          <p:cNvSpPr/>
          <p:nvPr/>
        </p:nvSpPr>
        <p:spPr>
          <a:xfrm>
            <a:off x="8496000" y="3638520"/>
            <a:ext cx="2953080" cy="9720"/>
          </a:xfrm>
          <a:custGeom>
            <a:avLst/>
            <a:gdLst/>
            <a:ahLst/>
            <a:cxnLst/>
            <a:rect l="0" t="0" r="r" b="b"/>
            <a:pathLst>
              <a:path w="8203" h="27">
                <a:moveTo>
                  <a:pt x="0" y="0"/>
                </a:moveTo>
                <a:lnTo>
                  <a:pt x="8203" y="0"/>
                </a:lnTo>
                <a:lnTo>
                  <a:pt x="820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85" name="Freeform: Shape 1984"/>
          <p:cNvSpPr/>
          <p:nvPr/>
        </p:nvSpPr>
        <p:spPr>
          <a:xfrm>
            <a:off x="11439360" y="364788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86" name="Freeform: Shape 1985"/>
          <p:cNvSpPr/>
          <p:nvPr/>
        </p:nvSpPr>
        <p:spPr>
          <a:xfrm>
            <a:off x="752400" y="439092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87" name="Freeform: Shape 1986"/>
          <p:cNvSpPr/>
          <p:nvPr/>
        </p:nvSpPr>
        <p:spPr>
          <a:xfrm>
            <a:off x="752400" y="4381200"/>
            <a:ext cx="3019680" cy="10080"/>
          </a:xfrm>
          <a:custGeom>
            <a:avLst/>
            <a:gdLst/>
            <a:ahLst/>
            <a:cxnLst/>
            <a:rect l="0" t="0" r="r" b="b"/>
            <a:pathLst>
              <a:path w="8388" h="28">
                <a:moveTo>
                  <a:pt x="0" y="0"/>
                </a:moveTo>
                <a:lnTo>
                  <a:pt x="8388" y="0"/>
                </a:lnTo>
                <a:lnTo>
                  <a:pt x="838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88" name="Freeform: Shape 1987"/>
          <p:cNvSpPr/>
          <p:nvPr/>
        </p:nvSpPr>
        <p:spPr>
          <a:xfrm>
            <a:off x="3762360" y="439092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89" name="Freeform: Shape 1988"/>
          <p:cNvSpPr/>
          <p:nvPr/>
        </p:nvSpPr>
        <p:spPr>
          <a:xfrm>
            <a:off x="3771720" y="4381200"/>
            <a:ext cx="2324520" cy="10080"/>
          </a:xfrm>
          <a:custGeom>
            <a:avLst/>
            <a:gdLst/>
            <a:ahLst/>
            <a:cxnLst/>
            <a:rect l="0" t="0" r="r" b="b"/>
            <a:pathLst>
              <a:path w="6457" h="28">
                <a:moveTo>
                  <a:pt x="0" y="0"/>
                </a:moveTo>
                <a:lnTo>
                  <a:pt x="6457" y="0"/>
                </a:lnTo>
                <a:lnTo>
                  <a:pt x="6457"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90" name="Freeform: Shape 1989"/>
          <p:cNvSpPr/>
          <p:nvPr/>
        </p:nvSpPr>
        <p:spPr>
          <a:xfrm>
            <a:off x="6086160" y="4390920"/>
            <a:ext cx="10080" cy="733680"/>
          </a:xfrm>
          <a:custGeom>
            <a:avLst/>
            <a:gdLst/>
            <a:ahLst/>
            <a:cxnLst/>
            <a:rect l="0" t="0" r="r" b="b"/>
            <a:pathLst>
              <a:path w="28" h="2038">
                <a:moveTo>
                  <a:pt x="0" y="0"/>
                </a:moveTo>
                <a:lnTo>
                  <a:pt x="28" y="0"/>
                </a:lnTo>
                <a:lnTo>
                  <a:pt x="28"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91" name="Freeform: Shape 1990"/>
          <p:cNvSpPr/>
          <p:nvPr/>
        </p:nvSpPr>
        <p:spPr>
          <a:xfrm>
            <a:off x="6095880" y="4381200"/>
            <a:ext cx="2400480" cy="10080"/>
          </a:xfrm>
          <a:custGeom>
            <a:avLst/>
            <a:gdLst/>
            <a:ahLst/>
            <a:cxnLst/>
            <a:rect l="0" t="0" r="r" b="b"/>
            <a:pathLst>
              <a:path w="6668" h="28">
                <a:moveTo>
                  <a:pt x="0" y="0"/>
                </a:moveTo>
                <a:lnTo>
                  <a:pt x="6668" y="0"/>
                </a:lnTo>
                <a:lnTo>
                  <a:pt x="666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92" name="Freeform: Shape 1991"/>
          <p:cNvSpPr/>
          <p:nvPr/>
        </p:nvSpPr>
        <p:spPr>
          <a:xfrm>
            <a:off x="8486640" y="439092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93" name="Freeform: Shape 1992"/>
          <p:cNvSpPr/>
          <p:nvPr/>
        </p:nvSpPr>
        <p:spPr>
          <a:xfrm>
            <a:off x="8496000" y="4381200"/>
            <a:ext cx="2953080" cy="10080"/>
          </a:xfrm>
          <a:custGeom>
            <a:avLst/>
            <a:gdLst/>
            <a:ahLst/>
            <a:cxnLst/>
            <a:rect l="0" t="0" r="r" b="b"/>
            <a:pathLst>
              <a:path w="8203" h="28">
                <a:moveTo>
                  <a:pt x="0" y="0"/>
                </a:moveTo>
                <a:lnTo>
                  <a:pt x="8203" y="0"/>
                </a:lnTo>
                <a:lnTo>
                  <a:pt x="820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94" name="Freeform: Shape 1993"/>
          <p:cNvSpPr/>
          <p:nvPr/>
        </p:nvSpPr>
        <p:spPr>
          <a:xfrm>
            <a:off x="11439360" y="439092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95" name="Freeform: Shape 1994"/>
          <p:cNvSpPr/>
          <p:nvPr/>
        </p:nvSpPr>
        <p:spPr>
          <a:xfrm>
            <a:off x="752400" y="5124240"/>
            <a:ext cx="9720" cy="1047960"/>
          </a:xfrm>
          <a:custGeom>
            <a:avLst/>
            <a:gdLst/>
            <a:ahLst/>
            <a:cxnLst/>
            <a:rect l="0" t="0" r="r" b="b"/>
            <a:pathLst>
              <a:path w="27" h="2911">
                <a:moveTo>
                  <a:pt x="0" y="0"/>
                </a:moveTo>
                <a:lnTo>
                  <a:pt x="27" y="0"/>
                </a:lnTo>
                <a:lnTo>
                  <a:pt x="27" y="2911"/>
                </a:lnTo>
                <a:lnTo>
                  <a:pt x="0" y="291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96" name="Freeform: Shape 1995"/>
          <p:cNvSpPr/>
          <p:nvPr/>
        </p:nvSpPr>
        <p:spPr>
          <a:xfrm>
            <a:off x="752400" y="5114880"/>
            <a:ext cx="3019680" cy="9720"/>
          </a:xfrm>
          <a:custGeom>
            <a:avLst/>
            <a:gdLst/>
            <a:ahLst/>
            <a:cxnLst/>
            <a:rect l="0" t="0" r="r" b="b"/>
            <a:pathLst>
              <a:path w="8388" h="27">
                <a:moveTo>
                  <a:pt x="0" y="0"/>
                </a:moveTo>
                <a:lnTo>
                  <a:pt x="8388" y="0"/>
                </a:lnTo>
                <a:lnTo>
                  <a:pt x="838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97" name="Freeform: Shape 1996"/>
          <p:cNvSpPr/>
          <p:nvPr/>
        </p:nvSpPr>
        <p:spPr>
          <a:xfrm>
            <a:off x="3762360" y="5124240"/>
            <a:ext cx="9720" cy="1047960"/>
          </a:xfrm>
          <a:custGeom>
            <a:avLst/>
            <a:gdLst/>
            <a:ahLst/>
            <a:cxnLst/>
            <a:rect l="0" t="0" r="r" b="b"/>
            <a:pathLst>
              <a:path w="27" h="2911">
                <a:moveTo>
                  <a:pt x="0" y="0"/>
                </a:moveTo>
                <a:lnTo>
                  <a:pt x="27" y="0"/>
                </a:lnTo>
                <a:lnTo>
                  <a:pt x="27" y="2911"/>
                </a:lnTo>
                <a:lnTo>
                  <a:pt x="0" y="291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98" name="Freeform: Shape 1997"/>
          <p:cNvSpPr/>
          <p:nvPr/>
        </p:nvSpPr>
        <p:spPr>
          <a:xfrm>
            <a:off x="3771720" y="5114880"/>
            <a:ext cx="2324520" cy="9720"/>
          </a:xfrm>
          <a:custGeom>
            <a:avLst/>
            <a:gdLst/>
            <a:ahLst/>
            <a:cxnLst/>
            <a:rect l="0" t="0" r="r" b="b"/>
            <a:pathLst>
              <a:path w="6457" h="27">
                <a:moveTo>
                  <a:pt x="0" y="0"/>
                </a:moveTo>
                <a:lnTo>
                  <a:pt x="6457" y="0"/>
                </a:lnTo>
                <a:lnTo>
                  <a:pt x="645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1999" name="Freeform: Shape 1998"/>
          <p:cNvSpPr/>
          <p:nvPr/>
        </p:nvSpPr>
        <p:spPr>
          <a:xfrm>
            <a:off x="6086160" y="5124240"/>
            <a:ext cx="10080" cy="1047960"/>
          </a:xfrm>
          <a:custGeom>
            <a:avLst/>
            <a:gdLst/>
            <a:ahLst/>
            <a:cxnLst/>
            <a:rect l="0" t="0" r="r" b="b"/>
            <a:pathLst>
              <a:path w="28" h="2911">
                <a:moveTo>
                  <a:pt x="0" y="0"/>
                </a:moveTo>
                <a:lnTo>
                  <a:pt x="28" y="0"/>
                </a:lnTo>
                <a:lnTo>
                  <a:pt x="28" y="2911"/>
                </a:lnTo>
                <a:lnTo>
                  <a:pt x="0" y="291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00" name="Freeform: Shape 1999"/>
          <p:cNvSpPr/>
          <p:nvPr/>
        </p:nvSpPr>
        <p:spPr>
          <a:xfrm>
            <a:off x="6095880" y="5114880"/>
            <a:ext cx="2400480" cy="9720"/>
          </a:xfrm>
          <a:custGeom>
            <a:avLst/>
            <a:gdLst/>
            <a:ahLst/>
            <a:cxnLst/>
            <a:rect l="0" t="0" r="r" b="b"/>
            <a:pathLst>
              <a:path w="6668" h="27">
                <a:moveTo>
                  <a:pt x="0" y="0"/>
                </a:moveTo>
                <a:lnTo>
                  <a:pt x="6668" y="0"/>
                </a:lnTo>
                <a:lnTo>
                  <a:pt x="666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01" name="Freeform: Shape 2000"/>
          <p:cNvSpPr/>
          <p:nvPr/>
        </p:nvSpPr>
        <p:spPr>
          <a:xfrm>
            <a:off x="8486640" y="5124240"/>
            <a:ext cx="9720" cy="1047960"/>
          </a:xfrm>
          <a:custGeom>
            <a:avLst/>
            <a:gdLst/>
            <a:ahLst/>
            <a:cxnLst/>
            <a:rect l="0" t="0" r="r" b="b"/>
            <a:pathLst>
              <a:path w="27" h="2911">
                <a:moveTo>
                  <a:pt x="0" y="0"/>
                </a:moveTo>
                <a:lnTo>
                  <a:pt x="27" y="0"/>
                </a:lnTo>
                <a:lnTo>
                  <a:pt x="27" y="2911"/>
                </a:lnTo>
                <a:lnTo>
                  <a:pt x="0" y="291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02" name="Freeform: Shape 2001"/>
          <p:cNvSpPr/>
          <p:nvPr/>
        </p:nvSpPr>
        <p:spPr>
          <a:xfrm>
            <a:off x="8496000" y="5114880"/>
            <a:ext cx="2953080" cy="9720"/>
          </a:xfrm>
          <a:custGeom>
            <a:avLst/>
            <a:gdLst/>
            <a:ahLst/>
            <a:cxnLst/>
            <a:rect l="0" t="0" r="r" b="b"/>
            <a:pathLst>
              <a:path w="8203" h="27">
                <a:moveTo>
                  <a:pt x="0" y="0"/>
                </a:moveTo>
                <a:lnTo>
                  <a:pt x="8203" y="0"/>
                </a:lnTo>
                <a:lnTo>
                  <a:pt x="820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03" name="Freeform: Shape 2002"/>
          <p:cNvSpPr/>
          <p:nvPr/>
        </p:nvSpPr>
        <p:spPr>
          <a:xfrm>
            <a:off x="11439360" y="5124240"/>
            <a:ext cx="9720" cy="1047960"/>
          </a:xfrm>
          <a:custGeom>
            <a:avLst/>
            <a:gdLst/>
            <a:ahLst/>
            <a:cxnLst/>
            <a:rect l="0" t="0" r="r" b="b"/>
            <a:pathLst>
              <a:path w="27" h="2911">
                <a:moveTo>
                  <a:pt x="0" y="0"/>
                </a:moveTo>
                <a:lnTo>
                  <a:pt x="27" y="0"/>
                </a:lnTo>
                <a:lnTo>
                  <a:pt x="27" y="2911"/>
                </a:lnTo>
                <a:lnTo>
                  <a:pt x="0" y="291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04" name="Freeform: Shape 2003"/>
          <p:cNvSpPr/>
          <p:nvPr/>
        </p:nvSpPr>
        <p:spPr>
          <a:xfrm>
            <a:off x="752400" y="6162480"/>
            <a:ext cx="3019680" cy="9720"/>
          </a:xfrm>
          <a:custGeom>
            <a:avLst/>
            <a:gdLst/>
            <a:ahLst/>
            <a:cxnLst/>
            <a:rect l="0" t="0" r="r" b="b"/>
            <a:pathLst>
              <a:path w="8388" h="27">
                <a:moveTo>
                  <a:pt x="0" y="0"/>
                </a:moveTo>
                <a:lnTo>
                  <a:pt x="8388" y="0"/>
                </a:lnTo>
                <a:lnTo>
                  <a:pt x="838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05" name="Freeform: Shape 2004"/>
          <p:cNvSpPr/>
          <p:nvPr/>
        </p:nvSpPr>
        <p:spPr>
          <a:xfrm>
            <a:off x="3771720" y="6162480"/>
            <a:ext cx="2324520" cy="9720"/>
          </a:xfrm>
          <a:custGeom>
            <a:avLst/>
            <a:gdLst/>
            <a:ahLst/>
            <a:cxnLst/>
            <a:rect l="0" t="0" r="r" b="b"/>
            <a:pathLst>
              <a:path w="6457" h="27">
                <a:moveTo>
                  <a:pt x="0" y="0"/>
                </a:moveTo>
                <a:lnTo>
                  <a:pt x="6457" y="0"/>
                </a:lnTo>
                <a:lnTo>
                  <a:pt x="6457"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06" name="Freeform: Shape 2005"/>
          <p:cNvSpPr/>
          <p:nvPr/>
        </p:nvSpPr>
        <p:spPr>
          <a:xfrm>
            <a:off x="6095880" y="6162480"/>
            <a:ext cx="2400480" cy="9720"/>
          </a:xfrm>
          <a:custGeom>
            <a:avLst/>
            <a:gdLst/>
            <a:ahLst/>
            <a:cxnLst/>
            <a:rect l="0" t="0" r="r" b="b"/>
            <a:pathLst>
              <a:path w="6668" h="27">
                <a:moveTo>
                  <a:pt x="0" y="0"/>
                </a:moveTo>
                <a:lnTo>
                  <a:pt x="6668" y="0"/>
                </a:lnTo>
                <a:lnTo>
                  <a:pt x="666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07" name="Freeform: Shape 2006"/>
          <p:cNvSpPr/>
          <p:nvPr/>
        </p:nvSpPr>
        <p:spPr>
          <a:xfrm>
            <a:off x="8496000" y="6162480"/>
            <a:ext cx="2953080" cy="9720"/>
          </a:xfrm>
          <a:custGeom>
            <a:avLst/>
            <a:gdLst/>
            <a:ahLst/>
            <a:cxnLst/>
            <a:rect l="0" t="0" r="r" b="b"/>
            <a:pathLst>
              <a:path w="8203" h="27">
                <a:moveTo>
                  <a:pt x="0" y="0"/>
                </a:moveTo>
                <a:lnTo>
                  <a:pt x="8203" y="0"/>
                </a:lnTo>
                <a:lnTo>
                  <a:pt x="820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08" name="TextBox 2007"/>
          <p:cNvSpPr txBox="1"/>
          <p:nvPr/>
        </p:nvSpPr>
        <p:spPr>
          <a:xfrm>
            <a:off x="747720" y="758520"/>
            <a:ext cx="5850720" cy="373680"/>
          </a:xfrm>
          <a:prstGeom prst="rect">
            <a:avLst/>
          </a:prstGeom>
          <a:noFill/>
          <a:ln w="0">
            <a:noFill/>
          </a:ln>
        </p:spPr>
        <p:txBody>
          <a:bodyPr wrap="none" lIns="0" tIns="0" rIns="0" bIns="0" anchor="t">
            <a:spAutoFit/>
          </a:bodyPr>
          <a:lstStyle/>
          <a:p>
            <a:r>
              <a:rPr lang="en-GB" sz="2420" b="0" u="none" strike="noStrike">
                <a:solidFill>
                  <a:srgbClr val="2F2F2F"/>
                </a:solidFill>
                <a:effectLst/>
                <a:uFillTx/>
                <a:latin typeface="Inter"/>
                <a:ea typeface="Inter"/>
              </a:rPr>
              <a:t>3.4 Rules Engine (21 features)...cont 2/4</a:t>
            </a:r>
            <a:endParaRPr lang="en-GB" sz="2420" b="0" u="none" strike="noStrike">
              <a:solidFill>
                <a:srgbClr val="000000"/>
              </a:solidFill>
              <a:effectLst/>
              <a:uFillTx/>
              <a:latin typeface="Times New Roman"/>
            </a:endParaRPr>
          </a:p>
        </p:txBody>
      </p:sp>
      <p:sp>
        <p:nvSpPr>
          <p:cNvPr id="2009" name="TextBox 2008"/>
          <p:cNvSpPr txBox="1"/>
          <p:nvPr/>
        </p:nvSpPr>
        <p:spPr>
          <a:xfrm>
            <a:off x="1919160" y="1396440"/>
            <a:ext cx="689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Feature</a:t>
            </a:r>
            <a:endParaRPr lang="en-GB" sz="1500" b="0" u="none" strike="noStrike">
              <a:solidFill>
                <a:srgbClr val="000000"/>
              </a:solidFill>
              <a:effectLst/>
              <a:uFillTx/>
              <a:latin typeface="Times New Roman"/>
            </a:endParaRPr>
          </a:p>
        </p:txBody>
      </p:sp>
      <p:sp>
        <p:nvSpPr>
          <p:cNvPr id="2010" name="TextBox 2009"/>
          <p:cNvSpPr txBox="1"/>
          <p:nvPr/>
        </p:nvSpPr>
        <p:spPr>
          <a:xfrm>
            <a:off x="4706280" y="1396440"/>
            <a:ext cx="458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Type</a:t>
            </a:r>
            <a:endParaRPr lang="en-GB" sz="1500" b="0" u="none" strike="noStrike">
              <a:solidFill>
                <a:srgbClr val="000000"/>
              </a:solidFill>
              <a:effectLst/>
              <a:uFillTx/>
              <a:latin typeface="Times New Roman"/>
            </a:endParaRPr>
          </a:p>
        </p:txBody>
      </p:sp>
      <p:sp>
        <p:nvSpPr>
          <p:cNvPr id="2011" name="TextBox 2010"/>
          <p:cNvSpPr txBox="1"/>
          <p:nvPr/>
        </p:nvSpPr>
        <p:spPr>
          <a:xfrm>
            <a:off x="7001280" y="1396440"/>
            <a:ext cx="567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Status</a:t>
            </a:r>
            <a:endParaRPr lang="en-GB" sz="1500" b="0" u="none" strike="noStrike">
              <a:solidFill>
                <a:srgbClr val="000000"/>
              </a:solidFill>
              <a:effectLst/>
              <a:uFillTx/>
              <a:latin typeface="Times New Roman"/>
            </a:endParaRPr>
          </a:p>
        </p:txBody>
      </p:sp>
      <p:sp>
        <p:nvSpPr>
          <p:cNvPr id="2012" name="TextBox 2011"/>
          <p:cNvSpPr txBox="1"/>
          <p:nvPr/>
        </p:nvSpPr>
        <p:spPr>
          <a:xfrm>
            <a:off x="9696600" y="1396440"/>
            <a:ext cx="532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Notes</a:t>
            </a:r>
            <a:endParaRPr lang="en-GB" sz="1500" b="0" u="none" strike="noStrike">
              <a:solidFill>
                <a:srgbClr val="000000"/>
              </a:solidFill>
              <a:effectLst/>
              <a:uFillTx/>
              <a:latin typeface="Times New Roman"/>
            </a:endParaRPr>
          </a:p>
        </p:txBody>
      </p:sp>
      <p:sp>
        <p:nvSpPr>
          <p:cNvPr id="2013" name="Freeform: Shape 2012"/>
          <p:cNvSpPr/>
          <p:nvPr/>
        </p:nvSpPr>
        <p:spPr>
          <a:xfrm>
            <a:off x="4619520" y="1990440"/>
            <a:ext cx="190800" cy="190800"/>
          </a:xfrm>
          <a:custGeom>
            <a:avLst/>
            <a:gdLst/>
            <a:ahLst/>
            <a:cxnLst/>
            <a:rect l="0" t="0" r="r" b="b"/>
            <a:pathLst>
              <a:path w="530" h="530">
                <a:moveTo>
                  <a:pt x="530" y="472"/>
                </a:moveTo>
                <a:cubicBezTo>
                  <a:pt x="530" y="504"/>
                  <a:pt x="504" y="530"/>
                  <a:pt x="471" y="530"/>
                </a:cubicBezTo>
                <a:lnTo>
                  <a:pt x="59" y="530"/>
                </a:lnTo>
                <a:cubicBezTo>
                  <a:pt x="26" y="530"/>
                  <a:pt x="0" y="504"/>
                  <a:pt x="0" y="472"/>
                </a:cubicBezTo>
                <a:lnTo>
                  <a:pt x="0" y="60"/>
                </a:lnTo>
                <a:cubicBezTo>
                  <a:pt x="0" y="28"/>
                  <a:pt x="26" y="0"/>
                  <a:pt x="59" y="0"/>
                </a:cubicBezTo>
                <a:lnTo>
                  <a:pt x="471" y="0"/>
                </a:lnTo>
                <a:cubicBezTo>
                  <a:pt x="504" y="0"/>
                  <a:pt x="530" y="28"/>
                  <a:pt x="530" y="60"/>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014" name="Freeform: Shape 2013"/>
          <p:cNvSpPr/>
          <p:nvPr/>
        </p:nvSpPr>
        <p:spPr>
          <a:xfrm>
            <a:off x="4627440" y="2053080"/>
            <a:ext cx="177480" cy="65520"/>
          </a:xfrm>
          <a:custGeom>
            <a:avLst/>
            <a:gdLst/>
            <a:ahLst/>
            <a:cxnLst/>
            <a:rect l="0" t="0" r="r" b="b"/>
            <a:pathLst>
              <a:path w="493" h="182">
                <a:moveTo>
                  <a:pt x="19" y="0"/>
                </a:moveTo>
                <a:cubicBezTo>
                  <a:pt x="24" y="0"/>
                  <a:pt x="31" y="3"/>
                  <a:pt x="35" y="8"/>
                </a:cubicBezTo>
                <a:lnTo>
                  <a:pt x="114" y="114"/>
                </a:lnTo>
                <a:lnTo>
                  <a:pt x="114" y="19"/>
                </a:lnTo>
                <a:cubicBezTo>
                  <a:pt x="114" y="7"/>
                  <a:pt x="122" y="0"/>
                  <a:pt x="133" y="0"/>
                </a:cubicBezTo>
                <a:cubicBezTo>
                  <a:pt x="144" y="0"/>
                  <a:pt x="152" y="7"/>
                  <a:pt x="152" y="19"/>
                </a:cubicBezTo>
                <a:lnTo>
                  <a:pt x="152" y="162"/>
                </a:lnTo>
                <a:cubicBezTo>
                  <a:pt x="152" y="175"/>
                  <a:pt x="144" y="182"/>
                  <a:pt x="133" y="182"/>
                </a:cubicBezTo>
                <a:cubicBezTo>
                  <a:pt x="128" y="182"/>
                  <a:pt x="121" y="178"/>
                  <a:pt x="117" y="173"/>
                </a:cubicBezTo>
                <a:lnTo>
                  <a:pt x="38" y="68"/>
                </a:lnTo>
                <a:lnTo>
                  <a:pt x="38" y="162"/>
                </a:lnTo>
                <a:cubicBezTo>
                  <a:pt x="38" y="175"/>
                  <a:pt x="30" y="182"/>
                  <a:pt x="19" y="182"/>
                </a:cubicBezTo>
                <a:cubicBezTo>
                  <a:pt x="8" y="182"/>
                  <a:pt x="0" y="175"/>
                  <a:pt x="0" y="162"/>
                </a:cubicBezTo>
                <a:lnTo>
                  <a:pt x="0" y="19"/>
                </a:lnTo>
                <a:cubicBezTo>
                  <a:pt x="0" y="7"/>
                  <a:pt x="8" y="0"/>
                  <a:pt x="19" y="0"/>
                </a:cubicBezTo>
                <a:moveTo>
                  <a:pt x="164" y="23"/>
                </a:moveTo>
                <a:cubicBezTo>
                  <a:pt x="164" y="10"/>
                  <a:pt x="170" y="1"/>
                  <a:pt x="183" y="1"/>
                </a:cubicBezTo>
                <a:lnTo>
                  <a:pt x="245" y="1"/>
                </a:lnTo>
                <a:cubicBezTo>
                  <a:pt x="257" y="1"/>
                  <a:pt x="263" y="10"/>
                  <a:pt x="263" y="18"/>
                </a:cubicBezTo>
                <a:cubicBezTo>
                  <a:pt x="263" y="27"/>
                  <a:pt x="257" y="36"/>
                  <a:pt x="245" y="36"/>
                </a:cubicBezTo>
                <a:lnTo>
                  <a:pt x="201" y="36"/>
                </a:lnTo>
                <a:lnTo>
                  <a:pt x="201" y="72"/>
                </a:lnTo>
                <a:lnTo>
                  <a:pt x="242" y="72"/>
                </a:lnTo>
                <a:cubicBezTo>
                  <a:pt x="255" y="72"/>
                  <a:pt x="261" y="81"/>
                  <a:pt x="261" y="89"/>
                </a:cubicBezTo>
                <a:cubicBezTo>
                  <a:pt x="261" y="98"/>
                  <a:pt x="254" y="107"/>
                  <a:pt x="242" y="107"/>
                </a:cubicBezTo>
                <a:lnTo>
                  <a:pt x="201" y="107"/>
                </a:lnTo>
                <a:lnTo>
                  <a:pt x="201" y="145"/>
                </a:lnTo>
                <a:lnTo>
                  <a:pt x="248" y="145"/>
                </a:lnTo>
                <a:cubicBezTo>
                  <a:pt x="260" y="145"/>
                  <a:pt x="265" y="154"/>
                  <a:pt x="265" y="163"/>
                </a:cubicBezTo>
                <a:cubicBezTo>
                  <a:pt x="265" y="171"/>
                  <a:pt x="259" y="180"/>
                  <a:pt x="248" y="180"/>
                </a:cubicBezTo>
                <a:lnTo>
                  <a:pt x="183" y="180"/>
                </a:lnTo>
                <a:cubicBezTo>
                  <a:pt x="172" y="180"/>
                  <a:pt x="164" y="173"/>
                  <a:pt x="164" y="161"/>
                </a:cubicBezTo>
                <a:lnTo>
                  <a:pt x="164" y="23"/>
                </a:lnTo>
                <a:moveTo>
                  <a:pt x="271" y="25"/>
                </a:moveTo>
                <a:cubicBezTo>
                  <a:pt x="271" y="21"/>
                  <a:pt x="270" y="20"/>
                  <a:pt x="270" y="16"/>
                </a:cubicBezTo>
                <a:cubicBezTo>
                  <a:pt x="270" y="8"/>
                  <a:pt x="277" y="0"/>
                  <a:pt x="288" y="0"/>
                </a:cubicBezTo>
                <a:cubicBezTo>
                  <a:pt x="300" y="0"/>
                  <a:pt x="306" y="7"/>
                  <a:pt x="308" y="18"/>
                </a:cubicBezTo>
                <a:lnTo>
                  <a:pt x="329" y="124"/>
                </a:lnTo>
                <a:lnTo>
                  <a:pt x="330" y="124"/>
                </a:lnTo>
                <a:lnTo>
                  <a:pt x="362" y="14"/>
                </a:lnTo>
                <a:cubicBezTo>
                  <a:pt x="365" y="5"/>
                  <a:pt x="373" y="0"/>
                  <a:pt x="382" y="0"/>
                </a:cubicBezTo>
                <a:cubicBezTo>
                  <a:pt x="391" y="0"/>
                  <a:pt x="399" y="5"/>
                  <a:pt x="401" y="14"/>
                </a:cubicBezTo>
                <a:lnTo>
                  <a:pt x="434" y="124"/>
                </a:lnTo>
                <a:lnTo>
                  <a:pt x="455" y="18"/>
                </a:lnTo>
                <a:cubicBezTo>
                  <a:pt x="458" y="7"/>
                  <a:pt x="463" y="0"/>
                  <a:pt x="475" y="0"/>
                </a:cubicBezTo>
                <a:cubicBezTo>
                  <a:pt x="486" y="0"/>
                  <a:pt x="493" y="8"/>
                  <a:pt x="493" y="16"/>
                </a:cubicBezTo>
                <a:cubicBezTo>
                  <a:pt x="493" y="20"/>
                  <a:pt x="493" y="21"/>
                  <a:pt x="492" y="25"/>
                </a:cubicBezTo>
                <a:lnTo>
                  <a:pt x="460" y="162"/>
                </a:lnTo>
                <a:cubicBezTo>
                  <a:pt x="458" y="173"/>
                  <a:pt x="450" y="182"/>
                  <a:pt x="436" y="182"/>
                </a:cubicBezTo>
                <a:cubicBezTo>
                  <a:pt x="423" y="182"/>
                  <a:pt x="414" y="174"/>
                  <a:pt x="411" y="163"/>
                </a:cubicBezTo>
                <a:lnTo>
                  <a:pt x="382" y="66"/>
                </a:lnTo>
                <a:lnTo>
                  <a:pt x="353" y="163"/>
                </a:lnTo>
                <a:cubicBezTo>
                  <a:pt x="350" y="174"/>
                  <a:pt x="340" y="182"/>
                  <a:pt x="328" y="182"/>
                </a:cubicBezTo>
                <a:cubicBezTo>
                  <a:pt x="314" y="182"/>
                  <a:pt x="306" y="173"/>
                  <a:pt x="303" y="162"/>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15" name="TextBox 2014"/>
          <p:cNvSpPr txBox="1"/>
          <p:nvPr/>
        </p:nvSpPr>
        <p:spPr>
          <a:xfrm>
            <a:off x="880920" y="1977480"/>
            <a:ext cx="24339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Session Change Messages</a:t>
            </a:r>
            <a:endParaRPr lang="en-GB" sz="1500" b="0" u="none" strike="noStrike">
              <a:solidFill>
                <a:srgbClr val="000000"/>
              </a:solidFill>
              <a:effectLst/>
              <a:uFillTx/>
              <a:latin typeface="Times New Roman"/>
            </a:endParaRPr>
          </a:p>
        </p:txBody>
      </p:sp>
      <p:sp>
        <p:nvSpPr>
          <p:cNvPr id="2016" name="Freeform: Shape 2015"/>
          <p:cNvSpPr/>
          <p:nvPr/>
        </p:nvSpPr>
        <p:spPr>
          <a:xfrm>
            <a:off x="7200720" y="1990440"/>
            <a:ext cx="190800" cy="190800"/>
          </a:xfrm>
          <a:custGeom>
            <a:avLst/>
            <a:gdLst/>
            <a:ahLst/>
            <a:cxnLst/>
            <a:rect l="0" t="0" r="r" b="b"/>
            <a:pathLst>
              <a:path w="530" h="530">
                <a:moveTo>
                  <a:pt x="530" y="472"/>
                </a:moveTo>
                <a:cubicBezTo>
                  <a:pt x="530" y="504"/>
                  <a:pt x="504" y="530"/>
                  <a:pt x="471" y="530"/>
                </a:cubicBezTo>
                <a:lnTo>
                  <a:pt x="59" y="530"/>
                </a:lnTo>
                <a:cubicBezTo>
                  <a:pt x="26" y="530"/>
                  <a:pt x="0" y="504"/>
                  <a:pt x="0" y="472"/>
                </a:cubicBezTo>
                <a:lnTo>
                  <a:pt x="0" y="60"/>
                </a:lnTo>
                <a:cubicBezTo>
                  <a:pt x="0" y="28"/>
                  <a:pt x="26" y="0"/>
                  <a:pt x="59" y="0"/>
                </a:cubicBezTo>
                <a:lnTo>
                  <a:pt x="471" y="0"/>
                </a:lnTo>
                <a:cubicBezTo>
                  <a:pt x="504" y="0"/>
                  <a:pt x="530" y="28"/>
                  <a:pt x="530" y="60"/>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17" name="Freeform: Shape 2016"/>
          <p:cNvSpPr/>
          <p:nvPr/>
        </p:nvSpPr>
        <p:spPr>
          <a:xfrm>
            <a:off x="7230960" y="2022120"/>
            <a:ext cx="131040" cy="128880"/>
          </a:xfrm>
          <a:custGeom>
            <a:avLst/>
            <a:gdLst/>
            <a:ahLst/>
            <a:cxnLst/>
            <a:rect l="0" t="0" r="r" b="b"/>
            <a:pathLst>
              <a:path w="364" h="358">
                <a:moveTo>
                  <a:pt x="347" y="6"/>
                </a:moveTo>
                <a:cubicBezTo>
                  <a:pt x="330" y="-5"/>
                  <a:pt x="308" y="0"/>
                  <a:pt x="297" y="17"/>
                </a:cubicBezTo>
                <a:lnTo>
                  <a:pt x="137" y="264"/>
                </a:lnTo>
                <a:lnTo>
                  <a:pt x="63" y="195"/>
                </a:lnTo>
                <a:cubicBezTo>
                  <a:pt x="47" y="181"/>
                  <a:pt x="23" y="182"/>
                  <a:pt x="10" y="197"/>
                </a:cubicBezTo>
                <a:cubicBezTo>
                  <a:pt x="-4" y="212"/>
                  <a:pt x="-3" y="235"/>
                  <a:pt x="12" y="249"/>
                </a:cubicBezTo>
                <a:lnTo>
                  <a:pt x="119" y="348"/>
                </a:lnTo>
                <a:cubicBezTo>
                  <a:pt x="126" y="354"/>
                  <a:pt x="135" y="358"/>
                  <a:pt x="144" y="358"/>
                </a:cubicBezTo>
                <a:cubicBezTo>
                  <a:pt x="154" y="358"/>
                  <a:pt x="166" y="353"/>
                  <a:pt x="174" y="341"/>
                </a:cubicBezTo>
                <a:cubicBezTo>
                  <a:pt x="179" y="333"/>
                  <a:pt x="358" y="57"/>
                  <a:pt x="358" y="57"/>
                </a:cubicBezTo>
                <a:cubicBezTo>
                  <a:pt x="369" y="40"/>
                  <a:pt x="364" y="17"/>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18" name="TextBox 2017"/>
          <p:cNvSpPr txBox="1"/>
          <p:nvPr/>
        </p:nvSpPr>
        <p:spPr>
          <a:xfrm>
            <a:off x="4815720" y="197748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019" name="TextBox 2018"/>
          <p:cNvSpPr txBox="1"/>
          <p:nvPr/>
        </p:nvSpPr>
        <p:spPr>
          <a:xfrm>
            <a:off x="8615520" y="1825200"/>
            <a:ext cx="19548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Exam session change</a:t>
            </a:r>
            <a:endParaRPr lang="en-GB" sz="1500" b="0" u="none" strike="noStrike">
              <a:solidFill>
                <a:srgbClr val="000000"/>
              </a:solidFill>
              <a:effectLst/>
              <a:uFillTx/>
              <a:latin typeface="Times New Roman"/>
            </a:endParaRPr>
          </a:p>
        </p:txBody>
      </p:sp>
      <p:sp>
        <p:nvSpPr>
          <p:cNvPr id="2020" name="TextBox 2019"/>
          <p:cNvSpPr txBox="1"/>
          <p:nvPr/>
        </p:nvSpPr>
        <p:spPr>
          <a:xfrm>
            <a:off x="8615520" y="2130120"/>
            <a:ext cx="11041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notifications</a:t>
            </a:r>
            <a:endParaRPr lang="en-GB" sz="1500" b="0" u="none" strike="noStrike">
              <a:solidFill>
                <a:srgbClr val="000000"/>
              </a:solidFill>
              <a:effectLst/>
              <a:uFillTx/>
              <a:latin typeface="Times New Roman"/>
            </a:endParaRPr>
          </a:p>
        </p:txBody>
      </p:sp>
      <p:sp>
        <p:nvSpPr>
          <p:cNvPr id="2021" name="Freeform: Shape 2020"/>
          <p:cNvSpPr/>
          <p:nvPr/>
        </p:nvSpPr>
        <p:spPr>
          <a:xfrm>
            <a:off x="4619520" y="273348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022" name="Freeform: Shape 2021"/>
          <p:cNvSpPr/>
          <p:nvPr/>
        </p:nvSpPr>
        <p:spPr>
          <a:xfrm>
            <a:off x="4627440" y="2795760"/>
            <a:ext cx="177480" cy="65520"/>
          </a:xfrm>
          <a:custGeom>
            <a:avLst/>
            <a:gdLst/>
            <a:ahLst/>
            <a:cxnLst/>
            <a:rect l="0" t="0" r="r" b="b"/>
            <a:pathLst>
              <a:path w="493" h="182">
                <a:moveTo>
                  <a:pt x="19" y="0"/>
                </a:moveTo>
                <a:cubicBezTo>
                  <a:pt x="24" y="0"/>
                  <a:pt x="31" y="4"/>
                  <a:pt x="35" y="9"/>
                </a:cubicBezTo>
                <a:lnTo>
                  <a:pt x="114" y="115"/>
                </a:lnTo>
                <a:lnTo>
                  <a:pt x="114" y="20"/>
                </a:lnTo>
                <a:cubicBezTo>
                  <a:pt x="114" y="7"/>
                  <a:pt x="122" y="0"/>
                  <a:pt x="133" y="0"/>
                </a:cubicBezTo>
                <a:cubicBezTo>
                  <a:pt x="144" y="0"/>
                  <a:pt x="152" y="7"/>
                  <a:pt x="152" y="20"/>
                </a:cubicBezTo>
                <a:lnTo>
                  <a:pt x="152" y="163"/>
                </a:lnTo>
                <a:cubicBezTo>
                  <a:pt x="152" y="175"/>
                  <a:pt x="144" y="182"/>
                  <a:pt x="133" y="182"/>
                </a:cubicBezTo>
                <a:cubicBezTo>
                  <a:pt x="128" y="182"/>
                  <a:pt x="121" y="179"/>
                  <a:pt x="117" y="174"/>
                </a:cubicBezTo>
                <a:lnTo>
                  <a:pt x="38" y="70"/>
                </a:lnTo>
                <a:lnTo>
                  <a:pt x="38" y="163"/>
                </a:lnTo>
                <a:cubicBezTo>
                  <a:pt x="38" y="175"/>
                  <a:pt x="30" y="182"/>
                  <a:pt x="19" y="182"/>
                </a:cubicBezTo>
                <a:cubicBezTo>
                  <a:pt x="8" y="182"/>
                  <a:pt x="0" y="175"/>
                  <a:pt x="0" y="163"/>
                </a:cubicBezTo>
                <a:lnTo>
                  <a:pt x="0" y="20"/>
                </a:lnTo>
                <a:cubicBezTo>
                  <a:pt x="0" y="7"/>
                  <a:pt x="8" y="0"/>
                  <a:pt x="19" y="0"/>
                </a:cubicBezTo>
                <a:moveTo>
                  <a:pt x="164" y="24"/>
                </a:moveTo>
                <a:cubicBezTo>
                  <a:pt x="164" y="11"/>
                  <a:pt x="170" y="2"/>
                  <a:pt x="183" y="2"/>
                </a:cubicBezTo>
                <a:lnTo>
                  <a:pt x="245" y="2"/>
                </a:lnTo>
                <a:cubicBezTo>
                  <a:pt x="257" y="2"/>
                  <a:pt x="263" y="10"/>
                  <a:pt x="263" y="19"/>
                </a:cubicBezTo>
                <a:cubicBezTo>
                  <a:pt x="263" y="28"/>
                  <a:pt x="257" y="36"/>
                  <a:pt x="245" y="36"/>
                </a:cubicBezTo>
                <a:lnTo>
                  <a:pt x="201" y="36"/>
                </a:lnTo>
                <a:lnTo>
                  <a:pt x="201" y="74"/>
                </a:lnTo>
                <a:lnTo>
                  <a:pt x="242" y="74"/>
                </a:lnTo>
                <a:cubicBezTo>
                  <a:pt x="255" y="74"/>
                  <a:pt x="261" y="82"/>
                  <a:pt x="261" y="91"/>
                </a:cubicBezTo>
                <a:cubicBezTo>
                  <a:pt x="261" y="100"/>
                  <a:pt x="254" y="108"/>
                  <a:pt x="242" y="108"/>
                </a:cubicBezTo>
                <a:lnTo>
                  <a:pt x="201" y="108"/>
                </a:lnTo>
                <a:lnTo>
                  <a:pt x="201" y="146"/>
                </a:lnTo>
                <a:lnTo>
                  <a:pt x="248" y="146"/>
                </a:lnTo>
                <a:cubicBezTo>
                  <a:pt x="260" y="146"/>
                  <a:pt x="265" y="155"/>
                  <a:pt x="265" y="164"/>
                </a:cubicBezTo>
                <a:cubicBezTo>
                  <a:pt x="265" y="172"/>
                  <a:pt x="259" y="181"/>
                  <a:pt x="248" y="181"/>
                </a:cubicBezTo>
                <a:lnTo>
                  <a:pt x="183" y="181"/>
                </a:lnTo>
                <a:cubicBezTo>
                  <a:pt x="172" y="181"/>
                  <a:pt x="164" y="173"/>
                  <a:pt x="164" y="162"/>
                </a:cubicBezTo>
                <a:lnTo>
                  <a:pt x="164" y="24"/>
                </a:lnTo>
                <a:moveTo>
                  <a:pt x="271" y="25"/>
                </a:moveTo>
                <a:cubicBezTo>
                  <a:pt x="271" y="22"/>
                  <a:pt x="270" y="20"/>
                  <a:pt x="270" y="17"/>
                </a:cubicBezTo>
                <a:cubicBezTo>
                  <a:pt x="270" y="9"/>
                  <a:pt x="277" y="0"/>
                  <a:pt x="288" y="0"/>
                </a:cubicBezTo>
                <a:cubicBezTo>
                  <a:pt x="300" y="0"/>
                  <a:pt x="306" y="7"/>
                  <a:pt x="308" y="18"/>
                </a:cubicBezTo>
                <a:lnTo>
                  <a:pt x="329" y="126"/>
                </a:lnTo>
                <a:lnTo>
                  <a:pt x="330" y="126"/>
                </a:lnTo>
                <a:lnTo>
                  <a:pt x="362" y="15"/>
                </a:lnTo>
                <a:cubicBezTo>
                  <a:pt x="365" y="6"/>
                  <a:pt x="373" y="0"/>
                  <a:pt x="382" y="0"/>
                </a:cubicBezTo>
                <a:cubicBezTo>
                  <a:pt x="391" y="0"/>
                  <a:pt x="399" y="6"/>
                  <a:pt x="401" y="15"/>
                </a:cubicBezTo>
                <a:lnTo>
                  <a:pt x="434" y="126"/>
                </a:lnTo>
                <a:lnTo>
                  <a:pt x="455" y="18"/>
                </a:lnTo>
                <a:cubicBezTo>
                  <a:pt x="458" y="7"/>
                  <a:pt x="463" y="0"/>
                  <a:pt x="475" y="0"/>
                </a:cubicBezTo>
                <a:cubicBezTo>
                  <a:pt x="486" y="0"/>
                  <a:pt x="493" y="9"/>
                  <a:pt x="493" y="17"/>
                </a:cubicBezTo>
                <a:cubicBezTo>
                  <a:pt x="493" y="20"/>
                  <a:pt x="493" y="22"/>
                  <a:pt x="492" y="25"/>
                </a:cubicBezTo>
                <a:lnTo>
                  <a:pt x="460" y="163"/>
                </a:lnTo>
                <a:cubicBezTo>
                  <a:pt x="458" y="173"/>
                  <a:pt x="450" y="182"/>
                  <a:pt x="436" y="182"/>
                </a:cubicBezTo>
                <a:cubicBezTo>
                  <a:pt x="423" y="182"/>
                  <a:pt x="414" y="174"/>
                  <a:pt x="411" y="164"/>
                </a:cubicBezTo>
                <a:lnTo>
                  <a:pt x="382" y="68"/>
                </a:lnTo>
                <a:lnTo>
                  <a:pt x="353" y="164"/>
                </a:lnTo>
                <a:cubicBezTo>
                  <a:pt x="350" y="174"/>
                  <a:pt x="340" y="182"/>
                  <a:pt x="328" y="182"/>
                </a:cubicBezTo>
                <a:cubicBezTo>
                  <a:pt x="314" y="182"/>
                  <a:pt x="306" y="173"/>
                  <a:pt x="303" y="163"/>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23" name="TextBox 2022"/>
          <p:cNvSpPr txBox="1"/>
          <p:nvPr/>
        </p:nvSpPr>
        <p:spPr>
          <a:xfrm>
            <a:off x="880920" y="2720520"/>
            <a:ext cx="2267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ASET and Vault Message</a:t>
            </a:r>
            <a:endParaRPr lang="en-GB" sz="1500" b="0" u="none" strike="noStrike">
              <a:solidFill>
                <a:srgbClr val="000000"/>
              </a:solidFill>
              <a:effectLst/>
              <a:uFillTx/>
              <a:latin typeface="Times New Roman"/>
            </a:endParaRPr>
          </a:p>
        </p:txBody>
      </p:sp>
      <p:sp>
        <p:nvSpPr>
          <p:cNvPr id="2024" name="Freeform: Shape 2023"/>
          <p:cNvSpPr/>
          <p:nvPr/>
        </p:nvSpPr>
        <p:spPr>
          <a:xfrm>
            <a:off x="7200720" y="273348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25" name="Freeform: Shape 2024"/>
          <p:cNvSpPr/>
          <p:nvPr/>
        </p:nvSpPr>
        <p:spPr>
          <a:xfrm>
            <a:off x="7230960" y="2765160"/>
            <a:ext cx="131040" cy="128520"/>
          </a:xfrm>
          <a:custGeom>
            <a:avLst/>
            <a:gdLst/>
            <a:ahLst/>
            <a:cxnLst/>
            <a:rect l="0" t="0" r="r" b="b"/>
            <a:pathLst>
              <a:path w="364" h="357">
                <a:moveTo>
                  <a:pt x="347" y="6"/>
                </a:moveTo>
                <a:cubicBezTo>
                  <a:pt x="330" y="-5"/>
                  <a:pt x="308" y="-1"/>
                  <a:pt x="297" y="16"/>
                </a:cubicBezTo>
                <a:lnTo>
                  <a:pt x="137" y="263"/>
                </a:lnTo>
                <a:lnTo>
                  <a:pt x="63" y="195"/>
                </a:lnTo>
                <a:cubicBezTo>
                  <a:pt x="47" y="181"/>
                  <a:pt x="23" y="182"/>
                  <a:pt x="10" y="197"/>
                </a:cubicBezTo>
                <a:cubicBezTo>
                  <a:pt x="-4" y="212"/>
                  <a:pt x="-3" y="235"/>
                  <a:pt x="12" y="249"/>
                </a:cubicBezTo>
                <a:lnTo>
                  <a:pt x="119" y="348"/>
                </a:lnTo>
                <a:cubicBezTo>
                  <a:pt x="126" y="354"/>
                  <a:pt x="135" y="357"/>
                  <a:pt x="144" y="357"/>
                </a:cubicBezTo>
                <a:cubicBezTo>
                  <a:pt x="154" y="357"/>
                  <a:pt x="166" y="353"/>
                  <a:pt x="174" y="341"/>
                </a:cubicBezTo>
                <a:cubicBezTo>
                  <a:pt x="179" y="333"/>
                  <a:pt x="358" y="56"/>
                  <a:pt x="358" y="56"/>
                </a:cubicBezTo>
                <a:cubicBezTo>
                  <a:pt x="369" y="39"/>
                  <a:pt x="364" y="17"/>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26" name="TextBox 2025"/>
          <p:cNvSpPr txBox="1"/>
          <p:nvPr/>
        </p:nvSpPr>
        <p:spPr>
          <a:xfrm>
            <a:off x="4815720" y="272052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027" name="TextBox 2026"/>
          <p:cNvSpPr txBox="1"/>
          <p:nvPr/>
        </p:nvSpPr>
        <p:spPr>
          <a:xfrm>
            <a:off x="8615520" y="2568240"/>
            <a:ext cx="21456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Tutorial session change</a:t>
            </a:r>
            <a:endParaRPr lang="en-GB" sz="1500" b="0" u="none" strike="noStrike">
              <a:solidFill>
                <a:srgbClr val="000000"/>
              </a:solidFill>
              <a:effectLst/>
              <a:uFillTx/>
              <a:latin typeface="Times New Roman"/>
            </a:endParaRPr>
          </a:p>
        </p:txBody>
      </p:sp>
      <p:sp>
        <p:nvSpPr>
          <p:cNvPr id="2028" name="TextBox 2027"/>
          <p:cNvSpPr txBox="1"/>
          <p:nvPr/>
        </p:nvSpPr>
        <p:spPr>
          <a:xfrm>
            <a:off x="8615520" y="2872800"/>
            <a:ext cx="11041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notifications</a:t>
            </a:r>
            <a:endParaRPr lang="en-GB" sz="1500" b="0" u="none" strike="noStrike">
              <a:solidFill>
                <a:srgbClr val="000000"/>
              </a:solidFill>
              <a:effectLst/>
              <a:uFillTx/>
              <a:latin typeface="Times New Roman"/>
            </a:endParaRPr>
          </a:p>
        </p:txBody>
      </p:sp>
      <p:sp>
        <p:nvSpPr>
          <p:cNvPr id="2029" name="Freeform: Shape 2028"/>
          <p:cNvSpPr/>
          <p:nvPr/>
        </p:nvSpPr>
        <p:spPr>
          <a:xfrm>
            <a:off x="4619520" y="331452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60"/>
                </a:lnTo>
                <a:cubicBezTo>
                  <a:pt x="0" y="26"/>
                  <a:pt x="26" y="0"/>
                  <a:pt x="59" y="0"/>
                </a:cubicBezTo>
                <a:lnTo>
                  <a:pt x="471" y="0"/>
                </a:lnTo>
                <a:cubicBezTo>
                  <a:pt x="504" y="0"/>
                  <a:pt x="530" y="26"/>
                  <a:pt x="530" y="60"/>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030" name="Freeform: Shape 2029"/>
          <p:cNvSpPr/>
          <p:nvPr/>
        </p:nvSpPr>
        <p:spPr>
          <a:xfrm>
            <a:off x="4627440" y="3376800"/>
            <a:ext cx="177480" cy="65520"/>
          </a:xfrm>
          <a:custGeom>
            <a:avLst/>
            <a:gdLst/>
            <a:ahLst/>
            <a:cxnLst/>
            <a:rect l="0" t="0" r="r" b="b"/>
            <a:pathLst>
              <a:path w="493" h="182">
                <a:moveTo>
                  <a:pt x="19" y="0"/>
                </a:moveTo>
                <a:cubicBezTo>
                  <a:pt x="24" y="0"/>
                  <a:pt x="31" y="4"/>
                  <a:pt x="35" y="9"/>
                </a:cubicBezTo>
                <a:lnTo>
                  <a:pt x="114" y="115"/>
                </a:lnTo>
                <a:lnTo>
                  <a:pt x="114" y="20"/>
                </a:lnTo>
                <a:cubicBezTo>
                  <a:pt x="114" y="7"/>
                  <a:pt x="122" y="0"/>
                  <a:pt x="133" y="0"/>
                </a:cubicBezTo>
                <a:cubicBezTo>
                  <a:pt x="144" y="0"/>
                  <a:pt x="152" y="7"/>
                  <a:pt x="152" y="20"/>
                </a:cubicBezTo>
                <a:lnTo>
                  <a:pt x="152" y="163"/>
                </a:lnTo>
                <a:cubicBezTo>
                  <a:pt x="152" y="175"/>
                  <a:pt x="144" y="182"/>
                  <a:pt x="133" y="182"/>
                </a:cubicBezTo>
                <a:cubicBezTo>
                  <a:pt x="128" y="182"/>
                  <a:pt x="121" y="179"/>
                  <a:pt x="117" y="174"/>
                </a:cubicBezTo>
                <a:lnTo>
                  <a:pt x="38" y="69"/>
                </a:lnTo>
                <a:lnTo>
                  <a:pt x="38" y="163"/>
                </a:lnTo>
                <a:cubicBezTo>
                  <a:pt x="38" y="175"/>
                  <a:pt x="30" y="182"/>
                  <a:pt x="19" y="182"/>
                </a:cubicBezTo>
                <a:cubicBezTo>
                  <a:pt x="8" y="182"/>
                  <a:pt x="0" y="175"/>
                  <a:pt x="0" y="163"/>
                </a:cubicBezTo>
                <a:lnTo>
                  <a:pt x="0" y="20"/>
                </a:lnTo>
                <a:cubicBezTo>
                  <a:pt x="0" y="7"/>
                  <a:pt x="8" y="0"/>
                  <a:pt x="19" y="0"/>
                </a:cubicBezTo>
                <a:moveTo>
                  <a:pt x="164" y="24"/>
                </a:moveTo>
                <a:cubicBezTo>
                  <a:pt x="164" y="11"/>
                  <a:pt x="170" y="2"/>
                  <a:pt x="183" y="2"/>
                </a:cubicBezTo>
                <a:lnTo>
                  <a:pt x="245" y="2"/>
                </a:lnTo>
                <a:cubicBezTo>
                  <a:pt x="257" y="2"/>
                  <a:pt x="263" y="10"/>
                  <a:pt x="263" y="19"/>
                </a:cubicBezTo>
                <a:cubicBezTo>
                  <a:pt x="263" y="28"/>
                  <a:pt x="257" y="36"/>
                  <a:pt x="245" y="36"/>
                </a:cubicBezTo>
                <a:lnTo>
                  <a:pt x="201" y="36"/>
                </a:lnTo>
                <a:lnTo>
                  <a:pt x="201" y="74"/>
                </a:lnTo>
                <a:lnTo>
                  <a:pt x="242" y="74"/>
                </a:lnTo>
                <a:cubicBezTo>
                  <a:pt x="255" y="74"/>
                  <a:pt x="261" y="82"/>
                  <a:pt x="261" y="91"/>
                </a:cubicBezTo>
                <a:cubicBezTo>
                  <a:pt x="261" y="100"/>
                  <a:pt x="254" y="108"/>
                  <a:pt x="242" y="108"/>
                </a:cubicBezTo>
                <a:lnTo>
                  <a:pt x="201" y="108"/>
                </a:lnTo>
                <a:lnTo>
                  <a:pt x="201" y="146"/>
                </a:lnTo>
                <a:lnTo>
                  <a:pt x="248" y="146"/>
                </a:lnTo>
                <a:cubicBezTo>
                  <a:pt x="260" y="146"/>
                  <a:pt x="265" y="155"/>
                  <a:pt x="265" y="164"/>
                </a:cubicBezTo>
                <a:cubicBezTo>
                  <a:pt x="265" y="172"/>
                  <a:pt x="259" y="181"/>
                  <a:pt x="248" y="181"/>
                </a:cubicBezTo>
                <a:lnTo>
                  <a:pt x="183" y="181"/>
                </a:lnTo>
                <a:cubicBezTo>
                  <a:pt x="172" y="181"/>
                  <a:pt x="164" y="173"/>
                  <a:pt x="164" y="162"/>
                </a:cubicBezTo>
                <a:lnTo>
                  <a:pt x="164" y="24"/>
                </a:lnTo>
                <a:moveTo>
                  <a:pt x="271" y="25"/>
                </a:moveTo>
                <a:cubicBezTo>
                  <a:pt x="271" y="22"/>
                  <a:pt x="270" y="20"/>
                  <a:pt x="270" y="17"/>
                </a:cubicBezTo>
                <a:cubicBezTo>
                  <a:pt x="270" y="9"/>
                  <a:pt x="277" y="0"/>
                  <a:pt x="288" y="0"/>
                </a:cubicBezTo>
                <a:cubicBezTo>
                  <a:pt x="300" y="0"/>
                  <a:pt x="306" y="7"/>
                  <a:pt x="308" y="18"/>
                </a:cubicBezTo>
                <a:lnTo>
                  <a:pt x="329" y="126"/>
                </a:lnTo>
                <a:lnTo>
                  <a:pt x="330" y="126"/>
                </a:lnTo>
                <a:lnTo>
                  <a:pt x="362" y="15"/>
                </a:lnTo>
                <a:cubicBezTo>
                  <a:pt x="365" y="6"/>
                  <a:pt x="373" y="0"/>
                  <a:pt x="382" y="0"/>
                </a:cubicBezTo>
                <a:cubicBezTo>
                  <a:pt x="391" y="0"/>
                  <a:pt x="399" y="6"/>
                  <a:pt x="401" y="15"/>
                </a:cubicBezTo>
                <a:lnTo>
                  <a:pt x="434" y="126"/>
                </a:lnTo>
                <a:lnTo>
                  <a:pt x="455" y="18"/>
                </a:lnTo>
                <a:cubicBezTo>
                  <a:pt x="458" y="7"/>
                  <a:pt x="463" y="0"/>
                  <a:pt x="475" y="0"/>
                </a:cubicBezTo>
                <a:cubicBezTo>
                  <a:pt x="486" y="0"/>
                  <a:pt x="493" y="9"/>
                  <a:pt x="493" y="17"/>
                </a:cubicBezTo>
                <a:cubicBezTo>
                  <a:pt x="493" y="20"/>
                  <a:pt x="493" y="22"/>
                  <a:pt x="492" y="25"/>
                </a:cubicBezTo>
                <a:lnTo>
                  <a:pt x="460" y="163"/>
                </a:lnTo>
                <a:cubicBezTo>
                  <a:pt x="458" y="173"/>
                  <a:pt x="450" y="182"/>
                  <a:pt x="436" y="182"/>
                </a:cubicBezTo>
                <a:cubicBezTo>
                  <a:pt x="423" y="182"/>
                  <a:pt x="414" y="174"/>
                  <a:pt x="411" y="164"/>
                </a:cubicBezTo>
                <a:lnTo>
                  <a:pt x="382" y="67"/>
                </a:lnTo>
                <a:lnTo>
                  <a:pt x="353" y="164"/>
                </a:lnTo>
                <a:cubicBezTo>
                  <a:pt x="350" y="174"/>
                  <a:pt x="340" y="182"/>
                  <a:pt x="328" y="182"/>
                </a:cubicBezTo>
                <a:cubicBezTo>
                  <a:pt x="314" y="182"/>
                  <a:pt x="306" y="173"/>
                  <a:pt x="303" y="163"/>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31" name="TextBox 2030"/>
          <p:cNvSpPr txBox="1"/>
          <p:nvPr/>
        </p:nvSpPr>
        <p:spPr>
          <a:xfrm>
            <a:off x="880920" y="3301560"/>
            <a:ext cx="21024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UK Import Tax Warning</a:t>
            </a:r>
            <a:endParaRPr lang="en-GB" sz="1500" b="0" u="none" strike="noStrike">
              <a:solidFill>
                <a:srgbClr val="000000"/>
              </a:solidFill>
              <a:effectLst/>
              <a:uFillTx/>
              <a:latin typeface="Times New Roman"/>
            </a:endParaRPr>
          </a:p>
        </p:txBody>
      </p:sp>
      <p:sp>
        <p:nvSpPr>
          <p:cNvPr id="2032" name="Freeform: Shape 2031"/>
          <p:cNvSpPr/>
          <p:nvPr/>
        </p:nvSpPr>
        <p:spPr>
          <a:xfrm>
            <a:off x="7200720" y="331452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60"/>
                </a:lnTo>
                <a:cubicBezTo>
                  <a:pt x="0" y="26"/>
                  <a:pt x="26" y="0"/>
                  <a:pt x="59" y="0"/>
                </a:cubicBezTo>
                <a:lnTo>
                  <a:pt x="471" y="0"/>
                </a:lnTo>
                <a:cubicBezTo>
                  <a:pt x="504" y="0"/>
                  <a:pt x="530" y="26"/>
                  <a:pt x="530" y="60"/>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33" name="Freeform: Shape 2032"/>
          <p:cNvSpPr/>
          <p:nvPr/>
        </p:nvSpPr>
        <p:spPr>
          <a:xfrm>
            <a:off x="7230960" y="3346200"/>
            <a:ext cx="131040" cy="128880"/>
          </a:xfrm>
          <a:custGeom>
            <a:avLst/>
            <a:gdLst/>
            <a:ahLst/>
            <a:cxnLst/>
            <a:rect l="0" t="0" r="r" b="b"/>
            <a:pathLst>
              <a:path w="364" h="358">
                <a:moveTo>
                  <a:pt x="347" y="7"/>
                </a:moveTo>
                <a:cubicBezTo>
                  <a:pt x="330" y="-5"/>
                  <a:pt x="308" y="0"/>
                  <a:pt x="297" y="17"/>
                </a:cubicBezTo>
                <a:lnTo>
                  <a:pt x="137" y="265"/>
                </a:lnTo>
                <a:lnTo>
                  <a:pt x="63" y="197"/>
                </a:lnTo>
                <a:cubicBezTo>
                  <a:pt x="47" y="183"/>
                  <a:pt x="23" y="184"/>
                  <a:pt x="10" y="199"/>
                </a:cubicBezTo>
                <a:cubicBezTo>
                  <a:pt x="-4" y="214"/>
                  <a:pt x="-3" y="237"/>
                  <a:pt x="12" y="251"/>
                </a:cubicBezTo>
                <a:lnTo>
                  <a:pt x="119" y="349"/>
                </a:lnTo>
                <a:cubicBezTo>
                  <a:pt x="126" y="355"/>
                  <a:pt x="135" y="358"/>
                  <a:pt x="144" y="358"/>
                </a:cubicBezTo>
                <a:cubicBezTo>
                  <a:pt x="154" y="358"/>
                  <a:pt x="166" y="354"/>
                  <a:pt x="174" y="342"/>
                </a:cubicBezTo>
                <a:cubicBezTo>
                  <a:pt x="179" y="334"/>
                  <a:pt x="358" y="57"/>
                  <a:pt x="358" y="57"/>
                </a:cubicBezTo>
                <a:cubicBezTo>
                  <a:pt x="369" y="40"/>
                  <a:pt x="364" y="18"/>
                  <a:pt x="347" y="7"/>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34" name="TextBox 2033"/>
          <p:cNvSpPr txBox="1"/>
          <p:nvPr/>
        </p:nvSpPr>
        <p:spPr>
          <a:xfrm>
            <a:off x="4815720" y="330156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035" name="TextBox 2034"/>
          <p:cNvSpPr txBox="1"/>
          <p:nvPr/>
        </p:nvSpPr>
        <p:spPr>
          <a:xfrm>
            <a:off x="8615520" y="3301560"/>
            <a:ext cx="26478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Message for nonUK student</a:t>
            </a:r>
            <a:endParaRPr lang="en-GB" sz="1500" b="0" u="none" strike="noStrike">
              <a:solidFill>
                <a:srgbClr val="000000"/>
              </a:solidFill>
              <a:effectLst/>
              <a:uFillTx/>
              <a:latin typeface="Times New Roman"/>
            </a:endParaRPr>
          </a:p>
        </p:txBody>
      </p:sp>
      <p:sp>
        <p:nvSpPr>
          <p:cNvPr id="2036" name="TextBox 2035"/>
          <p:cNvSpPr txBox="1"/>
          <p:nvPr/>
        </p:nvSpPr>
        <p:spPr>
          <a:xfrm>
            <a:off x="880920" y="3739680"/>
            <a:ext cx="2408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Expired Marking Deadlines</a:t>
            </a:r>
            <a:endParaRPr lang="en-GB" sz="1500" b="0" u="none" strike="noStrike">
              <a:solidFill>
                <a:srgbClr val="000000"/>
              </a:solidFill>
              <a:effectLst/>
              <a:uFillTx/>
              <a:latin typeface="Times New Roman"/>
            </a:endParaRPr>
          </a:p>
        </p:txBody>
      </p:sp>
      <p:sp>
        <p:nvSpPr>
          <p:cNvPr id="2037" name="Freeform: Shape 2036"/>
          <p:cNvSpPr/>
          <p:nvPr/>
        </p:nvSpPr>
        <p:spPr>
          <a:xfrm>
            <a:off x="4619520" y="3904920"/>
            <a:ext cx="190800" cy="191160"/>
          </a:xfrm>
          <a:custGeom>
            <a:avLst/>
            <a:gdLst/>
            <a:ahLst/>
            <a:cxnLst/>
            <a:rect l="0" t="0" r="r" b="b"/>
            <a:pathLst>
              <a:path w="530" h="531">
                <a:moveTo>
                  <a:pt x="530" y="471"/>
                </a:moveTo>
                <a:cubicBezTo>
                  <a:pt x="530" y="503"/>
                  <a:pt x="504" y="531"/>
                  <a:pt x="471" y="531"/>
                </a:cubicBezTo>
                <a:lnTo>
                  <a:pt x="59" y="531"/>
                </a:lnTo>
                <a:cubicBezTo>
                  <a:pt x="26" y="531"/>
                  <a:pt x="0" y="503"/>
                  <a:pt x="0" y="471"/>
                </a:cubicBezTo>
                <a:lnTo>
                  <a:pt x="0" y="59"/>
                </a:lnTo>
                <a:cubicBezTo>
                  <a:pt x="0" y="27"/>
                  <a:pt x="26" y="0"/>
                  <a:pt x="59" y="0"/>
                </a:cubicBezTo>
                <a:lnTo>
                  <a:pt x="471" y="0"/>
                </a:lnTo>
                <a:cubicBezTo>
                  <a:pt x="504" y="0"/>
                  <a:pt x="530" y="27"/>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038" name="Freeform: Shape 2037"/>
          <p:cNvSpPr/>
          <p:nvPr/>
        </p:nvSpPr>
        <p:spPr>
          <a:xfrm>
            <a:off x="4627440" y="3967560"/>
            <a:ext cx="177480" cy="65520"/>
          </a:xfrm>
          <a:custGeom>
            <a:avLst/>
            <a:gdLst/>
            <a:ahLst/>
            <a:cxnLst/>
            <a:rect l="0" t="0" r="r" b="b"/>
            <a:pathLst>
              <a:path w="493" h="182">
                <a:moveTo>
                  <a:pt x="19" y="0"/>
                </a:moveTo>
                <a:cubicBezTo>
                  <a:pt x="24" y="0"/>
                  <a:pt x="31" y="4"/>
                  <a:pt x="35" y="8"/>
                </a:cubicBezTo>
                <a:lnTo>
                  <a:pt x="114" y="115"/>
                </a:lnTo>
                <a:lnTo>
                  <a:pt x="114" y="19"/>
                </a:lnTo>
                <a:cubicBezTo>
                  <a:pt x="114" y="7"/>
                  <a:pt x="122" y="0"/>
                  <a:pt x="133" y="0"/>
                </a:cubicBezTo>
                <a:cubicBezTo>
                  <a:pt x="144" y="0"/>
                  <a:pt x="152" y="7"/>
                  <a:pt x="152" y="19"/>
                </a:cubicBezTo>
                <a:lnTo>
                  <a:pt x="152" y="162"/>
                </a:lnTo>
                <a:cubicBezTo>
                  <a:pt x="152" y="175"/>
                  <a:pt x="144" y="182"/>
                  <a:pt x="133" y="182"/>
                </a:cubicBezTo>
                <a:cubicBezTo>
                  <a:pt x="128" y="182"/>
                  <a:pt x="121" y="178"/>
                  <a:pt x="117" y="173"/>
                </a:cubicBezTo>
                <a:lnTo>
                  <a:pt x="38" y="69"/>
                </a:lnTo>
                <a:lnTo>
                  <a:pt x="38" y="162"/>
                </a:lnTo>
                <a:cubicBezTo>
                  <a:pt x="38" y="175"/>
                  <a:pt x="30" y="182"/>
                  <a:pt x="19" y="182"/>
                </a:cubicBezTo>
                <a:cubicBezTo>
                  <a:pt x="8" y="182"/>
                  <a:pt x="0" y="175"/>
                  <a:pt x="0" y="162"/>
                </a:cubicBezTo>
                <a:lnTo>
                  <a:pt x="0" y="19"/>
                </a:lnTo>
                <a:cubicBezTo>
                  <a:pt x="0" y="7"/>
                  <a:pt x="8" y="0"/>
                  <a:pt x="19" y="0"/>
                </a:cubicBezTo>
                <a:moveTo>
                  <a:pt x="164" y="23"/>
                </a:moveTo>
                <a:cubicBezTo>
                  <a:pt x="164" y="11"/>
                  <a:pt x="170" y="1"/>
                  <a:pt x="183" y="1"/>
                </a:cubicBezTo>
                <a:lnTo>
                  <a:pt x="245" y="1"/>
                </a:lnTo>
                <a:cubicBezTo>
                  <a:pt x="257" y="1"/>
                  <a:pt x="263" y="10"/>
                  <a:pt x="263" y="19"/>
                </a:cubicBezTo>
                <a:cubicBezTo>
                  <a:pt x="263" y="27"/>
                  <a:pt x="257" y="36"/>
                  <a:pt x="245" y="36"/>
                </a:cubicBezTo>
                <a:lnTo>
                  <a:pt x="201" y="36"/>
                </a:lnTo>
                <a:lnTo>
                  <a:pt x="201" y="73"/>
                </a:lnTo>
                <a:lnTo>
                  <a:pt x="242" y="73"/>
                </a:lnTo>
                <a:cubicBezTo>
                  <a:pt x="255" y="73"/>
                  <a:pt x="261" y="82"/>
                  <a:pt x="261" y="90"/>
                </a:cubicBezTo>
                <a:cubicBezTo>
                  <a:pt x="261" y="99"/>
                  <a:pt x="254" y="108"/>
                  <a:pt x="242" y="108"/>
                </a:cubicBezTo>
                <a:lnTo>
                  <a:pt x="201" y="108"/>
                </a:lnTo>
                <a:lnTo>
                  <a:pt x="201" y="146"/>
                </a:lnTo>
                <a:lnTo>
                  <a:pt x="248" y="146"/>
                </a:lnTo>
                <a:cubicBezTo>
                  <a:pt x="260" y="146"/>
                  <a:pt x="265" y="154"/>
                  <a:pt x="265" y="163"/>
                </a:cubicBezTo>
                <a:cubicBezTo>
                  <a:pt x="265" y="171"/>
                  <a:pt x="259" y="180"/>
                  <a:pt x="248" y="180"/>
                </a:cubicBezTo>
                <a:lnTo>
                  <a:pt x="183" y="180"/>
                </a:lnTo>
                <a:cubicBezTo>
                  <a:pt x="172" y="180"/>
                  <a:pt x="164" y="173"/>
                  <a:pt x="164" y="161"/>
                </a:cubicBezTo>
                <a:lnTo>
                  <a:pt x="164" y="23"/>
                </a:lnTo>
                <a:moveTo>
                  <a:pt x="271" y="25"/>
                </a:moveTo>
                <a:cubicBezTo>
                  <a:pt x="271" y="22"/>
                  <a:pt x="270" y="20"/>
                  <a:pt x="270" y="16"/>
                </a:cubicBezTo>
                <a:cubicBezTo>
                  <a:pt x="270" y="8"/>
                  <a:pt x="277" y="0"/>
                  <a:pt x="288" y="0"/>
                </a:cubicBezTo>
                <a:cubicBezTo>
                  <a:pt x="300" y="0"/>
                  <a:pt x="306" y="7"/>
                  <a:pt x="308" y="18"/>
                </a:cubicBezTo>
                <a:lnTo>
                  <a:pt x="329" y="125"/>
                </a:lnTo>
                <a:lnTo>
                  <a:pt x="330" y="125"/>
                </a:lnTo>
                <a:lnTo>
                  <a:pt x="362" y="15"/>
                </a:lnTo>
                <a:cubicBezTo>
                  <a:pt x="365" y="6"/>
                  <a:pt x="373" y="0"/>
                  <a:pt x="382" y="0"/>
                </a:cubicBezTo>
                <a:cubicBezTo>
                  <a:pt x="391" y="0"/>
                  <a:pt x="399" y="6"/>
                  <a:pt x="401" y="15"/>
                </a:cubicBezTo>
                <a:lnTo>
                  <a:pt x="434" y="125"/>
                </a:lnTo>
                <a:lnTo>
                  <a:pt x="455" y="18"/>
                </a:lnTo>
                <a:cubicBezTo>
                  <a:pt x="458" y="7"/>
                  <a:pt x="463" y="0"/>
                  <a:pt x="475" y="0"/>
                </a:cubicBezTo>
                <a:cubicBezTo>
                  <a:pt x="486" y="0"/>
                  <a:pt x="493" y="8"/>
                  <a:pt x="493" y="16"/>
                </a:cubicBezTo>
                <a:cubicBezTo>
                  <a:pt x="493" y="20"/>
                  <a:pt x="493" y="22"/>
                  <a:pt x="492" y="25"/>
                </a:cubicBezTo>
                <a:lnTo>
                  <a:pt x="460" y="162"/>
                </a:lnTo>
                <a:cubicBezTo>
                  <a:pt x="458" y="173"/>
                  <a:pt x="450" y="182"/>
                  <a:pt x="436" y="182"/>
                </a:cubicBezTo>
                <a:cubicBezTo>
                  <a:pt x="423" y="182"/>
                  <a:pt x="414" y="174"/>
                  <a:pt x="411" y="163"/>
                </a:cubicBezTo>
                <a:lnTo>
                  <a:pt x="382" y="67"/>
                </a:lnTo>
                <a:lnTo>
                  <a:pt x="353" y="163"/>
                </a:lnTo>
                <a:cubicBezTo>
                  <a:pt x="350" y="174"/>
                  <a:pt x="340" y="182"/>
                  <a:pt x="328" y="182"/>
                </a:cubicBezTo>
                <a:cubicBezTo>
                  <a:pt x="314" y="182"/>
                  <a:pt x="306" y="173"/>
                  <a:pt x="303" y="162"/>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39" name="TextBox 2038"/>
          <p:cNvSpPr txBox="1"/>
          <p:nvPr/>
        </p:nvSpPr>
        <p:spPr>
          <a:xfrm>
            <a:off x="880920" y="4044600"/>
            <a:ext cx="755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Warning</a:t>
            </a:r>
            <a:endParaRPr lang="en-GB" sz="1500" b="0" u="none" strike="noStrike">
              <a:solidFill>
                <a:srgbClr val="000000"/>
              </a:solidFill>
              <a:effectLst/>
              <a:uFillTx/>
              <a:latin typeface="Times New Roman"/>
            </a:endParaRPr>
          </a:p>
        </p:txBody>
      </p:sp>
      <p:sp>
        <p:nvSpPr>
          <p:cNvPr id="2040" name="Freeform: Shape 2039"/>
          <p:cNvSpPr/>
          <p:nvPr/>
        </p:nvSpPr>
        <p:spPr>
          <a:xfrm>
            <a:off x="7200720" y="3904920"/>
            <a:ext cx="190800" cy="191160"/>
          </a:xfrm>
          <a:custGeom>
            <a:avLst/>
            <a:gdLst/>
            <a:ahLst/>
            <a:cxnLst/>
            <a:rect l="0" t="0" r="r" b="b"/>
            <a:pathLst>
              <a:path w="530" h="531">
                <a:moveTo>
                  <a:pt x="530" y="471"/>
                </a:moveTo>
                <a:cubicBezTo>
                  <a:pt x="530" y="503"/>
                  <a:pt x="504" y="531"/>
                  <a:pt x="471" y="531"/>
                </a:cubicBezTo>
                <a:lnTo>
                  <a:pt x="59" y="531"/>
                </a:lnTo>
                <a:cubicBezTo>
                  <a:pt x="26" y="531"/>
                  <a:pt x="0" y="503"/>
                  <a:pt x="0" y="471"/>
                </a:cubicBezTo>
                <a:lnTo>
                  <a:pt x="0" y="59"/>
                </a:lnTo>
                <a:cubicBezTo>
                  <a:pt x="0" y="27"/>
                  <a:pt x="26" y="0"/>
                  <a:pt x="59" y="0"/>
                </a:cubicBezTo>
                <a:lnTo>
                  <a:pt x="471" y="0"/>
                </a:lnTo>
                <a:cubicBezTo>
                  <a:pt x="504" y="0"/>
                  <a:pt x="530" y="27"/>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41" name="Freeform: Shape 2040"/>
          <p:cNvSpPr/>
          <p:nvPr/>
        </p:nvSpPr>
        <p:spPr>
          <a:xfrm>
            <a:off x="7230960" y="3936600"/>
            <a:ext cx="131040" cy="128880"/>
          </a:xfrm>
          <a:custGeom>
            <a:avLst/>
            <a:gdLst/>
            <a:ahLst/>
            <a:cxnLst/>
            <a:rect l="0" t="0" r="r" b="b"/>
            <a:pathLst>
              <a:path w="364" h="358">
                <a:moveTo>
                  <a:pt x="347" y="6"/>
                </a:moveTo>
                <a:cubicBezTo>
                  <a:pt x="330" y="-5"/>
                  <a:pt x="308" y="0"/>
                  <a:pt x="297" y="17"/>
                </a:cubicBezTo>
                <a:lnTo>
                  <a:pt x="137" y="263"/>
                </a:lnTo>
                <a:lnTo>
                  <a:pt x="63" y="195"/>
                </a:lnTo>
                <a:cubicBezTo>
                  <a:pt x="47" y="181"/>
                  <a:pt x="23" y="182"/>
                  <a:pt x="10" y="197"/>
                </a:cubicBezTo>
                <a:cubicBezTo>
                  <a:pt x="-4" y="212"/>
                  <a:pt x="-3" y="235"/>
                  <a:pt x="12" y="249"/>
                </a:cubicBezTo>
                <a:lnTo>
                  <a:pt x="119" y="348"/>
                </a:lnTo>
                <a:cubicBezTo>
                  <a:pt x="126" y="355"/>
                  <a:pt x="135" y="358"/>
                  <a:pt x="144" y="358"/>
                </a:cubicBezTo>
                <a:cubicBezTo>
                  <a:pt x="154" y="358"/>
                  <a:pt x="166" y="354"/>
                  <a:pt x="174" y="341"/>
                </a:cubicBezTo>
                <a:cubicBezTo>
                  <a:pt x="179" y="334"/>
                  <a:pt x="358" y="57"/>
                  <a:pt x="358" y="57"/>
                </a:cubicBezTo>
                <a:cubicBezTo>
                  <a:pt x="369" y="40"/>
                  <a:pt x="364" y="17"/>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42" name="TextBox 2041"/>
          <p:cNvSpPr txBox="1"/>
          <p:nvPr/>
        </p:nvSpPr>
        <p:spPr>
          <a:xfrm>
            <a:off x="4815720" y="389196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043" name="TextBox 2042"/>
          <p:cNvSpPr txBox="1"/>
          <p:nvPr/>
        </p:nvSpPr>
        <p:spPr>
          <a:xfrm>
            <a:off x="8615520" y="3739680"/>
            <a:ext cx="23396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Message for marking with</a:t>
            </a:r>
            <a:endParaRPr lang="en-GB" sz="1500" b="0" u="none" strike="noStrike">
              <a:solidFill>
                <a:srgbClr val="000000"/>
              </a:solidFill>
              <a:effectLst/>
              <a:uFillTx/>
              <a:latin typeface="Times New Roman"/>
            </a:endParaRPr>
          </a:p>
        </p:txBody>
      </p:sp>
      <p:sp>
        <p:nvSpPr>
          <p:cNvPr id="2044" name="TextBox 2043"/>
          <p:cNvSpPr txBox="1"/>
          <p:nvPr/>
        </p:nvSpPr>
        <p:spPr>
          <a:xfrm>
            <a:off x="8615520" y="4044600"/>
            <a:ext cx="14986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expired deadline</a:t>
            </a:r>
            <a:endParaRPr lang="en-GB" sz="1500" b="0" u="none" strike="noStrike">
              <a:solidFill>
                <a:srgbClr val="000000"/>
              </a:solidFill>
              <a:effectLst/>
              <a:uFillTx/>
              <a:latin typeface="Times New Roman"/>
            </a:endParaRPr>
          </a:p>
        </p:txBody>
      </p:sp>
      <p:sp>
        <p:nvSpPr>
          <p:cNvPr id="2045" name="TextBox 2044"/>
          <p:cNvSpPr txBox="1"/>
          <p:nvPr/>
        </p:nvSpPr>
        <p:spPr>
          <a:xfrm>
            <a:off x="880920" y="4482720"/>
            <a:ext cx="18702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Product List Delivery</a:t>
            </a:r>
            <a:endParaRPr lang="en-GB" sz="1500" b="0" u="none" strike="noStrike">
              <a:solidFill>
                <a:srgbClr val="000000"/>
              </a:solidFill>
              <a:effectLst/>
              <a:uFillTx/>
              <a:latin typeface="Times New Roman"/>
            </a:endParaRPr>
          </a:p>
        </p:txBody>
      </p:sp>
      <p:sp>
        <p:nvSpPr>
          <p:cNvPr id="2046" name="Freeform: Shape 2045"/>
          <p:cNvSpPr/>
          <p:nvPr/>
        </p:nvSpPr>
        <p:spPr>
          <a:xfrm>
            <a:off x="4619520" y="4647960"/>
            <a:ext cx="190800" cy="190800"/>
          </a:xfrm>
          <a:custGeom>
            <a:avLst/>
            <a:gdLst/>
            <a:ahLst/>
            <a:cxnLst/>
            <a:rect l="0" t="0" r="r" b="b"/>
            <a:pathLst>
              <a:path w="530" h="530">
                <a:moveTo>
                  <a:pt x="530" y="472"/>
                </a:moveTo>
                <a:cubicBezTo>
                  <a:pt x="530" y="504"/>
                  <a:pt x="504" y="530"/>
                  <a:pt x="471" y="530"/>
                </a:cubicBezTo>
                <a:lnTo>
                  <a:pt x="59" y="530"/>
                </a:lnTo>
                <a:cubicBezTo>
                  <a:pt x="26" y="530"/>
                  <a:pt x="0" y="504"/>
                  <a:pt x="0" y="472"/>
                </a:cubicBezTo>
                <a:lnTo>
                  <a:pt x="0" y="60"/>
                </a:lnTo>
                <a:cubicBezTo>
                  <a:pt x="0" y="26"/>
                  <a:pt x="26" y="0"/>
                  <a:pt x="59" y="0"/>
                </a:cubicBezTo>
                <a:lnTo>
                  <a:pt x="471" y="0"/>
                </a:lnTo>
                <a:cubicBezTo>
                  <a:pt x="504" y="0"/>
                  <a:pt x="530" y="26"/>
                  <a:pt x="530" y="60"/>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047" name="Freeform: Shape 2046"/>
          <p:cNvSpPr/>
          <p:nvPr/>
        </p:nvSpPr>
        <p:spPr>
          <a:xfrm>
            <a:off x="4627440" y="4710600"/>
            <a:ext cx="177480" cy="65160"/>
          </a:xfrm>
          <a:custGeom>
            <a:avLst/>
            <a:gdLst/>
            <a:ahLst/>
            <a:cxnLst/>
            <a:rect l="0" t="0" r="r" b="b"/>
            <a:pathLst>
              <a:path w="493" h="181">
                <a:moveTo>
                  <a:pt x="19" y="0"/>
                </a:moveTo>
                <a:cubicBezTo>
                  <a:pt x="24" y="0"/>
                  <a:pt x="31" y="3"/>
                  <a:pt x="35" y="8"/>
                </a:cubicBezTo>
                <a:lnTo>
                  <a:pt x="114" y="113"/>
                </a:lnTo>
                <a:lnTo>
                  <a:pt x="114" y="19"/>
                </a:lnTo>
                <a:cubicBezTo>
                  <a:pt x="114" y="7"/>
                  <a:pt x="122" y="0"/>
                  <a:pt x="133" y="0"/>
                </a:cubicBezTo>
                <a:cubicBezTo>
                  <a:pt x="144" y="0"/>
                  <a:pt x="152" y="7"/>
                  <a:pt x="152" y="19"/>
                </a:cubicBezTo>
                <a:lnTo>
                  <a:pt x="152" y="162"/>
                </a:lnTo>
                <a:cubicBezTo>
                  <a:pt x="152" y="174"/>
                  <a:pt x="144" y="181"/>
                  <a:pt x="133" y="181"/>
                </a:cubicBezTo>
                <a:cubicBezTo>
                  <a:pt x="128" y="181"/>
                  <a:pt x="121" y="178"/>
                  <a:pt x="117" y="173"/>
                </a:cubicBezTo>
                <a:lnTo>
                  <a:pt x="38" y="68"/>
                </a:lnTo>
                <a:lnTo>
                  <a:pt x="38" y="162"/>
                </a:lnTo>
                <a:cubicBezTo>
                  <a:pt x="38" y="174"/>
                  <a:pt x="30" y="181"/>
                  <a:pt x="19" y="181"/>
                </a:cubicBezTo>
                <a:cubicBezTo>
                  <a:pt x="8" y="181"/>
                  <a:pt x="0" y="174"/>
                  <a:pt x="0" y="162"/>
                </a:cubicBezTo>
                <a:lnTo>
                  <a:pt x="0" y="19"/>
                </a:lnTo>
                <a:cubicBezTo>
                  <a:pt x="0" y="7"/>
                  <a:pt x="8" y="0"/>
                  <a:pt x="19" y="0"/>
                </a:cubicBezTo>
                <a:moveTo>
                  <a:pt x="164" y="23"/>
                </a:moveTo>
                <a:cubicBezTo>
                  <a:pt x="164" y="10"/>
                  <a:pt x="170" y="1"/>
                  <a:pt x="183" y="1"/>
                </a:cubicBezTo>
                <a:lnTo>
                  <a:pt x="245" y="1"/>
                </a:lnTo>
                <a:cubicBezTo>
                  <a:pt x="257" y="1"/>
                  <a:pt x="263" y="10"/>
                  <a:pt x="263" y="18"/>
                </a:cubicBezTo>
                <a:cubicBezTo>
                  <a:pt x="263" y="27"/>
                  <a:pt x="257" y="36"/>
                  <a:pt x="245" y="36"/>
                </a:cubicBezTo>
                <a:lnTo>
                  <a:pt x="201" y="36"/>
                </a:lnTo>
                <a:lnTo>
                  <a:pt x="201" y="72"/>
                </a:lnTo>
                <a:lnTo>
                  <a:pt x="242" y="72"/>
                </a:lnTo>
                <a:cubicBezTo>
                  <a:pt x="255" y="72"/>
                  <a:pt x="261" y="80"/>
                  <a:pt x="261" y="89"/>
                </a:cubicBezTo>
                <a:cubicBezTo>
                  <a:pt x="261" y="98"/>
                  <a:pt x="254" y="106"/>
                  <a:pt x="242" y="106"/>
                </a:cubicBezTo>
                <a:lnTo>
                  <a:pt x="201" y="106"/>
                </a:lnTo>
                <a:lnTo>
                  <a:pt x="201" y="144"/>
                </a:lnTo>
                <a:lnTo>
                  <a:pt x="248" y="144"/>
                </a:lnTo>
                <a:cubicBezTo>
                  <a:pt x="260" y="144"/>
                  <a:pt x="265" y="154"/>
                  <a:pt x="265" y="163"/>
                </a:cubicBezTo>
                <a:cubicBezTo>
                  <a:pt x="265" y="171"/>
                  <a:pt x="259" y="180"/>
                  <a:pt x="248" y="180"/>
                </a:cubicBezTo>
                <a:lnTo>
                  <a:pt x="183" y="180"/>
                </a:lnTo>
                <a:cubicBezTo>
                  <a:pt x="172" y="180"/>
                  <a:pt x="164" y="172"/>
                  <a:pt x="164" y="161"/>
                </a:cubicBezTo>
                <a:lnTo>
                  <a:pt x="164" y="23"/>
                </a:lnTo>
                <a:moveTo>
                  <a:pt x="271" y="25"/>
                </a:moveTo>
                <a:cubicBezTo>
                  <a:pt x="271" y="21"/>
                  <a:pt x="270" y="20"/>
                  <a:pt x="270" y="16"/>
                </a:cubicBezTo>
                <a:cubicBezTo>
                  <a:pt x="270" y="8"/>
                  <a:pt x="277" y="0"/>
                  <a:pt x="288" y="0"/>
                </a:cubicBezTo>
                <a:cubicBezTo>
                  <a:pt x="300" y="0"/>
                  <a:pt x="306" y="7"/>
                  <a:pt x="308" y="18"/>
                </a:cubicBezTo>
                <a:lnTo>
                  <a:pt x="329" y="124"/>
                </a:lnTo>
                <a:lnTo>
                  <a:pt x="330" y="124"/>
                </a:lnTo>
                <a:lnTo>
                  <a:pt x="362" y="14"/>
                </a:lnTo>
                <a:cubicBezTo>
                  <a:pt x="365" y="5"/>
                  <a:pt x="373" y="0"/>
                  <a:pt x="382" y="0"/>
                </a:cubicBezTo>
                <a:cubicBezTo>
                  <a:pt x="391" y="0"/>
                  <a:pt x="399" y="5"/>
                  <a:pt x="401" y="14"/>
                </a:cubicBezTo>
                <a:lnTo>
                  <a:pt x="434" y="124"/>
                </a:lnTo>
                <a:lnTo>
                  <a:pt x="455" y="18"/>
                </a:lnTo>
                <a:cubicBezTo>
                  <a:pt x="458" y="7"/>
                  <a:pt x="463" y="0"/>
                  <a:pt x="475" y="0"/>
                </a:cubicBezTo>
                <a:cubicBezTo>
                  <a:pt x="486" y="0"/>
                  <a:pt x="493" y="8"/>
                  <a:pt x="493" y="16"/>
                </a:cubicBezTo>
                <a:cubicBezTo>
                  <a:pt x="493" y="20"/>
                  <a:pt x="493" y="21"/>
                  <a:pt x="492" y="25"/>
                </a:cubicBezTo>
                <a:lnTo>
                  <a:pt x="460" y="162"/>
                </a:lnTo>
                <a:cubicBezTo>
                  <a:pt x="458" y="172"/>
                  <a:pt x="450" y="181"/>
                  <a:pt x="436" y="181"/>
                </a:cubicBezTo>
                <a:cubicBezTo>
                  <a:pt x="423" y="181"/>
                  <a:pt x="414" y="173"/>
                  <a:pt x="411" y="163"/>
                </a:cubicBezTo>
                <a:lnTo>
                  <a:pt x="382" y="66"/>
                </a:lnTo>
                <a:lnTo>
                  <a:pt x="353" y="163"/>
                </a:lnTo>
                <a:cubicBezTo>
                  <a:pt x="350" y="173"/>
                  <a:pt x="340" y="181"/>
                  <a:pt x="328" y="181"/>
                </a:cubicBezTo>
                <a:cubicBezTo>
                  <a:pt x="314" y="181"/>
                  <a:pt x="306" y="172"/>
                  <a:pt x="303" y="162"/>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48" name="TextBox 2047"/>
          <p:cNvSpPr txBox="1"/>
          <p:nvPr/>
        </p:nvSpPr>
        <p:spPr>
          <a:xfrm>
            <a:off x="880920" y="4787280"/>
            <a:ext cx="10299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Information</a:t>
            </a:r>
            <a:endParaRPr lang="en-GB" sz="1500" b="0" u="none" strike="noStrike">
              <a:solidFill>
                <a:srgbClr val="000000"/>
              </a:solidFill>
              <a:effectLst/>
              <a:uFillTx/>
              <a:latin typeface="Times New Roman"/>
            </a:endParaRPr>
          </a:p>
        </p:txBody>
      </p:sp>
      <p:sp>
        <p:nvSpPr>
          <p:cNvPr id="2049" name="Freeform: Shape 2048"/>
          <p:cNvSpPr/>
          <p:nvPr/>
        </p:nvSpPr>
        <p:spPr>
          <a:xfrm>
            <a:off x="7200720" y="4647960"/>
            <a:ext cx="190800" cy="190800"/>
          </a:xfrm>
          <a:custGeom>
            <a:avLst/>
            <a:gdLst/>
            <a:ahLst/>
            <a:cxnLst/>
            <a:rect l="0" t="0" r="r" b="b"/>
            <a:pathLst>
              <a:path w="530" h="530">
                <a:moveTo>
                  <a:pt x="530" y="472"/>
                </a:moveTo>
                <a:cubicBezTo>
                  <a:pt x="530" y="504"/>
                  <a:pt x="504" y="530"/>
                  <a:pt x="471" y="530"/>
                </a:cubicBezTo>
                <a:lnTo>
                  <a:pt x="59" y="530"/>
                </a:lnTo>
                <a:cubicBezTo>
                  <a:pt x="26" y="530"/>
                  <a:pt x="0" y="504"/>
                  <a:pt x="0" y="472"/>
                </a:cubicBezTo>
                <a:lnTo>
                  <a:pt x="0" y="60"/>
                </a:lnTo>
                <a:cubicBezTo>
                  <a:pt x="0" y="26"/>
                  <a:pt x="26" y="0"/>
                  <a:pt x="59" y="0"/>
                </a:cubicBezTo>
                <a:lnTo>
                  <a:pt x="471" y="0"/>
                </a:lnTo>
                <a:cubicBezTo>
                  <a:pt x="504" y="0"/>
                  <a:pt x="530" y="26"/>
                  <a:pt x="530" y="60"/>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50" name="Freeform: Shape 2049"/>
          <p:cNvSpPr/>
          <p:nvPr/>
        </p:nvSpPr>
        <p:spPr>
          <a:xfrm>
            <a:off x="7230960" y="4679640"/>
            <a:ext cx="131040" cy="128880"/>
          </a:xfrm>
          <a:custGeom>
            <a:avLst/>
            <a:gdLst/>
            <a:ahLst/>
            <a:cxnLst/>
            <a:rect l="0" t="0" r="r" b="b"/>
            <a:pathLst>
              <a:path w="364" h="358">
                <a:moveTo>
                  <a:pt x="347" y="6"/>
                </a:moveTo>
                <a:cubicBezTo>
                  <a:pt x="330" y="-5"/>
                  <a:pt x="308" y="-1"/>
                  <a:pt x="297" y="17"/>
                </a:cubicBezTo>
                <a:lnTo>
                  <a:pt x="137" y="263"/>
                </a:lnTo>
                <a:lnTo>
                  <a:pt x="63" y="195"/>
                </a:lnTo>
                <a:cubicBezTo>
                  <a:pt x="47" y="181"/>
                  <a:pt x="23" y="182"/>
                  <a:pt x="10" y="197"/>
                </a:cubicBezTo>
                <a:cubicBezTo>
                  <a:pt x="-4" y="212"/>
                  <a:pt x="-3" y="235"/>
                  <a:pt x="12" y="249"/>
                </a:cubicBezTo>
                <a:lnTo>
                  <a:pt x="119" y="347"/>
                </a:lnTo>
                <a:cubicBezTo>
                  <a:pt x="126" y="354"/>
                  <a:pt x="135" y="358"/>
                  <a:pt x="144" y="358"/>
                </a:cubicBezTo>
                <a:cubicBezTo>
                  <a:pt x="154" y="358"/>
                  <a:pt x="166" y="353"/>
                  <a:pt x="174" y="340"/>
                </a:cubicBezTo>
                <a:cubicBezTo>
                  <a:pt x="179" y="332"/>
                  <a:pt x="358" y="57"/>
                  <a:pt x="358" y="57"/>
                </a:cubicBezTo>
                <a:cubicBezTo>
                  <a:pt x="369" y="39"/>
                  <a:pt x="364" y="17"/>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51" name="TextBox 2050"/>
          <p:cNvSpPr txBox="1"/>
          <p:nvPr/>
        </p:nvSpPr>
        <p:spPr>
          <a:xfrm>
            <a:off x="4815720" y="463500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052" name="TextBox 2051"/>
          <p:cNvSpPr txBox="1"/>
          <p:nvPr/>
        </p:nvSpPr>
        <p:spPr>
          <a:xfrm>
            <a:off x="8615520" y="4482720"/>
            <a:ext cx="1900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Message for delivery</a:t>
            </a:r>
            <a:endParaRPr lang="en-GB" sz="1500" b="0" u="none" strike="noStrike">
              <a:solidFill>
                <a:srgbClr val="000000"/>
              </a:solidFill>
              <a:effectLst/>
              <a:uFillTx/>
              <a:latin typeface="Times New Roman"/>
            </a:endParaRPr>
          </a:p>
        </p:txBody>
      </p:sp>
      <p:sp>
        <p:nvSpPr>
          <p:cNvPr id="2053" name="TextBox 2052"/>
          <p:cNvSpPr txBox="1"/>
          <p:nvPr/>
        </p:nvSpPr>
        <p:spPr>
          <a:xfrm>
            <a:off x="8615520" y="4787280"/>
            <a:ext cx="10249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information</a:t>
            </a:r>
            <a:endParaRPr lang="en-GB" sz="1500" b="0" u="none" strike="noStrike">
              <a:solidFill>
                <a:srgbClr val="000000"/>
              </a:solidFill>
              <a:effectLst/>
              <a:uFillTx/>
              <a:latin typeface="Times New Roman"/>
            </a:endParaRPr>
          </a:p>
        </p:txBody>
      </p:sp>
      <p:sp>
        <p:nvSpPr>
          <p:cNvPr id="2054" name="Freeform: Shape 2053"/>
          <p:cNvSpPr/>
          <p:nvPr/>
        </p:nvSpPr>
        <p:spPr>
          <a:xfrm>
            <a:off x="4619520" y="5543280"/>
            <a:ext cx="190800" cy="190800"/>
          </a:xfrm>
          <a:custGeom>
            <a:avLst/>
            <a:gdLst/>
            <a:ahLst/>
            <a:cxnLst/>
            <a:rect l="0" t="0" r="r" b="b"/>
            <a:pathLst>
              <a:path w="530" h="530">
                <a:moveTo>
                  <a:pt x="530" y="472"/>
                </a:moveTo>
                <a:cubicBezTo>
                  <a:pt x="530" y="504"/>
                  <a:pt x="504" y="530"/>
                  <a:pt x="471" y="530"/>
                </a:cubicBezTo>
                <a:lnTo>
                  <a:pt x="59" y="530"/>
                </a:lnTo>
                <a:cubicBezTo>
                  <a:pt x="26" y="530"/>
                  <a:pt x="0" y="504"/>
                  <a:pt x="0" y="472"/>
                </a:cubicBezTo>
                <a:lnTo>
                  <a:pt x="0" y="59"/>
                </a:lnTo>
                <a:cubicBezTo>
                  <a:pt x="0" y="27"/>
                  <a:pt x="26" y="0"/>
                  <a:pt x="59" y="0"/>
                </a:cubicBezTo>
                <a:lnTo>
                  <a:pt x="471" y="0"/>
                </a:lnTo>
                <a:cubicBezTo>
                  <a:pt x="504" y="0"/>
                  <a:pt x="530" y="27"/>
                  <a:pt x="530" y="59"/>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055" name="Freeform: Shape 2054"/>
          <p:cNvSpPr/>
          <p:nvPr/>
        </p:nvSpPr>
        <p:spPr>
          <a:xfrm>
            <a:off x="4627440" y="5605920"/>
            <a:ext cx="177480" cy="65520"/>
          </a:xfrm>
          <a:custGeom>
            <a:avLst/>
            <a:gdLst/>
            <a:ahLst/>
            <a:cxnLst/>
            <a:rect l="0" t="0" r="r" b="b"/>
            <a:pathLst>
              <a:path w="493" h="182">
                <a:moveTo>
                  <a:pt x="19" y="0"/>
                </a:moveTo>
                <a:cubicBezTo>
                  <a:pt x="24" y="0"/>
                  <a:pt x="31" y="3"/>
                  <a:pt x="35" y="8"/>
                </a:cubicBezTo>
                <a:lnTo>
                  <a:pt x="114" y="114"/>
                </a:lnTo>
                <a:lnTo>
                  <a:pt x="114" y="19"/>
                </a:lnTo>
                <a:cubicBezTo>
                  <a:pt x="114" y="7"/>
                  <a:pt x="122" y="0"/>
                  <a:pt x="133" y="0"/>
                </a:cubicBezTo>
                <a:cubicBezTo>
                  <a:pt x="144" y="0"/>
                  <a:pt x="152" y="7"/>
                  <a:pt x="152" y="19"/>
                </a:cubicBezTo>
                <a:lnTo>
                  <a:pt x="152" y="161"/>
                </a:lnTo>
                <a:cubicBezTo>
                  <a:pt x="152" y="174"/>
                  <a:pt x="144" y="182"/>
                  <a:pt x="133" y="182"/>
                </a:cubicBezTo>
                <a:cubicBezTo>
                  <a:pt x="128" y="182"/>
                  <a:pt x="121" y="177"/>
                  <a:pt x="117" y="172"/>
                </a:cubicBezTo>
                <a:lnTo>
                  <a:pt x="38" y="68"/>
                </a:lnTo>
                <a:lnTo>
                  <a:pt x="38" y="161"/>
                </a:lnTo>
                <a:cubicBezTo>
                  <a:pt x="38" y="174"/>
                  <a:pt x="30" y="181"/>
                  <a:pt x="19" y="181"/>
                </a:cubicBezTo>
                <a:cubicBezTo>
                  <a:pt x="8" y="181"/>
                  <a:pt x="0" y="174"/>
                  <a:pt x="0" y="161"/>
                </a:cubicBezTo>
                <a:lnTo>
                  <a:pt x="0" y="19"/>
                </a:lnTo>
                <a:cubicBezTo>
                  <a:pt x="0" y="7"/>
                  <a:pt x="8" y="0"/>
                  <a:pt x="19" y="0"/>
                </a:cubicBezTo>
                <a:moveTo>
                  <a:pt x="164" y="23"/>
                </a:moveTo>
                <a:cubicBezTo>
                  <a:pt x="164" y="10"/>
                  <a:pt x="170" y="1"/>
                  <a:pt x="183" y="1"/>
                </a:cubicBezTo>
                <a:lnTo>
                  <a:pt x="245" y="1"/>
                </a:lnTo>
                <a:cubicBezTo>
                  <a:pt x="257" y="1"/>
                  <a:pt x="263" y="10"/>
                  <a:pt x="263" y="18"/>
                </a:cubicBezTo>
                <a:cubicBezTo>
                  <a:pt x="263" y="27"/>
                  <a:pt x="257" y="36"/>
                  <a:pt x="245" y="36"/>
                </a:cubicBezTo>
                <a:lnTo>
                  <a:pt x="201" y="36"/>
                </a:lnTo>
                <a:lnTo>
                  <a:pt x="201" y="72"/>
                </a:lnTo>
                <a:lnTo>
                  <a:pt x="242" y="72"/>
                </a:lnTo>
                <a:cubicBezTo>
                  <a:pt x="255" y="72"/>
                  <a:pt x="261" y="81"/>
                  <a:pt x="261" y="89"/>
                </a:cubicBezTo>
                <a:cubicBezTo>
                  <a:pt x="261" y="98"/>
                  <a:pt x="254" y="107"/>
                  <a:pt x="242" y="107"/>
                </a:cubicBezTo>
                <a:lnTo>
                  <a:pt x="201" y="107"/>
                </a:lnTo>
                <a:lnTo>
                  <a:pt x="201" y="145"/>
                </a:lnTo>
                <a:lnTo>
                  <a:pt x="248" y="145"/>
                </a:lnTo>
                <a:cubicBezTo>
                  <a:pt x="260" y="145"/>
                  <a:pt x="265" y="153"/>
                  <a:pt x="265" y="162"/>
                </a:cubicBezTo>
                <a:cubicBezTo>
                  <a:pt x="265" y="170"/>
                  <a:pt x="259" y="180"/>
                  <a:pt x="248" y="180"/>
                </a:cubicBezTo>
                <a:lnTo>
                  <a:pt x="183" y="180"/>
                </a:lnTo>
                <a:cubicBezTo>
                  <a:pt x="172" y="180"/>
                  <a:pt x="164" y="172"/>
                  <a:pt x="164" y="160"/>
                </a:cubicBezTo>
                <a:lnTo>
                  <a:pt x="164" y="23"/>
                </a:lnTo>
                <a:moveTo>
                  <a:pt x="271" y="25"/>
                </a:moveTo>
                <a:cubicBezTo>
                  <a:pt x="271" y="21"/>
                  <a:pt x="270" y="20"/>
                  <a:pt x="270" y="16"/>
                </a:cubicBezTo>
                <a:cubicBezTo>
                  <a:pt x="270" y="8"/>
                  <a:pt x="277" y="0"/>
                  <a:pt x="288" y="0"/>
                </a:cubicBezTo>
                <a:cubicBezTo>
                  <a:pt x="300" y="0"/>
                  <a:pt x="306" y="7"/>
                  <a:pt x="308" y="18"/>
                </a:cubicBezTo>
                <a:lnTo>
                  <a:pt x="329" y="124"/>
                </a:lnTo>
                <a:lnTo>
                  <a:pt x="330" y="124"/>
                </a:lnTo>
                <a:lnTo>
                  <a:pt x="362" y="14"/>
                </a:lnTo>
                <a:cubicBezTo>
                  <a:pt x="365" y="5"/>
                  <a:pt x="373" y="0"/>
                  <a:pt x="382" y="0"/>
                </a:cubicBezTo>
                <a:cubicBezTo>
                  <a:pt x="391" y="0"/>
                  <a:pt x="399" y="5"/>
                  <a:pt x="401" y="14"/>
                </a:cubicBezTo>
                <a:lnTo>
                  <a:pt x="434" y="124"/>
                </a:lnTo>
                <a:lnTo>
                  <a:pt x="455" y="18"/>
                </a:lnTo>
                <a:cubicBezTo>
                  <a:pt x="458" y="7"/>
                  <a:pt x="463" y="0"/>
                  <a:pt x="475" y="0"/>
                </a:cubicBezTo>
                <a:cubicBezTo>
                  <a:pt x="486" y="0"/>
                  <a:pt x="493" y="8"/>
                  <a:pt x="493" y="16"/>
                </a:cubicBezTo>
                <a:cubicBezTo>
                  <a:pt x="493" y="20"/>
                  <a:pt x="493" y="21"/>
                  <a:pt x="492" y="25"/>
                </a:cubicBezTo>
                <a:lnTo>
                  <a:pt x="460" y="161"/>
                </a:lnTo>
                <a:cubicBezTo>
                  <a:pt x="458" y="172"/>
                  <a:pt x="450" y="182"/>
                  <a:pt x="436" y="182"/>
                </a:cubicBezTo>
                <a:cubicBezTo>
                  <a:pt x="423" y="182"/>
                  <a:pt x="414" y="173"/>
                  <a:pt x="411" y="162"/>
                </a:cubicBezTo>
                <a:lnTo>
                  <a:pt x="382" y="66"/>
                </a:lnTo>
                <a:lnTo>
                  <a:pt x="353" y="162"/>
                </a:lnTo>
                <a:cubicBezTo>
                  <a:pt x="350" y="173"/>
                  <a:pt x="340" y="182"/>
                  <a:pt x="328" y="182"/>
                </a:cubicBezTo>
                <a:cubicBezTo>
                  <a:pt x="314" y="182"/>
                  <a:pt x="306" y="172"/>
                  <a:pt x="303" y="161"/>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56" name="TextBox 2055"/>
          <p:cNvSpPr txBox="1"/>
          <p:nvPr/>
        </p:nvSpPr>
        <p:spPr>
          <a:xfrm>
            <a:off x="880920" y="5530320"/>
            <a:ext cx="2808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User Acknowledgements Rules</a:t>
            </a:r>
            <a:endParaRPr lang="en-GB" sz="1500" b="0" u="none" strike="noStrike">
              <a:solidFill>
                <a:srgbClr val="000000"/>
              </a:solidFill>
              <a:effectLst/>
              <a:uFillTx/>
              <a:latin typeface="Times New Roman"/>
            </a:endParaRPr>
          </a:p>
        </p:txBody>
      </p:sp>
      <p:sp>
        <p:nvSpPr>
          <p:cNvPr id="2057" name="Freeform: Shape 2056"/>
          <p:cNvSpPr/>
          <p:nvPr/>
        </p:nvSpPr>
        <p:spPr>
          <a:xfrm>
            <a:off x="7200720" y="5543280"/>
            <a:ext cx="190800" cy="190800"/>
          </a:xfrm>
          <a:custGeom>
            <a:avLst/>
            <a:gdLst/>
            <a:ahLst/>
            <a:cxnLst/>
            <a:rect l="0" t="0" r="r" b="b"/>
            <a:pathLst>
              <a:path w="530" h="530">
                <a:moveTo>
                  <a:pt x="530" y="472"/>
                </a:moveTo>
                <a:cubicBezTo>
                  <a:pt x="530" y="504"/>
                  <a:pt x="504" y="530"/>
                  <a:pt x="471" y="530"/>
                </a:cubicBezTo>
                <a:lnTo>
                  <a:pt x="59" y="530"/>
                </a:lnTo>
                <a:cubicBezTo>
                  <a:pt x="26" y="530"/>
                  <a:pt x="0" y="504"/>
                  <a:pt x="0" y="472"/>
                </a:cubicBezTo>
                <a:lnTo>
                  <a:pt x="0" y="59"/>
                </a:lnTo>
                <a:cubicBezTo>
                  <a:pt x="0" y="27"/>
                  <a:pt x="26" y="0"/>
                  <a:pt x="59" y="0"/>
                </a:cubicBezTo>
                <a:lnTo>
                  <a:pt x="471" y="0"/>
                </a:lnTo>
                <a:cubicBezTo>
                  <a:pt x="504" y="0"/>
                  <a:pt x="530" y="27"/>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58" name="Freeform: Shape 2057"/>
          <p:cNvSpPr/>
          <p:nvPr/>
        </p:nvSpPr>
        <p:spPr>
          <a:xfrm>
            <a:off x="7230960" y="5574960"/>
            <a:ext cx="131040" cy="128880"/>
          </a:xfrm>
          <a:custGeom>
            <a:avLst/>
            <a:gdLst/>
            <a:ahLst/>
            <a:cxnLst/>
            <a:rect l="0" t="0" r="r" b="b"/>
            <a:pathLst>
              <a:path w="364" h="358">
                <a:moveTo>
                  <a:pt x="347" y="6"/>
                </a:moveTo>
                <a:cubicBezTo>
                  <a:pt x="330" y="-6"/>
                  <a:pt x="308" y="0"/>
                  <a:pt x="297" y="17"/>
                </a:cubicBezTo>
                <a:lnTo>
                  <a:pt x="137" y="263"/>
                </a:lnTo>
                <a:lnTo>
                  <a:pt x="63" y="195"/>
                </a:lnTo>
                <a:cubicBezTo>
                  <a:pt x="47" y="181"/>
                  <a:pt x="23" y="182"/>
                  <a:pt x="10" y="197"/>
                </a:cubicBezTo>
                <a:cubicBezTo>
                  <a:pt x="-4" y="212"/>
                  <a:pt x="-3" y="235"/>
                  <a:pt x="12" y="249"/>
                </a:cubicBezTo>
                <a:lnTo>
                  <a:pt x="119" y="347"/>
                </a:lnTo>
                <a:cubicBezTo>
                  <a:pt x="126" y="353"/>
                  <a:pt x="135" y="358"/>
                  <a:pt x="144" y="358"/>
                </a:cubicBezTo>
                <a:cubicBezTo>
                  <a:pt x="154" y="358"/>
                  <a:pt x="166" y="352"/>
                  <a:pt x="174" y="340"/>
                </a:cubicBezTo>
                <a:cubicBezTo>
                  <a:pt x="179" y="332"/>
                  <a:pt x="358" y="57"/>
                  <a:pt x="358" y="57"/>
                </a:cubicBezTo>
                <a:cubicBezTo>
                  <a:pt x="369" y="40"/>
                  <a:pt x="364" y="17"/>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59" name="TextBox 2058"/>
          <p:cNvSpPr txBox="1"/>
          <p:nvPr/>
        </p:nvSpPr>
        <p:spPr>
          <a:xfrm>
            <a:off x="4815720" y="553032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060" name="TextBox 2059"/>
          <p:cNvSpPr txBox="1"/>
          <p:nvPr/>
        </p:nvSpPr>
        <p:spPr>
          <a:xfrm>
            <a:off x="8615520" y="5216040"/>
            <a:ext cx="21362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Rules that requires user</a:t>
            </a:r>
            <a:endParaRPr lang="en-GB" sz="1500" b="0" u="none" strike="noStrike">
              <a:solidFill>
                <a:srgbClr val="000000"/>
              </a:solidFill>
              <a:effectLst/>
              <a:uFillTx/>
              <a:latin typeface="Times New Roman"/>
            </a:endParaRPr>
          </a:p>
        </p:txBody>
      </p:sp>
      <p:sp>
        <p:nvSpPr>
          <p:cNvPr id="2061" name="TextBox 2060"/>
          <p:cNvSpPr txBox="1"/>
          <p:nvPr/>
        </p:nvSpPr>
        <p:spPr>
          <a:xfrm>
            <a:off x="8615520" y="5530320"/>
            <a:ext cx="22039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acknowledgement when</a:t>
            </a:r>
            <a:endParaRPr lang="en-GB" sz="1500" b="0" u="none" strike="noStrike">
              <a:solidFill>
                <a:srgbClr val="000000"/>
              </a:solidFill>
              <a:effectLst/>
              <a:uFillTx/>
              <a:latin typeface="Times New Roman"/>
            </a:endParaRPr>
          </a:p>
        </p:txBody>
      </p:sp>
      <p:sp>
        <p:nvSpPr>
          <p:cNvPr id="2062" name="TextBox 2061"/>
          <p:cNvSpPr txBox="1"/>
          <p:nvPr/>
        </p:nvSpPr>
        <p:spPr>
          <a:xfrm>
            <a:off x="8615520" y="5835240"/>
            <a:ext cx="761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ordering</a:t>
            </a:r>
            <a:endParaRPr lang="en-GB" sz="1500" b="0" u="none" strike="noStrike">
              <a:solidFill>
                <a:srgbClr val="000000"/>
              </a:solidFill>
              <a:effectLst/>
              <a:uFillTx/>
              <a:latin typeface="Times New Roman"/>
            </a:endParaRPr>
          </a:p>
        </p:txBody>
      </p:sp>
      <p:sp>
        <p:nvSpPr>
          <p:cNvPr id="2063" name="TextBox 2062"/>
          <p:cNvSpPr txBox="1"/>
          <p:nvPr/>
        </p:nvSpPr>
        <p:spPr>
          <a:xfrm>
            <a:off x="11659680" y="6335280"/>
            <a:ext cx="24732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19</a:t>
            </a:r>
            <a:endParaRPr lang="en-GB" sz="1800" b="0" u="none" strike="noStrike">
              <a:solidFill>
                <a:srgbClr val="000000"/>
              </a:solidFill>
              <a:effectLst/>
              <a:uFillTx/>
              <a:latin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4" name="Freeform: Shape 206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65" name="Freeform: Shape 206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66" name="Freeform: Shape 206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67" name="Freeform: Shape 2066"/>
          <p:cNvSpPr/>
          <p:nvPr/>
        </p:nvSpPr>
        <p:spPr>
          <a:xfrm>
            <a:off x="752400" y="1409400"/>
            <a:ext cx="10696680" cy="4582080"/>
          </a:xfrm>
          <a:custGeom>
            <a:avLst/>
            <a:gdLst/>
            <a:ahLst/>
            <a:cxnLst/>
            <a:rect l="0" t="0" r="r" b="b"/>
            <a:pathLst>
              <a:path w="29713" h="12728">
                <a:moveTo>
                  <a:pt x="0" y="0"/>
                </a:moveTo>
                <a:lnTo>
                  <a:pt x="29713" y="0"/>
                </a:lnTo>
                <a:lnTo>
                  <a:pt x="29713" y="12728"/>
                </a:lnTo>
                <a:lnTo>
                  <a:pt x="0" y="1272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68" name="Freeform: Shape 2067"/>
          <p:cNvSpPr/>
          <p:nvPr/>
        </p:nvSpPr>
        <p:spPr>
          <a:xfrm>
            <a:off x="752400" y="1419120"/>
            <a:ext cx="2924280" cy="428760"/>
          </a:xfrm>
          <a:custGeom>
            <a:avLst/>
            <a:gdLst/>
            <a:ahLst/>
            <a:cxnLst/>
            <a:rect l="0" t="0" r="r" b="b"/>
            <a:pathLst>
              <a:path w="8123" h="1191">
                <a:moveTo>
                  <a:pt x="0" y="0"/>
                </a:moveTo>
                <a:lnTo>
                  <a:pt x="8123" y="0"/>
                </a:lnTo>
                <a:lnTo>
                  <a:pt x="8123"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69" name="Freeform: Shape 2068"/>
          <p:cNvSpPr/>
          <p:nvPr/>
        </p:nvSpPr>
        <p:spPr>
          <a:xfrm>
            <a:off x="3676320" y="1419120"/>
            <a:ext cx="2353320" cy="428760"/>
          </a:xfrm>
          <a:custGeom>
            <a:avLst/>
            <a:gdLst/>
            <a:ahLst/>
            <a:cxnLst/>
            <a:rect l="0" t="0" r="r" b="b"/>
            <a:pathLst>
              <a:path w="6537" h="1191">
                <a:moveTo>
                  <a:pt x="0" y="0"/>
                </a:moveTo>
                <a:lnTo>
                  <a:pt x="6537" y="0"/>
                </a:lnTo>
                <a:lnTo>
                  <a:pt x="6537"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70" name="Freeform: Shape 2069"/>
          <p:cNvSpPr/>
          <p:nvPr/>
        </p:nvSpPr>
        <p:spPr>
          <a:xfrm>
            <a:off x="6029280" y="1419120"/>
            <a:ext cx="2419560" cy="428760"/>
          </a:xfrm>
          <a:custGeom>
            <a:avLst/>
            <a:gdLst/>
            <a:ahLst/>
            <a:cxnLst/>
            <a:rect l="0" t="0" r="r" b="b"/>
            <a:pathLst>
              <a:path w="6721" h="1191">
                <a:moveTo>
                  <a:pt x="0" y="0"/>
                </a:moveTo>
                <a:lnTo>
                  <a:pt x="6721" y="0"/>
                </a:lnTo>
                <a:lnTo>
                  <a:pt x="6721"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71" name="Freeform: Shape 2070"/>
          <p:cNvSpPr/>
          <p:nvPr/>
        </p:nvSpPr>
        <p:spPr>
          <a:xfrm>
            <a:off x="8448480" y="1419120"/>
            <a:ext cx="2991240" cy="428760"/>
          </a:xfrm>
          <a:custGeom>
            <a:avLst/>
            <a:gdLst/>
            <a:ahLst/>
            <a:cxnLst/>
            <a:rect l="0" t="0" r="r" b="b"/>
            <a:pathLst>
              <a:path w="8309" h="1191">
                <a:moveTo>
                  <a:pt x="0" y="0"/>
                </a:moveTo>
                <a:lnTo>
                  <a:pt x="8309" y="0"/>
                </a:lnTo>
                <a:lnTo>
                  <a:pt x="8309"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72" name="Freeform: Shape 2071"/>
          <p:cNvSpPr/>
          <p:nvPr/>
        </p:nvSpPr>
        <p:spPr>
          <a:xfrm>
            <a:off x="752400" y="1419120"/>
            <a:ext cx="2924280" cy="428760"/>
          </a:xfrm>
          <a:custGeom>
            <a:avLst/>
            <a:gdLst/>
            <a:ahLst/>
            <a:cxnLst/>
            <a:rect l="0" t="0" r="r" b="b"/>
            <a:pathLst>
              <a:path w="8123" h="1191">
                <a:moveTo>
                  <a:pt x="0" y="0"/>
                </a:moveTo>
                <a:lnTo>
                  <a:pt x="8123" y="0"/>
                </a:lnTo>
                <a:lnTo>
                  <a:pt x="8123"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73" name="Freeform: Shape 2072"/>
          <p:cNvSpPr/>
          <p:nvPr/>
        </p:nvSpPr>
        <p:spPr>
          <a:xfrm>
            <a:off x="3676320" y="1419120"/>
            <a:ext cx="2353320" cy="428760"/>
          </a:xfrm>
          <a:custGeom>
            <a:avLst/>
            <a:gdLst/>
            <a:ahLst/>
            <a:cxnLst/>
            <a:rect l="0" t="0" r="r" b="b"/>
            <a:pathLst>
              <a:path w="6537" h="1191">
                <a:moveTo>
                  <a:pt x="0" y="0"/>
                </a:moveTo>
                <a:lnTo>
                  <a:pt x="6537" y="0"/>
                </a:lnTo>
                <a:lnTo>
                  <a:pt x="6537"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74" name="Freeform: Shape 2073"/>
          <p:cNvSpPr/>
          <p:nvPr/>
        </p:nvSpPr>
        <p:spPr>
          <a:xfrm>
            <a:off x="6029280" y="1419120"/>
            <a:ext cx="2419560" cy="428760"/>
          </a:xfrm>
          <a:custGeom>
            <a:avLst/>
            <a:gdLst/>
            <a:ahLst/>
            <a:cxnLst/>
            <a:rect l="0" t="0" r="r" b="b"/>
            <a:pathLst>
              <a:path w="6721" h="1191">
                <a:moveTo>
                  <a:pt x="0" y="0"/>
                </a:moveTo>
                <a:lnTo>
                  <a:pt x="6721" y="0"/>
                </a:lnTo>
                <a:lnTo>
                  <a:pt x="6721"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75" name="Freeform: Shape 2074"/>
          <p:cNvSpPr/>
          <p:nvPr/>
        </p:nvSpPr>
        <p:spPr>
          <a:xfrm>
            <a:off x="8448480" y="1419120"/>
            <a:ext cx="2991240" cy="428760"/>
          </a:xfrm>
          <a:custGeom>
            <a:avLst/>
            <a:gdLst/>
            <a:ahLst/>
            <a:cxnLst/>
            <a:rect l="0" t="0" r="r" b="b"/>
            <a:pathLst>
              <a:path w="8309" h="1191">
                <a:moveTo>
                  <a:pt x="0" y="0"/>
                </a:moveTo>
                <a:lnTo>
                  <a:pt x="8309" y="0"/>
                </a:lnTo>
                <a:lnTo>
                  <a:pt x="8309"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76" name="Freeform: Shape 2075"/>
          <p:cNvSpPr/>
          <p:nvPr/>
        </p:nvSpPr>
        <p:spPr>
          <a:xfrm>
            <a:off x="752400" y="1847520"/>
            <a:ext cx="2924280" cy="743400"/>
          </a:xfrm>
          <a:custGeom>
            <a:avLst/>
            <a:gdLst/>
            <a:ahLst/>
            <a:cxnLst/>
            <a:rect l="0" t="0" r="r" b="b"/>
            <a:pathLst>
              <a:path w="8123" h="2065">
                <a:moveTo>
                  <a:pt x="0" y="0"/>
                </a:moveTo>
                <a:lnTo>
                  <a:pt x="8123" y="0"/>
                </a:lnTo>
                <a:lnTo>
                  <a:pt x="8123"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77" name="Freeform: Shape 2076"/>
          <p:cNvSpPr/>
          <p:nvPr/>
        </p:nvSpPr>
        <p:spPr>
          <a:xfrm>
            <a:off x="3676320" y="1847520"/>
            <a:ext cx="2353320" cy="743400"/>
          </a:xfrm>
          <a:custGeom>
            <a:avLst/>
            <a:gdLst/>
            <a:ahLst/>
            <a:cxnLst/>
            <a:rect l="0" t="0" r="r" b="b"/>
            <a:pathLst>
              <a:path w="6537" h="2065">
                <a:moveTo>
                  <a:pt x="0" y="0"/>
                </a:moveTo>
                <a:lnTo>
                  <a:pt x="6537" y="0"/>
                </a:lnTo>
                <a:lnTo>
                  <a:pt x="6537"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78" name="Freeform: Shape 2077"/>
          <p:cNvSpPr/>
          <p:nvPr/>
        </p:nvSpPr>
        <p:spPr>
          <a:xfrm>
            <a:off x="6029280" y="1847520"/>
            <a:ext cx="2419560" cy="743400"/>
          </a:xfrm>
          <a:custGeom>
            <a:avLst/>
            <a:gdLst/>
            <a:ahLst/>
            <a:cxnLst/>
            <a:rect l="0" t="0" r="r" b="b"/>
            <a:pathLst>
              <a:path w="6721" h="2065">
                <a:moveTo>
                  <a:pt x="0" y="0"/>
                </a:moveTo>
                <a:lnTo>
                  <a:pt x="6721" y="0"/>
                </a:lnTo>
                <a:lnTo>
                  <a:pt x="6721"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79" name="Freeform: Shape 2078"/>
          <p:cNvSpPr/>
          <p:nvPr/>
        </p:nvSpPr>
        <p:spPr>
          <a:xfrm>
            <a:off x="8448480" y="1847520"/>
            <a:ext cx="2991240" cy="743400"/>
          </a:xfrm>
          <a:custGeom>
            <a:avLst/>
            <a:gdLst/>
            <a:ahLst/>
            <a:cxnLst/>
            <a:rect l="0" t="0" r="r" b="b"/>
            <a:pathLst>
              <a:path w="8309" h="2065">
                <a:moveTo>
                  <a:pt x="0" y="0"/>
                </a:moveTo>
                <a:lnTo>
                  <a:pt x="8309" y="0"/>
                </a:lnTo>
                <a:lnTo>
                  <a:pt x="8309"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80" name="Freeform: Shape 2079"/>
          <p:cNvSpPr/>
          <p:nvPr/>
        </p:nvSpPr>
        <p:spPr>
          <a:xfrm>
            <a:off x="752400" y="1847520"/>
            <a:ext cx="2924280" cy="743400"/>
          </a:xfrm>
          <a:custGeom>
            <a:avLst/>
            <a:gdLst/>
            <a:ahLst/>
            <a:cxnLst/>
            <a:rect l="0" t="0" r="r" b="b"/>
            <a:pathLst>
              <a:path w="8123" h="2065">
                <a:moveTo>
                  <a:pt x="0" y="0"/>
                </a:moveTo>
                <a:lnTo>
                  <a:pt x="8123" y="0"/>
                </a:lnTo>
                <a:lnTo>
                  <a:pt x="8123"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81" name="Freeform: Shape 2080"/>
          <p:cNvSpPr/>
          <p:nvPr/>
        </p:nvSpPr>
        <p:spPr>
          <a:xfrm>
            <a:off x="3676320" y="1847520"/>
            <a:ext cx="2353320" cy="743400"/>
          </a:xfrm>
          <a:custGeom>
            <a:avLst/>
            <a:gdLst/>
            <a:ahLst/>
            <a:cxnLst/>
            <a:rect l="0" t="0" r="r" b="b"/>
            <a:pathLst>
              <a:path w="6537" h="2065">
                <a:moveTo>
                  <a:pt x="0" y="0"/>
                </a:moveTo>
                <a:lnTo>
                  <a:pt x="6537" y="0"/>
                </a:lnTo>
                <a:lnTo>
                  <a:pt x="6537"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82" name="Freeform: Shape 2081"/>
          <p:cNvSpPr/>
          <p:nvPr/>
        </p:nvSpPr>
        <p:spPr>
          <a:xfrm>
            <a:off x="6029280" y="1847520"/>
            <a:ext cx="2419560" cy="743400"/>
          </a:xfrm>
          <a:custGeom>
            <a:avLst/>
            <a:gdLst/>
            <a:ahLst/>
            <a:cxnLst/>
            <a:rect l="0" t="0" r="r" b="b"/>
            <a:pathLst>
              <a:path w="6721" h="2065">
                <a:moveTo>
                  <a:pt x="0" y="0"/>
                </a:moveTo>
                <a:lnTo>
                  <a:pt x="6721" y="0"/>
                </a:lnTo>
                <a:lnTo>
                  <a:pt x="6721"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83" name="Freeform: Shape 2082"/>
          <p:cNvSpPr/>
          <p:nvPr/>
        </p:nvSpPr>
        <p:spPr>
          <a:xfrm>
            <a:off x="8448480" y="1847520"/>
            <a:ext cx="2991240" cy="743400"/>
          </a:xfrm>
          <a:custGeom>
            <a:avLst/>
            <a:gdLst/>
            <a:ahLst/>
            <a:cxnLst/>
            <a:rect l="0" t="0" r="r" b="b"/>
            <a:pathLst>
              <a:path w="8309" h="2065">
                <a:moveTo>
                  <a:pt x="0" y="0"/>
                </a:moveTo>
                <a:lnTo>
                  <a:pt x="8309" y="0"/>
                </a:lnTo>
                <a:lnTo>
                  <a:pt x="8309"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84" name="Freeform: Shape 2083"/>
          <p:cNvSpPr/>
          <p:nvPr/>
        </p:nvSpPr>
        <p:spPr>
          <a:xfrm>
            <a:off x="752400" y="2590560"/>
            <a:ext cx="2924280" cy="743400"/>
          </a:xfrm>
          <a:custGeom>
            <a:avLst/>
            <a:gdLst/>
            <a:ahLst/>
            <a:cxnLst/>
            <a:rect l="0" t="0" r="r" b="b"/>
            <a:pathLst>
              <a:path w="8123" h="2065">
                <a:moveTo>
                  <a:pt x="0" y="0"/>
                </a:moveTo>
                <a:lnTo>
                  <a:pt x="8123" y="0"/>
                </a:lnTo>
                <a:lnTo>
                  <a:pt x="8123"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85" name="Freeform: Shape 2084"/>
          <p:cNvSpPr/>
          <p:nvPr/>
        </p:nvSpPr>
        <p:spPr>
          <a:xfrm>
            <a:off x="3676320" y="2590560"/>
            <a:ext cx="2353320" cy="743400"/>
          </a:xfrm>
          <a:custGeom>
            <a:avLst/>
            <a:gdLst/>
            <a:ahLst/>
            <a:cxnLst/>
            <a:rect l="0" t="0" r="r" b="b"/>
            <a:pathLst>
              <a:path w="6537" h="2065">
                <a:moveTo>
                  <a:pt x="0" y="0"/>
                </a:moveTo>
                <a:lnTo>
                  <a:pt x="6537" y="0"/>
                </a:lnTo>
                <a:lnTo>
                  <a:pt x="6537"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86" name="Freeform: Shape 2085"/>
          <p:cNvSpPr/>
          <p:nvPr/>
        </p:nvSpPr>
        <p:spPr>
          <a:xfrm>
            <a:off x="6029280" y="2590560"/>
            <a:ext cx="2419560" cy="743400"/>
          </a:xfrm>
          <a:custGeom>
            <a:avLst/>
            <a:gdLst/>
            <a:ahLst/>
            <a:cxnLst/>
            <a:rect l="0" t="0" r="r" b="b"/>
            <a:pathLst>
              <a:path w="6721" h="2065">
                <a:moveTo>
                  <a:pt x="0" y="0"/>
                </a:moveTo>
                <a:lnTo>
                  <a:pt x="6721" y="0"/>
                </a:lnTo>
                <a:lnTo>
                  <a:pt x="6721"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87" name="Freeform: Shape 2086"/>
          <p:cNvSpPr/>
          <p:nvPr/>
        </p:nvSpPr>
        <p:spPr>
          <a:xfrm>
            <a:off x="8448480" y="2590560"/>
            <a:ext cx="2991240" cy="743400"/>
          </a:xfrm>
          <a:custGeom>
            <a:avLst/>
            <a:gdLst/>
            <a:ahLst/>
            <a:cxnLst/>
            <a:rect l="0" t="0" r="r" b="b"/>
            <a:pathLst>
              <a:path w="8309" h="2065">
                <a:moveTo>
                  <a:pt x="0" y="0"/>
                </a:moveTo>
                <a:lnTo>
                  <a:pt x="8309" y="0"/>
                </a:lnTo>
                <a:lnTo>
                  <a:pt x="8309"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88" name="Freeform: Shape 2087"/>
          <p:cNvSpPr/>
          <p:nvPr/>
        </p:nvSpPr>
        <p:spPr>
          <a:xfrm>
            <a:off x="752400" y="2590560"/>
            <a:ext cx="2924280" cy="743400"/>
          </a:xfrm>
          <a:custGeom>
            <a:avLst/>
            <a:gdLst/>
            <a:ahLst/>
            <a:cxnLst/>
            <a:rect l="0" t="0" r="r" b="b"/>
            <a:pathLst>
              <a:path w="8123" h="2065">
                <a:moveTo>
                  <a:pt x="0" y="0"/>
                </a:moveTo>
                <a:lnTo>
                  <a:pt x="8123" y="0"/>
                </a:lnTo>
                <a:lnTo>
                  <a:pt x="8123"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89" name="Freeform: Shape 2088"/>
          <p:cNvSpPr/>
          <p:nvPr/>
        </p:nvSpPr>
        <p:spPr>
          <a:xfrm>
            <a:off x="3676320" y="2590560"/>
            <a:ext cx="2353320" cy="743400"/>
          </a:xfrm>
          <a:custGeom>
            <a:avLst/>
            <a:gdLst/>
            <a:ahLst/>
            <a:cxnLst/>
            <a:rect l="0" t="0" r="r" b="b"/>
            <a:pathLst>
              <a:path w="6537" h="2065">
                <a:moveTo>
                  <a:pt x="0" y="0"/>
                </a:moveTo>
                <a:lnTo>
                  <a:pt x="6537" y="0"/>
                </a:lnTo>
                <a:lnTo>
                  <a:pt x="6537"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90" name="Freeform: Shape 2089"/>
          <p:cNvSpPr/>
          <p:nvPr/>
        </p:nvSpPr>
        <p:spPr>
          <a:xfrm>
            <a:off x="6029280" y="2590560"/>
            <a:ext cx="2419560" cy="743400"/>
          </a:xfrm>
          <a:custGeom>
            <a:avLst/>
            <a:gdLst/>
            <a:ahLst/>
            <a:cxnLst/>
            <a:rect l="0" t="0" r="r" b="b"/>
            <a:pathLst>
              <a:path w="6721" h="2065">
                <a:moveTo>
                  <a:pt x="0" y="0"/>
                </a:moveTo>
                <a:lnTo>
                  <a:pt x="6721" y="0"/>
                </a:lnTo>
                <a:lnTo>
                  <a:pt x="6721"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91" name="Freeform: Shape 2090"/>
          <p:cNvSpPr/>
          <p:nvPr/>
        </p:nvSpPr>
        <p:spPr>
          <a:xfrm>
            <a:off x="8448480" y="2590560"/>
            <a:ext cx="2991240" cy="743400"/>
          </a:xfrm>
          <a:custGeom>
            <a:avLst/>
            <a:gdLst/>
            <a:ahLst/>
            <a:cxnLst/>
            <a:rect l="0" t="0" r="r" b="b"/>
            <a:pathLst>
              <a:path w="8309" h="2065">
                <a:moveTo>
                  <a:pt x="0" y="0"/>
                </a:moveTo>
                <a:lnTo>
                  <a:pt x="8309" y="0"/>
                </a:lnTo>
                <a:lnTo>
                  <a:pt x="8309"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92" name="Freeform: Shape 2091"/>
          <p:cNvSpPr/>
          <p:nvPr/>
        </p:nvSpPr>
        <p:spPr>
          <a:xfrm>
            <a:off x="752400" y="3333600"/>
            <a:ext cx="2924280" cy="733680"/>
          </a:xfrm>
          <a:custGeom>
            <a:avLst/>
            <a:gdLst/>
            <a:ahLst/>
            <a:cxnLst/>
            <a:rect l="0" t="0" r="r" b="b"/>
            <a:pathLst>
              <a:path w="8123" h="2038">
                <a:moveTo>
                  <a:pt x="0" y="0"/>
                </a:moveTo>
                <a:lnTo>
                  <a:pt x="8123" y="0"/>
                </a:lnTo>
                <a:lnTo>
                  <a:pt x="8123"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93" name="Freeform: Shape 2092"/>
          <p:cNvSpPr/>
          <p:nvPr/>
        </p:nvSpPr>
        <p:spPr>
          <a:xfrm>
            <a:off x="3676320" y="3333600"/>
            <a:ext cx="2353320" cy="733680"/>
          </a:xfrm>
          <a:custGeom>
            <a:avLst/>
            <a:gdLst/>
            <a:ahLst/>
            <a:cxnLst/>
            <a:rect l="0" t="0" r="r" b="b"/>
            <a:pathLst>
              <a:path w="6537" h="2038">
                <a:moveTo>
                  <a:pt x="0" y="0"/>
                </a:moveTo>
                <a:lnTo>
                  <a:pt x="6537" y="0"/>
                </a:lnTo>
                <a:lnTo>
                  <a:pt x="6537"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94" name="Freeform: Shape 2093"/>
          <p:cNvSpPr/>
          <p:nvPr/>
        </p:nvSpPr>
        <p:spPr>
          <a:xfrm>
            <a:off x="6029280" y="3333600"/>
            <a:ext cx="2419560" cy="733680"/>
          </a:xfrm>
          <a:custGeom>
            <a:avLst/>
            <a:gdLst/>
            <a:ahLst/>
            <a:cxnLst/>
            <a:rect l="0" t="0" r="r" b="b"/>
            <a:pathLst>
              <a:path w="6721" h="2038">
                <a:moveTo>
                  <a:pt x="0" y="0"/>
                </a:moveTo>
                <a:lnTo>
                  <a:pt x="6721" y="0"/>
                </a:lnTo>
                <a:lnTo>
                  <a:pt x="6721"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95" name="Freeform: Shape 2094"/>
          <p:cNvSpPr/>
          <p:nvPr/>
        </p:nvSpPr>
        <p:spPr>
          <a:xfrm>
            <a:off x="8448480" y="3333600"/>
            <a:ext cx="2991240" cy="733680"/>
          </a:xfrm>
          <a:custGeom>
            <a:avLst/>
            <a:gdLst/>
            <a:ahLst/>
            <a:cxnLst/>
            <a:rect l="0" t="0" r="r" b="b"/>
            <a:pathLst>
              <a:path w="8309" h="2038">
                <a:moveTo>
                  <a:pt x="0" y="0"/>
                </a:moveTo>
                <a:lnTo>
                  <a:pt x="8309" y="0"/>
                </a:lnTo>
                <a:lnTo>
                  <a:pt x="8309"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96" name="Freeform: Shape 2095"/>
          <p:cNvSpPr/>
          <p:nvPr/>
        </p:nvSpPr>
        <p:spPr>
          <a:xfrm>
            <a:off x="752400" y="3333600"/>
            <a:ext cx="2924280" cy="733680"/>
          </a:xfrm>
          <a:custGeom>
            <a:avLst/>
            <a:gdLst/>
            <a:ahLst/>
            <a:cxnLst/>
            <a:rect l="0" t="0" r="r" b="b"/>
            <a:pathLst>
              <a:path w="8123" h="2038">
                <a:moveTo>
                  <a:pt x="0" y="0"/>
                </a:moveTo>
                <a:lnTo>
                  <a:pt x="8123" y="0"/>
                </a:lnTo>
                <a:lnTo>
                  <a:pt x="8123"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97" name="Freeform: Shape 2096"/>
          <p:cNvSpPr/>
          <p:nvPr/>
        </p:nvSpPr>
        <p:spPr>
          <a:xfrm>
            <a:off x="3676320" y="3333600"/>
            <a:ext cx="2353320" cy="733680"/>
          </a:xfrm>
          <a:custGeom>
            <a:avLst/>
            <a:gdLst/>
            <a:ahLst/>
            <a:cxnLst/>
            <a:rect l="0" t="0" r="r" b="b"/>
            <a:pathLst>
              <a:path w="6537" h="2038">
                <a:moveTo>
                  <a:pt x="0" y="0"/>
                </a:moveTo>
                <a:lnTo>
                  <a:pt x="6537" y="0"/>
                </a:lnTo>
                <a:lnTo>
                  <a:pt x="6537"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98" name="Freeform: Shape 2097"/>
          <p:cNvSpPr/>
          <p:nvPr/>
        </p:nvSpPr>
        <p:spPr>
          <a:xfrm>
            <a:off x="6029280" y="3333600"/>
            <a:ext cx="2419560" cy="733680"/>
          </a:xfrm>
          <a:custGeom>
            <a:avLst/>
            <a:gdLst/>
            <a:ahLst/>
            <a:cxnLst/>
            <a:rect l="0" t="0" r="r" b="b"/>
            <a:pathLst>
              <a:path w="6721" h="2038">
                <a:moveTo>
                  <a:pt x="0" y="0"/>
                </a:moveTo>
                <a:lnTo>
                  <a:pt x="6721" y="0"/>
                </a:lnTo>
                <a:lnTo>
                  <a:pt x="6721"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099" name="Freeform: Shape 2098"/>
          <p:cNvSpPr/>
          <p:nvPr/>
        </p:nvSpPr>
        <p:spPr>
          <a:xfrm>
            <a:off x="8448480" y="3333600"/>
            <a:ext cx="2991240" cy="733680"/>
          </a:xfrm>
          <a:custGeom>
            <a:avLst/>
            <a:gdLst/>
            <a:ahLst/>
            <a:cxnLst/>
            <a:rect l="0" t="0" r="r" b="b"/>
            <a:pathLst>
              <a:path w="8309" h="2038">
                <a:moveTo>
                  <a:pt x="0" y="0"/>
                </a:moveTo>
                <a:lnTo>
                  <a:pt x="8309" y="0"/>
                </a:lnTo>
                <a:lnTo>
                  <a:pt x="8309"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00" name="Freeform: Shape 2099"/>
          <p:cNvSpPr/>
          <p:nvPr/>
        </p:nvSpPr>
        <p:spPr>
          <a:xfrm>
            <a:off x="752400" y="4066920"/>
            <a:ext cx="2924280" cy="743400"/>
          </a:xfrm>
          <a:custGeom>
            <a:avLst/>
            <a:gdLst/>
            <a:ahLst/>
            <a:cxnLst/>
            <a:rect l="0" t="0" r="r" b="b"/>
            <a:pathLst>
              <a:path w="8123" h="2065">
                <a:moveTo>
                  <a:pt x="0" y="0"/>
                </a:moveTo>
                <a:lnTo>
                  <a:pt x="8123" y="0"/>
                </a:lnTo>
                <a:lnTo>
                  <a:pt x="8123"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01" name="Freeform: Shape 2100"/>
          <p:cNvSpPr/>
          <p:nvPr/>
        </p:nvSpPr>
        <p:spPr>
          <a:xfrm>
            <a:off x="3676320" y="4066920"/>
            <a:ext cx="2353320" cy="743400"/>
          </a:xfrm>
          <a:custGeom>
            <a:avLst/>
            <a:gdLst/>
            <a:ahLst/>
            <a:cxnLst/>
            <a:rect l="0" t="0" r="r" b="b"/>
            <a:pathLst>
              <a:path w="6537" h="2065">
                <a:moveTo>
                  <a:pt x="0" y="0"/>
                </a:moveTo>
                <a:lnTo>
                  <a:pt x="6537" y="0"/>
                </a:lnTo>
                <a:lnTo>
                  <a:pt x="6537"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02" name="Freeform: Shape 2101"/>
          <p:cNvSpPr/>
          <p:nvPr/>
        </p:nvSpPr>
        <p:spPr>
          <a:xfrm>
            <a:off x="6029280" y="4066920"/>
            <a:ext cx="2419560" cy="743400"/>
          </a:xfrm>
          <a:custGeom>
            <a:avLst/>
            <a:gdLst/>
            <a:ahLst/>
            <a:cxnLst/>
            <a:rect l="0" t="0" r="r" b="b"/>
            <a:pathLst>
              <a:path w="6721" h="2065">
                <a:moveTo>
                  <a:pt x="0" y="0"/>
                </a:moveTo>
                <a:lnTo>
                  <a:pt x="6721" y="0"/>
                </a:lnTo>
                <a:lnTo>
                  <a:pt x="6721"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03" name="Freeform: Shape 2102"/>
          <p:cNvSpPr/>
          <p:nvPr/>
        </p:nvSpPr>
        <p:spPr>
          <a:xfrm>
            <a:off x="8448480" y="4066920"/>
            <a:ext cx="2991240" cy="743400"/>
          </a:xfrm>
          <a:custGeom>
            <a:avLst/>
            <a:gdLst/>
            <a:ahLst/>
            <a:cxnLst/>
            <a:rect l="0" t="0" r="r" b="b"/>
            <a:pathLst>
              <a:path w="8309" h="2065">
                <a:moveTo>
                  <a:pt x="0" y="0"/>
                </a:moveTo>
                <a:lnTo>
                  <a:pt x="8309" y="0"/>
                </a:lnTo>
                <a:lnTo>
                  <a:pt x="8309"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04" name="Freeform: Shape 2103"/>
          <p:cNvSpPr/>
          <p:nvPr/>
        </p:nvSpPr>
        <p:spPr>
          <a:xfrm>
            <a:off x="752400" y="4066920"/>
            <a:ext cx="2924280" cy="743400"/>
          </a:xfrm>
          <a:custGeom>
            <a:avLst/>
            <a:gdLst/>
            <a:ahLst/>
            <a:cxnLst/>
            <a:rect l="0" t="0" r="r" b="b"/>
            <a:pathLst>
              <a:path w="8123" h="2065">
                <a:moveTo>
                  <a:pt x="0" y="0"/>
                </a:moveTo>
                <a:lnTo>
                  <a:pt x="8123" y="0"/>
                </a:lnTo>
                <a:lnTo>
                  <a:pt x="8123"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05" name="Freeform: Shape 2104"/>
          <p:cNvSpPr/>
          <p:nvPr/>
        </p:nvSpPr>
        <p:spPr>
          <a:xfrm>
            <a:off x="3676320" y="4066920"/>
            <a:ext cx="2353320" cy="743400"/>
          </a:xfrm>
          <a:custGeom>
            <a:avLst/>
            <a:gdLst/>
            <a:ahLst/>
            <a:cxnLst/>
            <a:rect l="0" t="0" r="r" b="b"/>
            <a:pathLst>
              <a:path w="6537" h="2065">
                <a:moveTo>
                  <a:pt x="0" y="0"/>
                </a:moveTo>
                <a:lnTo>
                  <a:pt x="6537" y="0"/>
                </a:lnTo>
                <a:lnTo>
                  <a:pt x="6537"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06" name="Freeform: Shape 2105"/>
          <p:cNvSpPr/>
          <p:nvPr/>
        </p:nvSpPr>
        <p:spPr>
          <a:xfrm>
            <a:off x="6029280" y="4066920"/>
            <a:ext cx="2419560" cy="743400"/>
          </a:xfrm>
          <a:custGeom>
            <a:avLst/>
            <a:gdLst/>
            <a:ahLst/>
            <a:cxnLst/>
            <a:rect l="0" t="0" r="r" b="b"/>
            <a:pathLst>
              <a:path w="6721" h="2065">
                <a:moveTo>
                  <a:pt x="0" y="0"/>
                </a:moveTo>
                <a:lnTo>
                  <a:pt x="6721" y="0"/>
                </a:lnTo>
                <a:lnTo>
                  <a:pt x="6721"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07" name="Freeform: Shape 2106"/>
          <p:cNvSpPr/>
          <p:nvPr/>
        </p:nvSpPr>
        <p:spPr>
          <a:xfrm>
            <a:off x="8448480" y="4066920"/>
            <a:ext cx="2991240" cy="743400"/>
          </a:xfrm>
          <a:custGeom>
            <a:avLst/>
            <a:gdLst/>
            <a:ahLst/>
            <a:cxnLst/>
            <a:rect l="0" t="0" r="r" b="b"/>
            <a:pathLst>
              <a:path w="8309" h="2065">
                <a:moveTo>
                  <a:pt x="0" y="0"/>
                </a:moveTo>
                <a:lnTo>
                  <a:pt x="8309" y="0"/>
                </a:lnTo>
                <a:lnTo>
                  <a:pt x="8309"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08" name="Freeform: Shape 2107"/>
          <p:cNvSpPr/>
          <p:nvPr/>
        </p:nvSpPr>
        <p:spPr>
          <a:xfrm>
            <a:off x="752400" y="4809960"/>
            <a:ext cx="2924280" cy="438480"/>
          </a:xfrm>
          <a:custGeom>
            <a:avLst/>
            <a:gdLst/>
            <a:ahLst/>
            <a:cxnLst/>
            <a:rect l="0" t="0" r="r" b="b"/>
            <a:pathLst>
              <a:path w="8123" h="1218">
                <a:moveTo>
                  <a:pt x="0" y="0"/>
                </a:moveTo>
                <a:lnTo>
                  <a:pt x="8123" y="0"/>
                </a:lnTo>
                <a:lnTo>
                  <a:pt x="8123"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09" name="Freeform: Shape 2108"/>
          <p:cNvSpPr/>
          <p:nvPr/>
        </p:nvSpPr>
        <p:spPr>
          <a:xfrm>
            <a:off x="3676320" y="4809960"/>
            <a:ext cx="2353320" cy="438480"/>
          </a:xfrm>
          <a:custGeom>
            <a:avLst/>
            <a:gdLst/>
            <a:ahLst/>
            <a:cxnLst/>
            <a:rect l="0" t="0" r="r" b="b"/>
            <a:pathLst>
              <a:path w="6537" h="1218">
                <a:moveTo>
                  <a:pt x="0" y="0"/>
                </a:moveTo>
                <a:lnTo>
                  <a:pt x="6537" y="0"/>
                </a:lnTo>
                <a:lnTo>
                  <a:pt x="6537"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10" name="Freeform: Shape 2109"/>
          <p:cNvSpPr/>
          <p:nvPr/>
        </p:nvSpPr>
        <p:spPr>
          <a:xfrm>
            <a:off x="6029280" y="4809960"/>
            <a:ext cx="2419560" cy="438480"/>
          </a:xfrm>
          <a:custGeom>
            <a:avLst/>
            <a:gdLst/>
            <a:ahLst/>
            <a:cxnLst/>
            <a:rect l="0" t="0" r="r" b="b"/>
            <a:pathLst>
              <a:path w="6721" h="1218">
                <a:moveTo>
                  <a:pt x="0" y="0"/>
                </a:moveTo>
                <a:lnTo>
                  <a:pt x="6721" y="0"/>
                </a:lnTo>
                <a:lnTo>
                  <a:pt x="6721"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11" name="Freeform: Shape 2110"/>
          <p:cNvSpPr/>
          <p:nvPr/>
        </p:nvSpPr>
        <p:spPr>
          <a:xfrm>
            <a:off x="8448480" y="4809960"/>
            <a:ext cx="2991240" cy="438480"/>
          </a:xfrm>
          <a:custGeom>
            <a:avLst/>
            <a:gdLst/>
            <a:ahLst/>
            <a:cxnLst/>
            <a:rect l="0" t="0" r="r" b="b"/>
            <a:pathLst>
              <a:path w="8309" h="1218">
                <a:moveTo>
                  <a:pt x="0" y="0"/>
                </a:moveTo>
                <a:lnTo>
                  <a:pt x="8309" y="0"/>
                </a:lnTo>
                <a:lnTo>
                  <a:pt x="8309"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12" name="Freeform: Shape 2111"/>
          <p:cNvSpPr/>
          <p:nvPr/>
        </p:nvSpPr>
        <p:spPr>
          <a:xfrm>
            <a:off x="752400" y="4809960"/>
            <a:ext cx="2924280" cy="438480"/>
          </a:xfrm>
          <a:custGeom>
            <a:avLst/>
            <a:gdLst/>
            <a:ahLst/>
            <a:cxnLst/>
            <a:rect l="0" t="0" r="r" b="b"/>
            <a:pathLst>
              <a:path w="8123" h="1218">
                <a:moveTo>
                  <a:pt x="0" y="0"/>
                </a:moveTo>
                <a:lnTo>
                  <a:pt x="8123" y="0"/>
                </a:lnTo>
                <a:lnTo>
                  <a:pt x="8123"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13" name="Freeform: Shape 2112"/>
          <p:cNvSpPr/>
          <p:nvPr/>
        </p:nvSpPr>
        <p:spPr>
          <a:xfrm>
            <a:off x="3676320" y="4809960"/>
            <a:ext cx="2353320" cy="438480"/>
          </a:xfrm>
          <a:custGeom>
            <a:avLst/>
            <a:gdLst/>
            <a:ahLst/>
            <a:cxnLst/>
            <a:rect l="0" t="0" r="r" b="b"/>
            <a:pathLst>
              <a:path w="6537" h="1218">
                <a:moveTo>
                  <a:pt x="0" y="0"/>
                </a:moveTo>
                <a:lnTo>
                  <a:pt x="6537" y="0"/>
                </a:lnTo>
                <a:lnTo>
                  <a:pt x="6537"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14" name="Freeform: Shape 2113"/>
          <p:cNvSpPr/>
          <p:nvPr/>
        </p:nvSpPr>
        <p:spPr>
          <a:xfrm>
            <a:off x="6029280" y="4809960"/>
            <a:ext cx="2419560" cy="438480"/>
          </a:xfrm>
          <a:custGeom>
            <a:avLst/>
            <a:gdLst/>
            <a:ahLst/>
            <a:cxnLst/>
            <a:rect l="0" t="0" r="r" b="b"/>
            <a:pathLst>
              <a:path w="6721" h="1218">
                <a:moveTo>
                  <a:pt x="0" y="0"/>
                </a:moveTo>
                <a:lnTo>
                  <a:pt x="6721" y="0"/>
                </a:lnTo>
                <a:lnTo>
                  <a:pt x="6721"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15" name="Freeform: Shape 2114"/>
          <p:cNvSpPr/>
          <p:nvPr/>
        </p:nvSpPr>
        <p:spPr>
          <a:xfrm>
            <a:off x="8448480" y="4809960"/>
            <a:ext cx="2991240" cy="438480"/>
          </a:xfrm>
          <a:custGeom>
            <a:avLst/>
            <a:gdLst/>
            <a:ahLst/>
            <a:cxnLst/>
            <a:rect l="0" t="0" r="r" b="b"/>
            <a:pathLst>
              <a:path w="8309" h="1218">
                <a:moveTo>
                  <a:pt x="0" y="0"/>
                </a:moveTo>
                <a:lnTo>
                  <a:pt x="8309" y="0"/>
                </a:lnTo>
                <a:lnTo>
                  <a:pt x="8309"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16" name="Freeform: Shape 2115"/>
          <p:cNvSpPr/>
          <p:nvPr/>
        </p:nvSpPr>
        <p:spPr>
          <a:xfrm>
            <a:off x="752400" y="5248080"/>
            <a:ext cx="2924280" cy="733680"/>
          </a:xfrm>
          <a:custGeom>
            <a:avLst/>
            <a:gdLst/>
            <a:ahLst/>
            <a:cxnLst/>
            <a:rect l="0" t="0" r="r" b="b"/>
            <a:pathLst>
              <a:path w="8123" h="2038">
                <a:moveTo>
                  <a:pt x="0" y="0"/>
                </a:moveTo>
                <a:lnTo>
                  <a:pt x="8123" y="0"/>
                </a:lnTo>
                <a:lnTo>
                  <a:pt x="8123" y="2038"/>
                </a:lnTo>
                <a:lnTo>
                  <a:pt x="0" y="203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17" name="Freeform: Shape 2116"/>
          <p:cNvSpPr/>
          <p:nvPr/>
        </p:nvSpPr>
        <p:spPr>
          <a:xfrm>
            <a:off x="3676320" y="5248080"/>
            <a:ext cx="2353320" cy="733680"/>
          </a:xfrm>
          <a:custGeom>
            <a:avLst/>
            <a:gdLst/>
            <a:ahLst/>
            <a:cxnLst/>
            <a:rect l="0" t="0" r="r" b="b"/>
            <a:pathLst>
              <a:path w="6537" h="2038">
                <a:moveTo>
                  <a:pt x="0" y="0"/>
                </a:moveTo>
                <a:lnTo>
                  <a:pt x="6537" y="0"/>
                </a:lnTo>
                <a:lnTo>
                  <a:pt x="6537" y="2038"/>
                </a:lnTo>
                <a:lnTo>
                  <a:pt x="0" y="203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18" name="Freeform: Shape 2117"/>
          <p:cNvSpPr/>
          <p:nvPr/>
        </p:nvSpPr>
        <p:spPr>
          <a:xfrm>
            <a:off x="6029280" y="5248080"/>
            <a:ext cx="2419560" cy="733680"/>
          </a:xfrm>
          <a:custGeom>
            <a:avLst/>
            <a:gdLst/>
            <a:ahLst/>
            <a:cxnLst/>
            <a:rect l="0" t="0" r="r" b="b"/>
            <a:pathLst>
              <a:path w="6721" h="2038">
                <a:moveTo>
                  <a:pt x="0" y="0"/>
                </a:moveTo>
                <a:lnTo>
                  <a:pt x="6721" y="0"/>
                </a:lnTo>
                <a:lnTo>
                  <a:pt x="6721" y="2038"/>
                </a:lnTo>
                <a:lnTo>
                  <a:pt x="0" y="203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19" name="Freeform: Shape 2118"/>
          <p:cNvSpPr/>
          <p:nvPr/>
        </p:nvSpPr>
        <p:spPr>
          <a:xfrm>
            <a:off x="8448480" y="5248080"/>
            <a:ext cx="2991240" cy="733680"/>
          </a:xfrm>
          <a:custGeom>
            <a:avLst/>
            <a:gdLst/>
            <a:ahLst/>
            <a:cxnLst/>
            <a:rect l="0" t="0" r="r" b="b"/>
            <a:pathLst>
              <a:path w="8309" h="2038">
                <a:moveTo>
                  <a:pt x="0" y="0"/>
                </a:moveTo>
                <a:lnTo>
                  <a:pt x="8309" y="0"/>
                </a:lnTo>
                <a:lnTo>
                  <a:pt x="8309" y="2038"/>
                </a:lnTo>
                <a:lnTo>
                  <a:pt x="0" y="203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20" name="Freeform: Shape 2119"/>
          <p:cNvSpPr/>
          <p:nvPr/>
        </p:nvSpPr>
        <p:spPr>
          <a:xfrm>
            <a:off x="752400" y="5248080"/>
            <a:ext cx="2924280" cy="733680"/>
          </a:xfrm>
          <a:custGeom>
            <a:avLst/>
            <a:gdLst/>
            <a:ahLst/>
            <a:cxnLst/>
            <a:rect l="0" t="0" r="r" b="b"/>
            <a:pathLst>
              <a:path w="8123" h="2038">
                <a:moveTo>
                  <a:pt x="0" y="0"/>
                </a:moveTo>
                <a:lnTo>
                  <a:pt x="8123" y="0"/>
                </a:lnTo>
                <a:lnTo>
                  <a:pt x="8123"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21" name="Freeform: Shape 2120"/>
          <p:cNvSpPr/>
          <p:nvPr/>
        </p:nvSpPr>
        <p:spPr>
          <a:xfrm>
            <a:off x="3676320" y="5248080"/>
            <a:ext cx="2353320" cy="733680"/>
          </a:xfrm>
          <a:custGeom>
            <a:avLst/>
            <a:gdLst/>
            <a:ahLst/>
            <a:cxnLst/>
            <a:rect l="0" t="0" r="r" b="b"/>
            <a:pathLst>
              <a:path w="6537" h="2038">
                <a:moveTo>
                  <a:pt x="0" y="0"/>
                </a:moveTo>
                <a:lnTo>
                  <a:pt x="6537" y="0"/>
                </a:lnTo>
                <a:lnTo>
                  <a:pt x="6537"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22" name="Freeform: Shape 2121"/>
          <p:cNvSpPr/>
          <p:nvPr/>
        </p:nvSpPr>
        <p:spPr>
          <a:xfrm>
            <a:off x="6029280" y="5248080"/>
            <a:ext cx="2419560" cy="733680"/>
          </a:xfrm>
          <a:custGeom>
            <a:avLst/>
            <a:gdLst/>
            <a:ahLst/>
            <a:cxnLst/>
            <a:rect l="0" t="0" r="r" b="b"/>
            <a:pathLst>
              <a:path w="6721" h="2038">
                <a:moveTo>
                  <a:pt x="0" y="0"/>
                </a:moveTo>
                <a:lnTo>
                  <a:pt x="6721" y="0"/>
                </a:lnTo>
                <a:lnTo>
                  <a:pt x="6721"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23" name="Freeform: Shape 2122"/>
          <p:cNvSpPr/>
          <p:nvPr/>
        </p:nvSpPr>
        <p:spPr>
          <a:xfrm>
            <a:off x="8448480" y="5248080"/>
            <a:ext cx="2991240" cy="733680"/>
          </a:xfrm>
          <a:custGeom>
            <a:avLst/>
            <a:gdLst/>
            <a:ahLst/>
            <a:cxnLst/>
            <a:rect l="0" t="0" r="r" b="b"/>
            <a:pathLst>
              <a:path w="8309" h="2038">
                <a:moveTo>
                  <a:pt x="0" y="0"/>
                </a:moveTo>
                <a:lnTo>
                  <a:pt x="8309" y="0"/>
                </a:lnTo>
                <a:lnTo>
                  <a:pt x="8309"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24" name="Freeform: Shape 2123"/>
          <p:cNvSpPr/>
          <p:nvPr/>
        </p:nvSpPr>
        <p:spPr>
          <a:xfrm>
            <a:off x="752400" y="1409400"/>
            <a:ext cx="9720" cy="448200"/>
          </a:xfrm>
          <a:custGeom>
            <a:avLst/>
            <a:gdLst/>
            <a:ahLst/>
            <a:cxnLst/>
            <a:rect l="0" t="0" r="r" b="b"/>
            <a:pathLst>
              <a:path w="27" h="1245">
                <a:moveTo>
                  <a:pt x="0" y="0"/>
                </a:moveTo>
                <a:lnTo>
                  <a:pt x="27" y="0"/>
                </a:lnTo>
                <a:lnTo>
                  <a:pt x="27" y="1245"/>
                </a:lnTo>
                <a:lnTo>
                  <a:pt x="0" y="124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25" name="Freeform: Shape 2124"/>
          <p:cNvSpPr/>
          <p:nvPr/>
        </p:nvSpPr>
        <p:spPr>
          <a:xfrm>
            <a:off x="752400" y="1409400"/>
            <a:ext cx="2934000" cy="10080"/>
          </a:xfrm>
          <a:custGeom>
            <a:avLst/>
            <a:gdLst/>
            <a:ahLst/>
            <a:cxnLst/>
            <a:rect l="0" t="0" r="r" b="b"/>
            <a:pathLst>
              <a:path w="8150" h="28">
                <a:moveTo>
                  <a:pt x="0" y="0"/>
                </a:moveTo>
                <a:lnTo>
                  <a:pt x="8150" y="0"/>
                </a:lnTo>
                <a:lnTo>
                  <a:pt x="8150"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26" name="Freeform: Shape 2125"/>
          <p:cNvSpPr/>
          <p:nvPr/>
        </p:nvSpPr>
        <p:spPr>
          <a:xfrm>
            <a:off x="3676320" y="1409400"/>
            <a:ext cx="10080" cy="448200"/>
          </a:xfrm>
          <a:custGeom>
            <a:avLst/>
            <a:gdLst/>
            <a:ahLst/>
            <a:cxnLst/>
            <a:rect l="0" t="0" r="r" b="b"/>
            <a:pathLst>
              <a:path w="28" h="1245">
                <a:moveTo>
                  <a:pt x="0" y="0"/>
                </a:moveTo>
                <a:lnTo>
                  <a:pt x="28" y="0"/>
                </a:lnTo>
                <a:lnTo>
                  <a:pt x="28" y="1245"/>
                </a:lnTo>
                <a:lnTo>
                  <a:pt x="0" y="124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27" name="Freeform: Shape 2126"/>
          <p:cNvSpPr/>
          <p:nvPr/>
        </p:nvSpPr>
        <p:spPr>
          <a:xfrm>
            <a:off x="3686040" y="1409400"/>
            <a:ext cx="2352960" cy="10080"/>
          </a:xfrm>
          <a:custGeom>
            <a:avLst/>
            <a:gdLst/>
            <a:ahLst/>
            <a:cxnLst/>
            <a:rect l="0" t="0" r="r" b="b"/>
            <a:pathLst>
              <a:path w="6536" h="28">
                <a:moveTo>
                  <a:pt x="0" y="0"/>
                </a:moveTo>
                <a:lnTo>
                  <a:pt x="6536" y="0"/>
                </a:lnTo>
                <a:lnTo>
                  <a:pt x="653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28" name="Freeform: Shape 2127"/>
          <p:cNvSpPr/>
          <p:nvPr/>
        </p:nvSpPr>
        <p:spPr>
          <a:xfrm>
            <a:off x="6029280" y="1409400"/>
            <a:ext cx="9720" cy="448200"/>
          </a:xfrm>
          <a:custGeom>
            <a:avLst/>
            <a:gdLst/>
            <a:ahLst/>
            <a:cxnLst/>
            <a:rect l="0" t="0" r="r" b="b"/>
            <a:pathLst>
              <a:path w="27" h="1245">
                <a:moveTo>
                  <a:pt x="0" y="0"/>
                </a:moveTo>
                <a:lnTo>
                  <a:pt x="27" y="0"/>
                </a:lnTo>
                <a:lnTo>
                  <a:pt x="27" y="1245"/>
                </a:lnTo>
                <a:lnTo>
                  <a:pt x="0" y="124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29" name="Freeform: Shape 2128"/>
          <p:cNvSpPr/>
          <p:nvPr/>
        </p:nvSpPr>
        <p:spPr>
          <a:xfrm>
            <a:off x="6038640" y="1409400"/>
            <a:ext cx="2419560" cy="10080"/>
          </a:xfrm>
          <a:custGeom>
            <a:avLst/>
            <a:gdLst/>
            <a:ahLst/>
            <a:cxnLst/>
            <a:rect l="0" t="0" r="r" b="b"/>
            <a:pathLst>
              <a:path w="6721" h="28">
                <a:moveTo>
                  <a:pt x="0" y="0"/>
                </a:moveTo>
                <a:lnTo>
                  <a:pt x="6721" y="0"/>
                </a:lnTo>
                <a:lnTo>
                  <a:pt x="67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30" name="Freeform: Shape 2129"/>
          <p:cNvSpPr/>
          <p:nvPr/>
        </p:nvSpPr>
        <p:spPr>
          <a:xfrm>
            <a:off x="8448480" y="1409400"/>
            <a:ext cx="9720" cy="448200"/>
          </a:xfrm>
          <a:custGeom>
            <a:avLst/>
            <a:gdLst/>
            <a:ahLst/>
            <a:cxnLst/>
            <a:rect l="0" t="0" r="r" b="b"/>
            <a:pathLst>
              <a:path w="27" h="1245">
                <a:moveTo>
                  <a:pt x="0" y="0"/>
                </a:moveTo>
                <a:lnTo>
                  <a:pt x="27" y="0"/>
                </a:lnTo>
                <a:lnTo>
                  <a:pt x="27" y="1245"/>
                </a:lnTo>
                <a:lnTo>
                  <a:pt x="0" y="124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31" name="Freeform: Shape 2130"/>
          <p:cNvSpPr/>
          <p:nvPr/>
        </p:nvSpPr>
        <p:spPr>
          <a:xfrm>
            <a:off x="8457840" y="1409400"/>
            <a:ext cx="2991240" cy="10080"/>
          </a:xfrm>
          <a:custGeom>
            <a:avLst/>
            <a:gdLst/>
            <a:ahLst/>
            <a:cxnLst/>
            <a:rect l="0" t="0" r="r" b="b"/>
            <a:pathLst>
              <a:path w="8309" h="28">
                <a:moveTo>
                  <a:pt x="0" y="0"/>
                </a:moveTo>
                <a:lnTo>
                  <a:pt x="8309" y="0"/>
                </a:lnTo>
                <a:lnTo>
                  <a:pt x="830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32" name="Freeform: Shape 2131"/>
          <p:cNvSpPr/>
          <p:nvPr/>
        </p:nvSpPr>
        <p:spPr>
          <a:xfrm>
            <a:off x="11439360" y="1409400"/>
            <a:ext cx="9720" cy="448200"/>
          </a:xfrm>
          <a:custGeom>
            <a:avLst/>
            <a:gdLst/>
            <a:ahLst/>
            <a:cxnLst/>
            <a:rect l="0" t="0" r="r" b="b"/>
            <a:pathLst>
              <a:path w="27" h="1245">
                <a:moveTo>
                  <a:pt x="0" y="0"/>
                </a:moveTo>
                <a:lnTo>
                  <a:pt x="27" y="0"/>
                </a:lnTo>
                <a:lnTo>
                  <a:pt x="27" y="1245"/>
                </a:lnTo>
                <a:lnTo>
                  <a:pt x="0" y="124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33" name="Freeform: Shape 2132"/>
          <p:cNvSpPr/>
          <p:nvPr/>
        </p:nvSpPr>
        <p:spPr>
          <a:xfrm>
            <a:off x="752400" y="1847520"/>
            <a:ext cx="2934000" cy="10080"/>
          </a:xfrm>
          <a:custGeom>
            <a:avLst/>
            <a:gdLst/>
            <a:ahLst/>
            <a:cxnLst/>
            <a:rect l="0" t="0" r="r" b="b"/>
            <a:pathLst>
              <a:path w="8150" h="28">
                <a:moveTo>
                  <a:pt x="0" y="0"/>
                </a:moveTo>
                <a:lnTo>
                  <a:pt x="8150" y="0"/>
                </a:lnTo>
                <a:lnTo>
                  <a:pt x="8150"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34" name="Freeform: Shape 2133"/>
          <p:cNvSpPr/>
          <p:nvPr/>
        </p:nvSpPr>
        <p:spPr>
          <a:xfrm>
            <a:off x="3686040" y="1847520"/>
            <a:ext cx="2352960" cy="10080"/>
          </a:xfrm>
          <a:custGeom>
            <a:avLst/>
            <a:gdLst/>
            <a:ahLst/>
            <a:cxnLst/>
            <a:rect l="0" t="0" r="r" b="b"/>
            <a:pathLst>
              <a:path w="6536" h="28">
                <a:moveTo>
                  <a:pt x="0" y="0"/>
                </a:moveTo>
                <a:lnTo>
                  <a:pt x="6536" y="0"/>
                </a:lnTo>
                <a:lnTo>
                  <a:pt x="653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35" name="Freeform: Shape 2134"/>
          <p:cNvSpPr/>
          <p:nvPr/>
        </p:nvSpPr>
        <p:spPr>
          <a:xfrm>
            <a:off x="6038640" y="1847520"/>
            <a:ext cx="2419560" cy="10080"/>
          </a:xfrm>
          <a:custGeom>
            <a:avLst/>
            <a:gdLst/>
            <a:ahLst/>
            <a:cxnLst/>
            <a:rect l="0" t="0" r="r" b="b"/>
            <a:pathLst>
              <a:path w="6721" h="28">
                <a:moveTo>
                  <a:pt x="0" y="0"/>
                </a:moveTo>
                <a:lnTo>
                  <a:pt x="6721" y="0"/>
                </a:lnTo>
                <a:lnTo>
                  <a:pt x="67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36" name="Freeform: Shape 2135"/>
          <p:cNvSpPr/>
          <p:nvPr/>
        </p:nvSpPr>
        <p:spPr>
          <a:xfrm>
            <a:off x="8457840" y="1847520"/>
            <a:ext cx="2991240" cy="10080"/>
          </a:xfrm>
          <a:custGeom>
            <a:avLst/>
            <a:gdLst/>
            <a:ahLst/>
            <a:cxnLst/>
            <a:rect l="0" t="0" r="r" b="b"/>
            <a:pathLst>
              <a:path w="8309" h="28">
                <a:moveTo>
                  <a:pt x="0" y="0"/>
                </a:moveTo>
                <a:lnTo>
                  <a:pt x="8309" y="0"/>
                </a:lnTo>
                <a:lnTo>
                  <a:pt x="830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37" name="Freeform: Shape 2136"/>
          <p:cNvSpPr/>
          <p:nvPr/>
        </p:nvSpPr>
        <p:spPr>
          <a:xfrm>
            <a:off x="752400" y="18572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38" name="Freeform: Shape 2137"/>
          <p:cNvSpPr/>
          <p:nvPr/>
        </p:nvSpPr>
        <p:spPr>
          <a:xfrm>
            <a:off x="3676320" y="1857240"/>
            <a:ext cx="10080" cy="743400"/>
          </a:xfrm>
          <a:custGeom>
            <a:avLst/>
            <a:gdLst/>
            <a:ahLst/>
            <a:cxnLst/>
            <a:rect l="0" t="0" r="r" b="b"/>
            <a:pathLst>
              <a:path w="28" h="2065">
                <a:moveTo>
                  <a:pt x="0" y="0"/>
                </a:moveTo>
                <a:lnTo>
                  <a:pt x="28" y="0"/>
                </a:lnTo>
                <a:lnTo>
                  <a:pt x="28"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39" name="Freeform: Shape 2138"/>
          <p:cNvSpPr/>
          <p:nvPr/>
        </p:nvSpPr>
        <p:spPr>
          <a:xfrm>
            <a:off x="6029280" y="18572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40" name="Freeform: Shape 2139"/>
          <p:cNvSpPr/>
          <p:nvPr/>
        </p:nvSpPr>
        <p:spPr>
          <a:xfrm>
            <a:off x="8448480" y="18572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41" name="Freeform: Shape 2140"/>
          <p:cNvSpPr/>
          <p:nvPr/>
        </p:nvSpPr>
        <p:spPr>
          <a:xfrm>
            <a:off x="11439360" y="18572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42" name="Freeform: Shape 2141"/>
          <p:cNvSpPr/>
          <p:nvPr/>
        </p:nvSpPr>
        <p:spPr>
          <a:xfrm>
            <a:off x="752400" y="260028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43" name="Freeform: Shape 2142"/>
          <p:cNvSpPr/>
          <p:nvPr/>
        </p:nvSpPr>
        <p:spPr>
          <a:xfrm>
            <a:off x="752400" y="2590560"/>
            <a:ext cx="2934000" cy="10080"/>
          </a:xfrm>
          <a:custGeom>
            <a:avLst/>
            <a:gdLst/>
            <a:ahLst/>
            <a:cxnLst/>
            <a:rect l="0" t="0" r="r" b="b"/>
            <a:pathLst>
              <a:path w="8150" h="28">
                <a:moveTo>
                  <a:pt x="0" y="0"/>
                </a:moveTo>
                <a:lnTo>
                  <a:pt x="8150" y="0"/>
                </a:lnTo>
                <a:lnTo>
                  <a:pt x="8150"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44" name="Freeform: Shape 2143"/>
          <p:cNvSpPr/>
          <p:nvPr/>
        </p:nvSpPr>
        <p:spPr>
          <a:xfrm>
            <a:off x="3676320" y="2600280"/>
            <a:ext cx="10080" cy="733680"/>
          </a:xfrm>
          <a:custGeom>
            <a:avLst/>
            <a:gdLst/>
            <a:ahLst/>
            <a:cxnLst/>
            <a:rect l="0" t="0" r="r" b="b"/>
            <a:pathLst>
              <a:path w="28" h="2038">
                <a:moveTo>
                  <a:pt x="0" y="0"/>
                </a:moveTo>
                <a:lnTo>
                  <a:pt x="28" y="0"/>
                </a:lnTo>
                <a:lnTo>
                  <a:pt x="28"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45" name="Freeform: Shape 2144"/>
          <p:cNvSpPr/>
          <p:nvPr/>
        </p:nvSpPr>
        <p:spPr>
          <a:xfrm>
            <a:off x="3686040" y="2590560"/>
            <a:ext cx="2352960" cy="10080"/>
          </a:xfrm>
          <a:custGeom>
            <a:avLst/>
            <a:gdLst/>
            <a:ahLst/>
            <a:cxnLst/>
            <a:rect l="0" t="0" r="r" b="b"/>
            <a:pathLst>
              <a:path w="6536" h="28">
                <a:moveTo>
                  <a:pt x="0" y="0"/>
                </a:moveTo>
                <a:lnTo>
                  <a:pt x="6536" y="0"/>
                </a:lnTo>
                <a:lnTo>
                  <a:pt x="653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46" name="Freeform: Shape 2145"/>
          <p:cNvSpPr/>
          <p:nvPr/>
        </p:nvSpPr>
        <p:spPr>
          <a:xfrm>
            <a:off x="6029280" y="260028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47" name="Freeform: Shape 2146"/>
          <p:cNvSpPr/>
          <p:nvPr/>
        </p:nvSpPr>
        <p:spPr>
          <a:xfrm>
            <a:off x="6038640" y="2590560"/>
            <a:ext cx="2419560" cy="10080"/>
          </a:xfrm>
          <a:custGeom>
            <a:avLst/>
            <a:gdLst/>
            <a:ahLst/>
            <a:cxnLst/>
            <a:rect l="0" t="0" r="r" b="b"/>
            <a:pathLst>
              <a:path w="6721" h="28">
                <a:moveTo>
                  <a:pt x="0" y="0"/>
                </a:moveTo>
                <a:lnTo>
                  <a:pt x="6721" y="0"/>
                </a:lnTo>
                <a:lnTo>
                  <a:pt x="67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48" name="Freeform: Shape 2147"/>
          <p:cNvSpPr/>
          <p:nvPr/>
        </p:nvSpPr>
        <p:spPr>
          <a:xfrm>
            <a:off x="8448480" y="260028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49" name="Freeform: Shape 2148"/>
          <p:cNvSpPr/>
          <p:nvPr/>
        </p:nvSpPr>
        <p:spPr>
          <a:xfrm>
            <a:off x="8457840" y="2590560"/>
            <a:ext cx="2991240" cy="10080"/>
          </a:xfrm>
          <a:custGeom>
            <a:avLst/>
            <a:gdLst/>
            <a:ahLst/>
            <a:cxnLst/>
            <a:rect l="0" t="0" r="r" b="b"/>
            <a:pathLst>
              <a:path w="8309" h="28">
                <a:moveTo>
                  <a:pt x="0" y="0"/>
                </a:moveTo>
                <a:lnTo>
                  <a:pt x="8309" y="0"/>
                </a:lnTo>
                <a:lnTo>
                  <a:pt x="830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50" name="Freeform: Shape 2149"/>
          <p:cNvSpPr/>
          <p:nvPr/>
        </p:nvSpPr>
        <p:spPr>
          <a:xfrm>
            <a:off x="11439360" y="260028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51" name="Freeform: Shape 2150"/>
          <p:cNvSpPr/>
          <p:nvPr/>
        </p:nvSpPr>
        <p:spPr>
          <a:xfrm>
            <a:off x="752400" y="33336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52" name="Freeform: Shape 2151"/>
          <p:cNvSpPr/>
          <p:nvPr/>
        </p:nvSpPr>
        <p:spPr>
          <a:xfrm>
            <a:off x="752400" y="3323880"/>
            <a:ext cx="2934000" cy="10080"/>
          </a:xfrm>
          <a:custGeom>
            <a:avLst/>
            <a:gdLst/>
            <a:ahLst/>
            <a:cxnLst/>
            <a:rect l="0" t="0" r="r" b="b"/>
            <a:pathLst>
              <a:path w="8150" h="28">
                <a:moveTo>
                  <a:pt x="0" y="0"/>
                </a:moveTo>
                <a:lnTo>
                  <a:pt x="8150" y="0"/>
                </a:lnTo>
                <a:lnTo>
                  <a:pt x="8150"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53" name="Freeform: Shape 2152"/>
          <p:cNvSpPr/>
          <p:nvPr/>
        </p:nvSpPr>
        <p:spPr>
          <a:xfrm>
            <a:off x="3676320" y="3333600"/>
            <a:ext cx="10080" cy="743400"/>
          </a:xfrm>
          <a:custGeom>
            <a:avLst/>
            <a:gdLst/>
            <a:ahLst/>
            <a:cxnLst/>
            <a:rect l="0" t="0" r="r" b="b"/>
            <a:pathLst>
              <a:path w="28" h="2065">
                <a:moveTo>
                  <a:pt x="0" y="0"/>
                </a:moveTo>
                <a:lnTo>
                  <a:pt x="28" y="0"/>
                </a:lnTo>
                <a:lnTo>
                  <a:pt x="28"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54" name="Freeform: Shape 2153"/>
          <p:cNvSpPr/>
          <p:nvPr/>
        </p:nvSpPr>
        <p:spPr>
          <a:xfrm>
            <a:off x="3686040" y="3323880"/>
            <a:ext cx="2352960" cy="10080"/>
          </a:xfrm>
          <a:custGeom>
            <a:avLst/>
            <a:gdLst/>
            <a:ahLst/>
            <a:cxnLst/>
            <a:rect l="0" t="0" r="r" b="b"/>
            <a:pathLst>
              <a:path w="6536" h="28">
                <a:moveTo>
                  <a:pt x="0" y="0"/>
                </a:moveTo>
                <a:lnTo>
                  <a:pt x="6536" y="0"/>
                </a:lnTo>
                <a:lnTo>
                  <a:pt x="653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55" name="Freeform: Shape 2154"/>
          <p:cNvSpPr/>
          <p:nvPr/>
        </p:nvSpPr>
        <p:spPr>
          <a:xfrm>
            <a:off x="6029280" y="33336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56" name="Freeform: Shape 2155"/>
          <p:cNvSpPr/>
          <p:nvPr/>
        </p:nvSpPr>
        <p:spPr>
          <a:xfrm>
            <a:off x="6038640" y="3323880"/>
            <a:ext cx="2419560" cy="10080"/>
          </a:xfrm>
          <a:custGeom>
            <a:avLst/>
            <a:gdLst/>
            <a:ahLst/>
            <a:cxnLst/>
            <a:rect l="0" t="0" r="r" b="b"/>
            <a:pathLst>
              <a:path w="6721" h="28">
                <a:moveTo>
                  <a:pt x="0" y="0"/>
                </a:moveTo>
                <a:lnTo>
                  <a:pt x="6721" y="0"/>
                </a:lnTo>
                <a:lnTo>
                  <a:pt x="67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57" name="Freeform: Shape 2156"/>
          <p:cNvSpPr/>
          <p:nvPr/>
        </p:nvSpPr>
        <p:spPr>
          <a:xfrm>
            <a:off x="8448480" y="33336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58" name="Freeform: Shape 2157"/>
          <p:cNvSpPr/>
          <p:nvPr/>
        </p:nvSpPr>
        <p:spPr>
          <a:xfrm>
            <a:off x="8457840" y="3323880"/>
            <a:ext cx="2991240" cy="10080"/>
          </a:xfrm>
          <a:custGeom>
            <a:avLst/>
            <a:gdLst/>
            <a:ahLst/>
            <a:cxnLst/>
            <a:rect l="0" t="0" r="r" b="b"/>
            <a:pathLst>
              <a:path w="8309" h="28">
                <a:moveTo>
                  <a:pt x="0" y="0"/>
                </a:moveTo>
                <a:lnTo>
                  <a:pt x="8309" y="0"/>
                </a:lnTo>
                <a:lnTo>
                  <a:pt x="830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59" name="Freeform: Shape 2158"/>
          <p:cNvSpPr/>
          <p:nvPr/>
        </p:nvSpPr>
        <p:spPr>
          <a:xfrm>
            <a:off x="11439360" y="33336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60" name="Freeform: Shape 2159"/>
          <p:cNvSpPr/>
          <p:nvPr/>
        </p:nvSpPr>
        <p:spPr>
          <a:xfrm>
            <a:off x="752400" y="407664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61" name="Freeform: Shape 2160"/>
          <p:cNvSpPr/>
          <p:nvPr/>
        </p:nvSpPr>
        <p:spPr>
          <a:xfrm>
            <a:off x="752400" y="4066920"/>
            <a:ext cx="2934000" cy="10080"/>
          </a:xfrm>
          <a:custGeom>
            <a:avLst/>
            <a:gdLst/>
            <a:ahLst/>
            <a:cxnLst/>
            <a:rect l="0" t="0" r="r" b="b"/>
            <a:pathLst>
              <a:path w="8150" h="28">
                <a:moveTo>
                  <a:pt x="0" y="0"/>
                </a:moveTo>
                <a:lnTo>
                  <a:pt x="8150" y="0"/>
                </a:lnTo>
                <a:lnTo>
                  <a:pt x="8150"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62" name="Freeform: Shape 2161"/>
          <p:cNvSpPr/>
          <p:nvPr/>
        </p:nvSpPr>
        <p:spPr>
          <a:xfrm>
            <a:off x="3676320" y="4076640"/>
            <a:ext cx="10080" cy="743040"/>
          </a:xfrm>
          <a:custGeom>
            <a:avLst/>
            <a:gdLst/>
            <a:ahLst/>
            <a:cxnLst/>
            <a:rect l="0" t="0" r="r" b="b"/>
            <a:pathLst>
              <a:path w="28" h="2064">
                <a:moveTo>
                  <a:pt x="0" y="0"/>
                </a:moveTo>
                <a:lnTo>
                  <a:pt x="28" y="0"/>
                </a:lnTo>
                <a:lnTo>
                  <a:pt x="28"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63" name="Freeform: Shape 2162"/>
          <p:cNvSpPr/>
          <p:nvPr/>
        </p:nvSpPr>
        <p:spPr>
          <a:xfrm>
            <a:off x="3686040" y="4066920"/>
            <a:ext cx="2352960" cy="10080"/>
          </a:xfrm>
          <a:custGeom>
            <a:avLst/>
            <a:gdLst/>
            <a:ahLst/>
            <a:cxnLst/>
            <a:rect l="0" t="0" r="r" b="b"/>
            <a:pathLst>
              <a:path w="6536" h="28">
                <a:moveTo>
                  <a:pt x="0" y="0"/>
                </a:moveTo>
                <a:lnTo>
                  <a:pt x="6536" y="0"/>
                </a:lnTo>
                <a:lnTo>
                  <a:pt x="653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64" name="Freeform: Shape 2163"/>
          <p:cNvSpPr/>
          <p:nvPr/>
        </p:nvSpPr>
        <p:spPr>
          <a:xfrm>
            <a:off x="6029280" y="407664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65" name="Freeform: Shape 2164"/>
          <p:cNvSpPr/>
          <p:nvPr/>
        </p:nvSpPr>
        <p:spPr>
          <a:xfrm>
            <a:off x="6038640" y="4066920"/>
            <a:ext cx="2419560" cy="10080"/>
          </a:xfrm>
          <a:custGeom>
            <a:avLst/>
            <a:gdLst/>
            <a:ahLst/>
            <a:cxnLst/>
            <a:rect l="0" t="0" r="r" b="b"/>
            <a:pathLst>
              <a:path w="6721" h="28">
                <a:moveTo>
                  <a:pt x="0" y="0"/>
                </a:moveTo>
                <a:lnTo>
                  <a:pt x="6721" y="0"/>
                </a:lnTo>
                <a:lnTo>
                  <a:pt x="67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66" name="Freeform: Shape 2165"/>
          <p:cNvSpPr/>
          <p:nvPr/>
        </p:nvSpPr>
        <p:spPr>
          <a:xfrm>
            <a:off x="8448480" y="407664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67" name="Freeform: Shape 2166"/>
          <p:cNvSpPr/>
          <p:nvPr/>
        </p:nvSpPr>
        <p:spPr>
          <a:xfrm>
            <a:off x="8457840" y="4066920"/>
            <a:ext cx="2991240" cy="10080"/>
          </a:xfrm>
          <a:custGeom>
            <a:avLst/>
            <a:gdLst/>
            <a:ahLst/>
            <a:cxnLst/>
            <a:rect l="0" t="0" r="r" b="b"/>
            <a:pathLst>
              <a:path w="8309" h="28">
                <a:moveTo>
                  <a:pt x="0" y="0"/>
                </a:moveTo>
                <a:lnTo>
                  <a:pt x="8309" y="0"/>
                </a:lnTo>
                <a:lnTo>
                  <a:pt x="830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68" name="Freeform: Shape 2167"/>
          <p:cNvSpPr/>
          <p:nvPr/>
        </p:nvSpPr>
        <p:spPr>
          <a:xfrm>
            <a:off x="11439360" y="407664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69" name="Freeform: Shape 2168"/>
          <p:cNvSpPr/>
          <p:nvPr/>
        </p:nvSpPr>
        <p:spPr>
          <a:xfrm>
            <a:off x="752400" y="48193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70" name="Freeform: Shape 2169"/>
          <p:cNvSpPr/>
          <p:nvPr/>
        </p:nvSpPr>
        <p:spPr>
          <a:xfrm>
            <a:off x="752400" y="4809960"/>
            <a:ext cx="2934000" cy="9720"/>
          </a:xfrm>
          <a:custGeom>
            <a:avLst/>
            <a:gdLst/>
            <a:ahLst/>
            <a:cxnLst/>
            <a:rect l="0" t="0" r="r" b="b"/>
            <a:pathLst>
              <a:path w="8150" h="27">
                <a:moveTo>
                  <a:pt x="0" y="0"/>
                </a:moveTo>
                <a:lnTo>
                  <a:pt x="8150" y="0"/>
                </a:lnTo>
                <a:lnTo>
                  <a:pt x="8150"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71" name="Freeform: Shape 2170"/>
          <p:cNvSpPr/>
          <p:nvPr/>
        </p:nvSpPr>
        <p:spPr>
          <a:xfrm>
            <a:off x="3676320" y="481932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72" name="Freeform: Shape 2171"/>
          <p:cNvSpPr/>
          <p:nvPr/>
        </p:nvSpPr>
        <p:spPr>
          <a:xfrm>
            <a:off x="3686040" y="4809960"/>
            <a:ext cx="2352960" cy="9720"/>
          </a:xfrm>
          <a:custGeom>
            <a:avLst/>
            <a:gdLst/>
            <a:ahLst/>
            <a:cxnLst/>
            <a:rect l="0" t="0" r="r" b="b"/>
            <a:pathLst>
              <a:path w="6536" h="27">
                <a:moveTo>
                  <a:pt x="0" y="0"/>
                </a:moveTo>
                <a:lnTo>
                  <a:pt x="6536" y="0"/>
                </a:lnTo>
                <a:lnTo>
                  <a:pt x="653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73" name="Freeform: Shape 2172"/>
          <p:cNvSpPr/>
          <p:nvPr/>
        </p:nvSpPr>
        <p:spPr>
          <a:xfrm>
            <a:off x="6029280" y="48193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74" name="Freeform: Shape 2173"/>
          <p:cNvSpPr/>
          <p:nvPr/>
        </p:nvSpPr>
        <p:spPr>
          <a:xfrm>
            <a:off x="6038640" y="4809960"/>
            <a:ext cx="2419560" cy="9720"/>
          </a:xfrm>
          <a:custGeom>
            <a:avLst/>
            <a:gdLst/>
            <a:ahLst/>
            <a:cxnLst/>
            <a:rect l="0" t="0" r="r" b="b"/>
            <a:pathLst>
              <a:path w="6721" h="27">
                <a:moveTo>
                  <a:pt x="0" y="0"/>
                </a:moveTo>
                <a:lnTo>
                  <a:pt x="6721" y="0"/>
                </a:lnTo>
                <a:lnTo>
                  <a:pt x="672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75" name="Freeform: Shape 2174"/>
          <p:cNvSpPr/>
          <p:nvPr/>
        </p:nvSpPr>
        <p:spPr>
          <a:xfrm>
            <a:off x="8448480" y="48193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76" name="Freeform: Shape 2175"/>
          <p:cNvSpPr/>
          <p:nvPr/>
        </p:nvSpPr>
        <p:spPr>
          <a:xfrm>
            <a:off x="8457840" y="4809960"/>
            <a:ext cx="2991240" cy="9720"/>
          </a:xfrm>
          <a:custGeom>
            <a:avLst/>
            <a:gdLst/>
            <a:ahLst/>
            <a:cxnLst/>
            <a:rect l="0" t="0" r="r" b="b"/>
            <a:pathLst>
              <a:path w="8309" h="27">
                <a:moveTo>
                  <a:pt x="0" y="0"/>
                </a:moveTo>
                <a:lnTo>
                  <a:pt x="8309" y="0"/>
                </a:lnTo>
                <a:lnTo>
                  <a:pt x="8309"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77" name="Freeform: Shape 2176"/>
          <p:cNvSpPr/>
          <p:nvPr/>
        </p:nvSpPr>
        <p:spPr>
          <a:xfrm>
            <a:off x="11439360" y="48193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78" name="Freeform: Shape 2177"/>
          <p:cNvSpPr/>
          <p:nvPr/>
        </p:nvSpPr>
        <p:spPr>
          <a:xfrm>
            <a:off x="752400" y="524808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79" name="Freeform: Shape 2178"/>
          <p:cNvSpPr/>
          <p:nvPr/>
        </p:nvSpPr>
        <p:spPr>
          <a:xfrm>
            <a:off x="752400" y="5238720"/>
            <a:ext cx="2934000" cy="9720"/>
          </a:xfrm>
          <a:custGeom>
            <a:avLst/>
            <a:gdLst/>
            <a:ahLst/>
            <a:cxnLst/>
            <a:rect l="0" t="0" r="r" b="b"/>
            <a:pathLst>
              <a:path w="8150" h="27">
                <a:moveTo>
                  <a:pt x="0" y="0"/>
                </a:moveTo>
                <a:lnTo>
                  <a:pt x="8150" y="0"/>
                </a:lnTo>
                <a:lnTo>
                  <a:pt x="8150"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80" name="Freeform: Shape 2179"/>
          <p:cNvSpPr/>
          <p:nvPr/>
        </p:nvSpPr>
        <p:spPr>
          <a:xfrm>
            <a:off x="3676320" y="5248080"/>
            <a:ext cx="10080" cy="743400"/>
          </a:xfrm>
          <a:custGeom>
            <a:avLst/>
            <a:gdLst/>
            <a:ahLst/>
            <a:cxnLst/>
            <a:rect l="0" t="0" r="r" b="b"/>
            <a:pathLst>
              <a:path w="28" h="2065">
                <a:moveTo>
                  <a:pt x="0" y="0"/>
                </a:moveTo>
                <a:lnTo>
                  <a:pt x="28" y="0"/>
                </a:lnTo>
                <a:lnTo>
                  <a:pt x="28"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81" name="Freeform: Shape 2180"/>
          <p:cNvSpPr/>
          <p:nvPr/>
        </p:nvSpPr>
        <p:spPr>
          <a:xfrm>
            <a:off x="3686040" y="5238720"/>
            <a:ext cx="2352960" cy="9720"/>
          </a:xfrm>
          <a:custGeom>
            <a:avLst/>
            <a:gdLst/>
            <a:ahLst/>
            <a:cxnLst/>
            <a:rect l="0" t="0" r="r" b="b"/>
            <a:pathLst>
              <a:path w="6536" h="27">
                <a:moveTo>
                  <a:pt x="0" y="0"/>
                </a:moveTo>
                <a:lnTo>
                  <a:pt x="6536" y="0"/>
                </a:lnTo>
                <a:lnTo>
                  <a:pt x="653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82" name="Freeform: Shape 2181"/>
          <p:cNvSpPr/>
          <p:nvPr/>
        </p:nvSpPr>
        <p:spPr>
          <a:xfrm>
            <a:off x="6029280" y="524808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83" name="Freeform: Shape 2182"/>
          <p:cNvSpPr/>
          <p:nvPr/>
        </p:nvSpPr>
        <p:spPr>
          <a:xfrm>
            <a:off x="6038640" y="5238720"/>
            <a:ext cx="2419560" cy="9720"/>
          </a:xfrm>
          <a:custGeom>
            <a:avLst/>
            <a:gdLst/>
            <a:ahLst/>
            <a:cxnLst/>
            <a:rect l="0" t="0" r="r" b="b"/>
            <a:pathLst>
              <a:path w="6721" h="27">
                <a:moveTo>
                  <a:pt x="0" y="0"/>
                </a:moveTo>
                <a:lnTo>
                  <a:pt x="6721" y="0"/>
                </a:lnTo>
                <a:lnTo>
                  <a:pt x="672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84" name="Freeform: Shape 2183"/>
          <p:cNvSpPr/>
          <p:nvPr/>
        </p:nvSpPr>
        <p:spPr>
          <a:xfrm>
            <a:off x="8448480" y="524808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85" name="Freeform: Shape 2184"/>
          <p:cNvSpPr/>
          <p:nvPr/>
        </p:nvSpPr>
        <p:spPr>
          <a:xfrm>
            <a:off x="8457840" y="5238720"/>
            <a:ext cx="2991240" cy="9720"/>
          </a:xfrm>
          <a:custGeom>
            <a:avLst/>
            <a:gdLst/>
            <a:ahLst/>
            <a:cxnLst/>
            <a:rect l="0" t="0" r="r" b="b"/>
            <a:pathLst>
              <a:path w="8309" h="27">
                <a:moveTo>
                  <a:pt x="0" y="0"/>
                </a:moveTo>
                <a:lnTo>
                  <a:pt x="8309" y="0"/>
                </a:lnTo>
                <a:lnTo>
                  <a:pt x="8309"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86" name="Freeform: Shape 2185"/>
          <p:cNvSpPr/>
          <p:nvPr/>
        </p:nvSpPr>
        <p:spPr>
          <a:xfrm>
            <a:off x="11439360" y="524808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87" name="Freeform: Shape 2186"/>
          <p:cNvSpPr/>
          <p:nvPr/>
        </p:nvSpPr>
        <p:spPr>
          <a:xfrm>
            <a:off x="752400" y="5981400"/>
            <a:ext cx="2934000" cy="10080"/>
          </a:xfrm>
          <a:custGeom>
            <a:avLst/>
            <a:gdLst/>
            <a:ahLst/>
            <a:cxnLst/>
            <a:rect l="0" t="0" r="r" b="b"/>
            <a:pathLst>
              <a:path w="8150" h="28">
                <a:moveTo>
                  <a:pt x="0" y="0"/>
                </a:moveTo>
                <a:lnTo>
                  <a:pt x="8150" y="0"/>
                </a:lnTo>
                <a:lnTo>
                  <a:pt x="8150"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88" name="Freeform: Shape 2187"/>
          <p:cNvSpPr/>
          <p:nvPr/>
        </p:nvSpPr>
        <p:spPr>
          <a:xfrm>
            <a:off x="3686040" y="5981400"/>
            <a:ext cx="2352960" cy="10080"/>
          </a:xfrm>
          <a:custGeom>
            <a:avLst/>
            <a:gdLst/>
            <a:ahLst/>
            <a:cxnLst/>
            <a:rect l="0" t="0" r="r" b="b"/>
            <a:pathLst>
              <a:path w="6536" h="28">
                <a:moveTo>
                  <a:pt x="0" y="0"/>
                </a:moveTo>
                <a:lnTo>
                  <a:pt x="6536" y="0"/>
                </a:lnTo>
                <a:lnTo>
                  <a:pt x="653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89" name="Freeform: Shape 2188"/>
          <p:cNvSpPr/>
          <p:nvPr/>
        </p:nvSpPr>
        <p:spPr>
          <a:xfrm>
            <a:off x="6038640" y="5981400"/>
            <a:ext cx="2419560" cy="10080"/>
          </a:xfrm>
          <a:custGeom>
            <a:avLst/>
            <a:gdLst/>
            <a:ahLst/>
            <a:cxnLst/>
            <a:rect l="0" t="0" r="r" b="b"/>
            <a:pathLst>
              <a:path w="6721" h="28">
                <a:moveTo>
                  <a:pt x="0" y="0"/>
                </a:moveTo>
                <a:lnTo>
                  <a:pt x="6721" y="0"/>
                </a:lnTo>
                <a:lnTo>
                  <a:pt x="672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90" name="Freeform: Shape 2189"/>
          <p:cNvSpPr/>
          <p:nvPr/>
        </p:nvSpPr>
        <p:spPr>
          <a:xfrm>
            <a:off x="8457840" y="5981400"/>
            <a:ext cx="2991240" cy="10080"/>
          </a:xfrm>
          <a:custGeom>
            <a:avLst/>
            <a:gdLst/>
            <a:ahLst/>
            <a:cxnLst/>
            <a:rect l="0" t="0" r="r" b="b"/>
            <a:pathLst>
              <a:path w="8309" h="28">
                <a:moveTo>
                  <a:pt x="0" y="0"/>
                </a:moveTo>
                <a:lnTo>
                  <a:pt x="8309" y="0"/>
                </a:lnTo>
                <a:lnTo>
                  <a:pt x="830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91" name="TextBox 2190"/>
          <p:cNvSpPr txBox="1"/>
          <p:nvPr/>
        </p:nvSpPr>
        <p:spPr>
          <a:xfrm>
            <a:off x="747720" y="873000"/>
            <a:ext cx="5939640" cy="373680"/>
          </a:xfrm>
          <a:prstGeom prst="rect">
            <a:avLst/>
          </a:prstGeom>
          <a:noFill/>
          <a:ln w="0">
            <a:noFill/>
          </a:ln>
        </p:spPr>
        <p:txBody>
          <a:bodyPr wrap="none" lIns="0" tIns="0" rIns="0" bIns="0" anchor="t">
            <a:spAutoFit/>
          </a:bodyPr>
          <a:lstStyle/>
          <a:p>
            <a:r>
              <a:rPr lang="en-GB" sz="2420" b="0" u="none" strike="noStrike">
                <a:solidFill>
                  <a:srgbClr val="2F2F2F"/>
                </a:solidFill>
                <a:effectLst/>
                <a:uFillTx/>
                <a:latin typeface="Inter"/>
                <a:ea typeface="Inter"/>
              </a:rPr>
              <a:t>3.4 Rules Engine (21 features) ...cont 3/4</a:t>
            </a:r>
            <a:endParaRPr lang="en-GB" sz="2420" b="0" u="none" strike="noStrike">
              <a:solidFill>
                <a:srgbClr val="000000"/>
              </a:solidFill>
              <a:effectLst/>
              <a:uFillTx/>
              <a:latin typeface="Times New Roman"/>
            </a:endParaRPr>
          </a:p>
        </p:txBody>
      </p:sp>
      <p:sp>
        <p:nvSpPr>
          <p:cNvPr id="2192" name="TextBox 2191"/>
          <p:cNvSpPr txBox="1"/>
          <p:nvPr/>
        </p:nvSpPr>
        <p:spPr>
          <a:xfrm>
            <a:off x="1873800" y="1510920"/>
            <a:ext cx="689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Feature</a:t>
            </a:r>
            <a:endParaRPr lang="en-GB" sz="1500" b="0" u="none" strike="noStrike">
              <a:solidFill>
                <a:srgbClr val="000000"/>
              </a:solidFill>
              <a:effectLst/>
              <a:uFillTx/>
              <a:latin typeface="Times New Roman"/>
            </a:endParaRPr>
          </a:p>
        </p:txBody>
      </p:sp>
      <p:sp>
        <p:nvSpPr>
          <p:cNvPr id="2193" name="TextBox 2192"/>
          <p:cNvSpPr txBox="1"/>
          <p:nvPr/>
        </p:nvSpPr>
        <p:spPr>
          <a:xfrm>
            <a:off x="4629960" y="1510920"/>
            <a:ext cx="458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Type</a:t>
            </a:r>
            <a:endParaRPr lang="en-GB" sz="1500" b="0" u="none" strike="noStrike">
              <a:solidFill>
                <a:srgbClr val="000000"/>
              </a:solidFill>
              <a:effectLst/>
              <a:uFillTx/>
              <a:latin typeface="Times New Roman"/>
            </a:endParaRPr>
          </a:p>
        </p:txBody>
      </p:sp>
      <p:sp>
        <p:nvSpPr>
          <p:cNvPr id="2194" name="TextBox 2193"/>
          <p:cNvSpPr txBox="1"/>
          <p:nvPr/>
        </p:nvSpPr>
        <p:spPr>
          <a:xfrm>
            <a:off x="6953040" y="1510920"/>
            <a:ext cx="567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Status</a:t>
            </a:r>
            <a:endParaRPr lang="en-GB" sz="1500" b="0" u="none" strike="noStrike">
              <a:solidFill>
                <a:srgbClr val="000000"/>
              </a:solidFill>
              <a:effectLst/>
              <a:uFillTx/>
              <a:latin typeface="Times New Roman"/>
            </a:endParaRPr>
          </a:p>
        </p:txBody>
      </p:sp>
      <p:sp>
        <p:nvSpPr>
          <p:cNvPr id="2195" name="TextBox 2194"/>
          <p:cNvSpPr txBox="1"/>
          <p:nvPr/>
        </p:nvSpPr>
        <p:spPr>
          <a:xfrm>
            <a:off x="9679320" y="1510920"/>
            <a:ext cx="532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Notes</a:t>
            </a:r>
            <a:endParaRPr lang="en-GB" sz="1500" b="0" u="none" strike="noStrike">
              <a:solidFill>
                <a:srgbClr val="000000"/>
              </a:solidFill>
              <a:effectLst/>
              <a:uFillTx/>
              <a:latin typeface="Times New Roman"/>
            </a:endParaRPr>
          </a:p>
        </p:txBody>
      </p:sp>
      <p:sp>
        <p:nvSpPr>
          <p:cNvPr id="2196" name="Freeform: Shape 2195"/>
          <p:cNvSpPr/>
          <p:nvPr/>
        </p:nvSpPr>
        <p:spPr>
          <a:xfrm>
            <a:off x="4543200" y="2114280"/>
            <a:ext cx="190800" cy="190800"/>
          </a:xfrm>
          <a:custGeom>
            <a:avLst/>
            <a:gdLst/>
            <a:ahLst/>
            <a:cxnLst/>
            <a:rect l="0" t="0" r="r" b="b"/>
            <a:pathLst>
              <a:path w="530" h="530">
                <a:moveTo>
                  <a:pt x="530" y="472"/>
                </a:moveTo>
                <a:cubicBezTo>
                  <a:pt x="530" y="504"/>
                  <a:pt x="504" y="530"/>
                  <a:pt x="471" y="530"/>
                </a:cubicBezTo>
                <a:lnTo>
                  <a:pt x="59" y="530"/>
                </a:lnTo>
                <a:cubicBezTo>
                  <a:pt x="26" y="530"/>
                  <a:pt x="0" y="504"/>
                  <a:pt x="0" y="472"/>
                </a:cubicBezTo>
                <a:lnTo>
                  <a:pt x="0" y="59"/>
                </a:lnTo>
                <a:cubicBezTo>
                  <a:pt x="0" y="27"/>
                  <a:pt x="26" y="0"/>
                  <a:pt x="59" y="0"/>
                </a:cubicBezTo>
                <a:lnTo>
                  <a:pt x="471" y="0"/>
                </a:lnTo>
                <a:cubicBezTo>
                  <a:pt x="504" y="0"/>
                  <a:pt x="530" y="27"/>
                  <a:pt x="530" y="59"/>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197" name="Freeform: Shape 2196"/>
          <p:cNvSpPr/>
          <p:nvPr/>
        </p:nvSpPr>
        <p:spPr>
          <a:xfrm>
            <a:off x="4551480" y="2176920"/>
            <a:ext cx="177480" cy="65520"/>
          </a:xfrm>
          <a:custGeom>
            <a:avLst/>
            <a:gdLst/>
            <a:ahLst/>
            <a:cxnLst/>
            <a:rect l="0" t="0" r="r" b="b"/>
            <a:pathLst>
              <a:path w="493" h="182">
                <a:moveTo>
                  <a:pt x="18" y="0"/>
                </a:moveTo>
                <a:cubicBezTo>
                  <a:pt x="23" y="0"/>
                  <a:pt x="31" y="3"/>
                  <a:pt x="34" y="8"/>
                </a:cubicBezTo>
                <a:lnTo>
                  <a:pt x="113" y="114"/>
                </a:lnTo>
                <a:lnTo>
                  <a:pt x="114" y="114"/>
                </a:lnTo>
                <a:lnTo>
                  <a:pt x="114" y="19"/>
                </a:lnTo>
                <a:cubicBezTo>
                  <a:pt x="114" y="7"/>
                  <a:pt x="122" y="0"/>
                  <a:pt x="132" y="0"/>
                </a:cubicBezTo>
                <a:cubicBezTo>
                  <a:pt x="143" y="0"/>
                  <a:pt x="151" y="7"/>
                  <a:pt x="151" y="19"/>
                </a:cubicBezTo>
                <a:lnTo>
                  <a:pt x="151" y="161"/>
                </a:lnTo>
                <a:cubicBezTo>
                  <a:pt x="151" y="175"/>
                  <a:pt x="143" y="182"/>
                  <a:pt x="132" y="182"/>
                </a:cubicBezTo>
                <a:cubicBezTo>
                  <a:pt x="128" y="182"/>
                  <a:pt x="120" y="178"/>
                  <a:pt x="117" y="173"/>
                </a:cubicBezTo>
                <a:lnTo>
                  <a:pt x="38" y="68"/>
                </a:lnTo>
                <a:lnTo>
                  <a:pt x="37" y="68"/>
                </a:lnTo>
                <a:lnTo>
                  <a:pt x="37" y="161"/>
                </a:lnTo>
                <a:cubicBezTo>
                  <a:pt x="37" y="175"/>
                  <a:pt x="29" y="181"/>
                  <a:pt x="18" y="181"/>
                </a:cubicBezTo>
                <a:cubicBezTo>
                  <a:pt x="8" y="181"/>
                  <a:pt x="0" y="175"/>
                  <a:pt x="0" y="161"/>
                </a:cubicBezTo>
                <a:lnTo>
                  <a:pt x="0" y="19"/>
                </a:lnTo>
                <a:cubicBezTo>
                  <a:pt x="0" y="7"/>
                  <a:pt x="8" y="0"/>
                  <a:pt x="18" y="0"/>
                </a:cubicBezTo>
                <a:moveTo>
                  <a:pt x="162" y="23"/>
                </a:moveTo>
                <a:cubicBezTo>
                  <a:pt x="162" y="10"/>
                  <a:pt x="168" y="1"/>
                  <a:pt x="182" y="1"/>
                </a:cubicBezTo>
                <a:lnTo>
                  <a:pt x="244" y="1"/>
                </a:lnTo>
                <a:cubicBezTo>
                  <a:pt x="256" y="1"/>
                  <a:pt x="261" y="10"/>
                  <a:pt x="261" y="18"/>
                </a:cubicBezTo>
                <a:cubicBezTo>
                  <a:pt x="261" y="27"/>
                  <a:pt x="255" y="36"/>
                  <a:pt x="244" y="36"/>
                </a:cubicBezTo>
                <a:lnTo>
                  <a:pt x="200" y="36"/>
                </a:lnTo>
                <a:lnTo>
                  <a:pt x="200" y="72"/>
                </a:lnTo>
                <a:lnTo>
                  <a:pt x="241" y="72"/>
                </a:lnTo>
                <a:cubicBezTo>
                  <a:pt x="253" y="72"/>
                  <a:pt x="259" y="81"/>
                  <a:pt x="259" y="89"/>
                </a:cubicBezTo>
                <a:cubicBezTo>
                  <a:pt x="259" y="98"/>
                  <a:pt x="253" y="107"/>
                  <a:pt x="241" y="107"/>
                </a:cubicBezTo>
                <a:lnTo>
                  <a:pt x="200" y="107"/>
                </a:lnTo>
                <a:lnTo>
                  <a:pt x="200" y="145"/>
                </a:lnTo>
                <a:lnTo>
                  <a:pt x="246" y="145"/>
                </a:lnTo>
                <a:cubicBezTo>
                  <a:pt x="258" y="145"/>
                  <a:pt x="264" y="153"/>
                  <a:pt x="264" y="162"/>
                </a:cubicBezTo>
                <a:cubicBezTo>
                  <a:pt x="264" y="171"/>
                  <a:pt x="258" y="180"/>
                  <a:pt x="246" y="180"/>
                </a:cubicBezTo>
                <a:lnTo>
                  <a:pt x="181" y="180"/>
                </a:lnTo>
                <a:cubicBezTo>
                  <a:pt x="170" y="180"/>
                  <a:pt x="162" y="173"/>
                  <a:pt x="162" y="160"/>
                </a:cubicBezTo>
                <a:lnTo>
                  <a:pt x="162" y="23"/>
                </a:lnTo>
                <a:moveTo>
                  <a:pt x="270" y="25"/>
                </a:moveTo>
                <a:cubicBezTo>
                  <a:pt x="269" y="21"/>
                  <a:pt x="269" y="20"/>
                  <a:pt x="269" y="16"/>
                </a:cubicBezTo>
                <a:cubicBezTo>
                  <a:pt x="269" y="8"/>
                  <a:pt x="275" y="0"/>
                  <a:pt x="286" y="0"/>
                </a:cubicBezTo>
                <a:cubicBezTo>
                  <a:pt x="298" y="0"/>
                  <a:pt x="304" y="7"/>
                  <a:pt x="306" y="18"/>
                </a:cubicBezTo>
                <a:lnTo>
                  <a:pt x="328" y="124"/>
                </a:lnTo>
                <a:lnTo>
                  <a:pt x="361" y="14"/>
                </a:lnTo>
                <a:cubicBezTo>
                  <a:pt x="363" y="5"/>
                  <a:pt x="372" y="0"/>
                  <a:pt x="381" y="0"/>
                </a:cubicBezTo>
                <a:cubicBezTo>
                  <a:pt x="390" y="0"/>
                  <a:pt x="398" y="5"/>
                  <a:pt x="401" y="14"/>
                </a:cubicBezTo>
                <a:lnTo>
                  <a:pt x="433" y="124"/>
                </a:lnTo>
                <a:lnTo>
                  <a:pt x="434" y="124"/>
                </a:lnTo>
                <a:lnTo>
                  <a:pt x="455" y="18"/>
                </a:lnTo>
                <a:cubicBezTo>
                  <a:pt x="457" y="7"/>
                  <a:pt x="463" y="0"/>
                  <a:pt x="475" y="0"/>
                </a:cubicBezTo>
                <a:cubicBezTo>
                  <a:pt x="486" y="0"/>
                  <a:pt x="493" y="8"/>
                  <a:pt x="493" y="16"/>
                </a:cubicBezTo>
                <a:cubicBezTo>
                  <a:pt x="493" y="20"/>
                  <a:pt x="492" y="21"/>
                  <a:pt x="492" y="25"/>
                </a:cubicBezTo>
                <a:lnTo>
                  <a:pt x="460" y="161"/>
                </a:lnTo>
                <a:cubicBezTo>
                  <a:pt x="457" y="173"/>
                  <a:pt x="449" y="182"/>
                  <a:pt x="435" y="182"/>
                </a:cubicBezTo>
                <a:cubicBezTo>
                  <a:pt x="423" y="182"/>
                  <a:pt x="413" y="174"/>
                  <a:pt x="410" y="162"/>
                </a:cubicBezTo>
                <a:lnTo>
                  <a:pt x="381" y="66"/>
                </a:lnTo>
                <a:lnTo>
                  <a:pt x="351" y="162"/>
                </a:lnTo>
                <a:cubicBezTo>
                  <a:pt x="348" y="174"/>
                  <a:pt x="338" y="182"/>
                  <a:pt x="326" y="182"/>
                </a:cubicBezTo>
                <a:cubicBezTo>
                  <a:pt x="312" y="182"/>
                  <a:pt x="304" y="173"/>
                  <a:pt x="301" y="161"/>
                </a:cubicBezTo>
                <a:lnTo>
                  <a:pt x="270"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198" name="TextBox 2197"/>
          <p:cNvSpPr txBox="1"/>
          <p:nvPr/>
        </p:nvSpPr>
        <p:spPr>
          <a:xfrm>
            <a:off x="880920" y="2101320"/>
            <a:ext cx="2528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Terms and Conditions Rules</a:t>
            </a:r>
            <a:endParaRPr lang="en-GB" sz="1500" b="0" u="none" strike="noStrike">
              <a:solidFill>
                <a:srgbClr val="000000"/>
              </a:solidFill>
              <a:effectLst/>
              <a:uFillTx/>
              <a:latin typeface="Times New Roman"/>
            </a:endParaRPr>
          </a:p>
        </p:txBody>
      </p:sp>
      <p:sp>
        <p:nvSpPr>
          <p:cNvPr id="2199" name="Freeform: Shape 2198"/>
          <p:cNvSpPr/>
          <p:nvPr/>
        </p:nvSpPr>
        <p:spPr>
          <a:xfrm>
            <a:off x="7153200" y="2114280"/>
            <a:ext cx="190800" cy="190800"/>
          </a:xfrm>
          <a:custGeom>
            <a:avLst/>
            <a:gdLst/>
            <a:ahLst/>
            <a:cxnLst/>
            <a:rect l="0" t="0" r="r" b="b"/>
            <a:pathLst>
              <a:path w="530" h="530">
                <a:moveTo>
                  <a:pt x="530" y="472"/>
                </a:moveTo>
                <a:cubicBezTo>
                  <a:pt x="530" y="504"/>
                  <a:pt x="504" y="530"/>
                  <a:pt x="470" y="530"/>
                </a:cubicBezTo>
                <a:lnTo>
                  <a:pt x="59" y="530"/>
                </a:lnTo>
                <a:cubicBezTo>
                  <a:pt x="26" y="530"/>
                  <a:pt x="0" y="504"/>
                  <a:pt x="0" y="472"/>
                </a:cubicBezTo>
                <a:lnTo>
                  <a:pt x="0" y="59"/>
                </a:lnTo>
                <a:cubicBezTo>
                  <a:pt x="0" y="27"/>
                  <a:pt x="26" y="0"/>
                  <a:pt x="59" y="0"/>
                </a:cubicBezTo>
                <a:lnTo>
                  <a:pt x="470" y="0"/>
                </a:lnTo>
                <a:cubicBezTo>
                  <a:pt x="504" y="0"/>
                  <a:pt x="530" y="27"/>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00" name="Freeform: Shape 2199"/>
          <p:cNvSpPr/>
          <p:nvPr/>
        </p:nvSpPr>
        <p:spPr>
          <a:xfrm>
            <a:off x="7183440" y="2145960"/>
            <a:ext cx="131040" cy="128880"/>
          </a:xfrm>
          <a:custGeom>
            <a:avLst/>
            <a:gdLst/>
            <a:ahLst/>
            <a:cxnLst/>
            <a:rect l="0" t="0" r="r" b="b"/>
            <a:pathLst>
              <a:path w="364" h="358">
                <a:moveTo>
                  <a:pt x="347" y="6"/>
                </a:moveTo>
                <a:cubicBezTo>
                  <a:pt x="330" y="-5"/>
                  <a:pt x="307" y="0"/>
                  <a:pt x="296" y="17"/>
                </a:cubicBezTo>
                <a:lnTo>
                  <a:pt x="135" y="263"/>
                </a:lnTo>
                <a:lnTo>
                  <a:pt x="61" y="195"/>
                </a:lnTo>
                <a:cubicBezTo>
                  <a:pt x="46" y="181"/>
                  <a:pt x="23" y="182"/>
                  <a:pt x="9" y="197"/>
                </a:cubicBezTo>
                <a:cubicBezTo>
                  <a:pt x="-4" y="212"/>
                  <a:pt x="-3" y="235"/>
                  <a:pt x="11" y="249"/>
                </a:cubicBezTo>
                <a:lnTo>
                  <a:pt x="117" y="348"/>
                </a:lnTo>
                <a:cubicBezTo>
                  <a:pt x="124" y="354"/>
                  <a:pt x="133" y="358"/>
                  <a:pt x="142" y="358"/>
                </a:cubicBezTo>
                <a:cubicBezTo>
                  <a:pt x="152" y="358"/>
                  <a:pt x="165" y="353"/>
                  <a:pt x="173" y="341"/>
                </a:cubicBezTo>
                <a:cubicBezTo>
                  <a:pt x="178" y="333"/>
                  <a:pt x="358" y="57"/>
                  <a:pt x="358" y="57"/>
                </a:cubicBezTo>
                <a:cubicBezTo>
                  <a:pt x="369" y="40"/>
                  <a:pt x="364" y="17"/>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01" name="TextBox 2200"/>
          <p:cNvSpPr txBox="1"/>
          <p:nvPr/>
        </p:nvSpPr>
        <p:spPr>
          <a:xfrm>
            <a:off x="4739040" y="210132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202" name="TextBox 2201"/>
          <p:cNvSpPr txBox="1"/>
          <p:nvPr/>
        </p:nvSpPr>
        <p:spPr>
          <a:xfrm>
            <a:off x="8580960" y="1949040"/>
            <a:ext cx="2300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T&amp;C rule enforcement via</a:t>
            </a:r>
            <a:endParaRPr lang="en-GB" sz="1500" b="0" u="none" strike="noStrike">
              <a:solidFill>
                <a:srgbClr val="000000"/>
              </a:solidFill>
              <a:effectLst/>
              <a:uFillTx/>
              <a:latin typeface="Times New Roman"/>
            </a:endParaRPr>
          </a:p>
        </p:txBody>
      </p:sp>
      <p:sp>
        <p:nvSpPr>
          <p:cNvPr id="2203" name="TextBox 2202"/>
          <p:cNvSpPr txBox="1"/>
          <p:nvPr/>
        </p:nvSpPr>
        <p:spPr>
          <a:xfrm>
            <a:off x="8580960" y="2253960"/>
            <a:ext cx="23936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user_acknowledge actions</a:t>
            </a:r>
            <a:endParaRPr lang="en-GB" sz="1500" b="0" u="none" strike="noStrike">
              <a:solidFill>
                <a:srgbClr val="000000"/>
              </a:solidFill>
              <a:effectLst/>
              <a:uFillTx/>
              <a:latin typeface="Times New Roman"/>
            </a:endParaRPr>
          </a:p>
        </p:txBody>
      </p:sp>
      <p:sp>
        <p:nvSpPr>
          <p:cNvPr id="2204" name="TextBox 2203"/>
          <p:cNvSpPr txBox="1"/>
          <p:nvPr/>
        </p:nvSpPr>
        <p:spPr>
          <a:xfrm>
            <a:off x="880920" y="2692080"/>
            <a:ext cx="13305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Digital Content</a:t>
            </a:r>
            <a:endParaRPr lang="en-GB" sz="1500" b="0" u="none" strike="noStrike">
              <a:solidFill>
                <a:srgbClr val="000000"/>
              </a:solidFill>
              <a:effectLst/>
              <a:uFillTx/>
              <a:latin typeface="Times New Roman"/>
            </a:endParaRPr>
          </a:p>
        </p:txBody>
      </p:sp>
      <p:sp>
        <p:nvSpPr>
          <p:cNvPr id="2205" name="Freeform: Shape 2204"/>
          <p:cNvSpPr/>
          <p:nvPr/>
        </p:nvSpPr>
        <p:spPr>
          <a:xfrm>
            <a:off x="4543200" y="285732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206" name="Freeform: Shape 2205"/>
          <p:cNvSpPr/>
          <p:nvPr/>
        </p:nvSpPr>
        <p:spPr>
          <a:xfrm>
            <a:off x="4551480" y="2919600"/>
            <a:ext cx="177480" cy="65520"/>
          </a:xfrm>
          <a:custGeom>
            <a:avLst/>
            <a:gdLst/>
            <a:ahLst/>
            <a:cxnLst/>
            <a:rect l="0" t="0" r="r" b="b"/>
            <a:pathLst>
              <a:path w="493" h="182">
                <a:moveTo>
                  <a:pt x="18" y="0"/>
                </a:moveTo>
                <a:cubicBezTo>
                  <a:pt x="23" y="0"/>
                  <a:pt x="31" y="4"/>
                  <a:pt x="34" y="9"/>
                </a:cubicBezTo>
                <a:lnTo>
                  <a:pt x="113" y="115"/>
                </a:lnTo>
                <a:lnTo>
                  <a:pt x="114" y="115"/>
                </a:lnTo>
                <a:lnTo>
                  <a:pt x="114" y="20"/>
                </a:lnTo>
                <a:cubicBezTo>
                  <a:pt x="114" y="7"/>
                  <a:pt x="122" y="0"/>
                  <a:pt x="132" y="0"/>
                </a:cubicBezTo>
                <a:cubicBezTo>
                  <a:pt x="143" y="0"/>
                  <a:pt x="151" y="7"/>
                  <a:pt x="151" y="20"/>
                </a:cubicBezTo>
                <a:lnTo>
                  <a:pt x="151" y="163"/>
                </a:lnTo>
                <a:cubicBezTo>
                  <a:pt x="151" y="175"/>
                  <a:pt x="143" y="182"/>
                  <a:pt x="132" y="182"/>
                </a:cubicBezTo>
                <a:cubicBezTo>
                  <a:pt x="128" y="182"/>
                  <a:pt x="120" y="179"/>
                  <a:pt x="117" y="174"/>
                </a:cubicBezTo>
                <a:lnTo>
                  <a:pt x="38" y="69"/>
                </a:lnTo>
                <a:lnTo>
                  <a:pt x="37" y="69"/>
                </a:lnTo>
                <a:lnTo>
                  <a:pt x="37" y="163"/>
                </a:lnTo>
                <a:cubicBezTo>
                  <a:pt x="37" y="175"/>
                  <a:pt x="29" y="182"/>
                  <a:pt x="18" y="182"/>
                </a:cubicBezTo>
                <a:cubicBezTo>
                  <a:pt x="8" y="182"/>
                  <a:pt x="0" y="175"/>
                  <a:pt x="0" y="163"/>
                </a:cubicBezTo>
                <a:lnTo>
                  <a:pt x="0" y="20"/>
                </a:lnTo>
                <a:cubicBezTo>
                  <a:pt x="0" y="7"/>
                  <a:pt x="8" y="0"/>
                  <a:pt x="18" y="0"/>
                </a:cubicBezTo>
                <a:moveTo>
                  <a:pt x="162" y="24"/>
                </a:moveTo>
                <a:cubicBezTo>
                  <a:pt x="162" y="11"/>
                  <a:pt x="168" y="2"/>
                  <a:pt x="182" y="2"/>
                </a:cubicBezTo>
                <a:lnTo>
                  <a:pt x="244" y="2"/>
                </a:lnTo>
                <a:cubicBezTo>
                  <a:pt x="256" y="2"/>
                  <a:pt x="261" y="10"/>
                  <a:pt x="261" y="19"/>
                </a:cubicBezTo>
                <a:cubicBezTo>
                  <a:pt x="261" y="28"/>
                  <a:pt x="255" y="36"/>
                  <a:pt x="244" y="36"/>
                </a:cubicBezTo>
                <a:lnTo>
                  <a:pt x="200" y="36"/>
                </a:lnTo>
                <a:lnTo>
                  <a:pt x="200" y="73"/>
                </a:lnTo>
                <a:lnTo>
                  <a:pt x="241" y="73"/>
                </a:lnTo>
                <a:cubicBezTo>
                  <a:pt x="253" y="73"/>
                  <a:pt x="259" y="82"/>
                  <a:pt x="259" y="91"/>
                </a:cubicBezTo>
                <a:cubicBezTo>
                  <a:pt x="259" y="100"/>
                  <a:pt x="253" y="108"/>
                  <a:pt x="241" y="108"/>
                </a:cubicBezTo>
                <a:lnTo>
                  <a:pt x="200" y="108"/>
                </a:lnTo>
                <a:lnTo>
                  <a:pt x="200" y="146"/>
                </a:lnTo>
                <a:lnTo>
                  <a:pt x="246" y="146"/>
                </a:lnTo>
                <a:cubicBezTo>
                  <a:pt x="258" y="146"/>
                  <a:pt x="264" y="155"/>
                  <a:pt x="264" y="164"/>
                </a:cubicBezTo>
                <a:cubicBezTo>
                  <a:pt x="264" y="172"/>
                  <a:pt x="258" y="181"/>
                  <a:pt x="246" y="181"/>
                </a:cubicBezTo>
                <a:lnTo>
                  <a:pt x="181" y="181"/>
                </a:lnTo>
                <a:cubicBezTo>
                  <a:pt x="170" y="181"/>
                  <a:pt x="162" y="173"/>
                  <a:pt x="162" y="162"/>
                </a:cubicBezTo>
                <a:lnTo>
                  <a:pt x="162" y="24"/>
                </a:lnTo>
                <a:moveTo>
                  <a:pt x="270" y="25"/>
                </a:moveTo>
                <a:cubicBezTo>
                  <a:pt x="269" y="22"/>
                  <a:pt x="269" y="20"/>
                  <a:pt x="269" y="17"/>
                </a:cubicBezTo>
                <a:cubicBezTo>
                  <a:pt x="269" y="9"/>
                  <a:pt x="275" y="0"/>
                  <a:pt x="286" y="0"/>
                </a:cubicBezTo>
                <a:cubicBezTo>
                  <a:pt x="298" y="0"/>
                  <a:pt x="304" y="7"/>
                  <a:pt x="306" y="18"/>
                </a:cubicBezTo>
                <a:lnTo>
                  <a:pt x="328" y="126"/>
                </a:lnTo>
                <a:lnTo>
                  <a:pt x="361" y="15"/>
                </a:lnTo>
                <a:cubicBezTo>
                  <a:pt x="363" y="6"/>
                  <a:pt x="372" y="0"/>
                  <a:pt x="381" y="0"/>
                </a:cubicBezTo>
                <a:cubicBezTo>
                  <a:pt x="390" y="0"/>
                  <a:pt x="398" y="6"/>
                  <a:pt x="401" y="15"/>
                </a:cubicBezTo>
                <a:lnTo>
                  <a:pt x="433" y="126"/>
                </a:lnTo>
                <a:lnTo>
                  <a:pt x="434" y="126"/>
                </a:lnTo>
                <a:lnTo>
                  <a:pt x="455" y="18"/>
                </a:lnTo>
                <a:cubicBezTo>
                  <a:pt x="457" y="7"/>
                  <a:pt x="463" y="0"/>
                  <a:pt x="475" y="0"/>
                </a:cubicBezTo>
                <a:cubicBezTo>
                  <a:pt x="486" y="0"/>
                  <a:pt x="493" y="9"/>
                  <a:pt x="493" y="17"/>
                </a:cubicBezTo>
                <a:cubicBezTo>
                  <a:pt x="493" y="20"/>
                  <a:pt x="492" y="22"/>
                  <a:pt x="492" y="25"/>
                </a:cubicBezTo>
                <a:lnTo>
                  <a:pt x="460" y="163"/>
                </a:lnTo>
                <a:cubicBezTo>
                  <a:pt x="457" y="173"/>
                  <a:pt x="449" y="182"/>
                  <a:pt x="435" y="182"/>
                </a:cubicBezTo>
                <a:cubicBezTo>
                  <a:pt x="423" y="182"/>
                  <a:pt x="413" y="174"/>
                  <a:pt x="410" y="164"/>
                </a:cubicBezTo>
                <a:lnTo>
                  <a:pt x="381" y="67"/>
                </a:lnTo>
                <a:lnTo>
                  <a:pt x="351" y="164"/>
                </a:lnTo>
                <a:cubicBezTo>
                  <a:pt x="348" y="174"/>
                  <a:pt x="338" y="182"/>
                  <a:pt x="326" y="182"/>
                </a:cubicBezTo>
                <a:cubicBezTo>
                  <a:pt x="312" y="182"/>
                  <a:pt x="304" y="173"/>
                  <a:pt x="301" y="163"/>
                </a:cubicBezTo>
                <a:lnTo>
                  <a:pt x="270"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07" name="TextBox 2206"/>
          <p:cNvSpPr txBox="1"/>
          <p:nvPr/>
        </p:nvSpPr>
        <p:spPr>
          <a:xfrm>
            <a:off x="880920" y="2996640"/>
            <a:ext cx="1571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Acknowledgment</a:t>
            </a:r>
            <a:endParaRPr lang="en-GB" sz="1500" b="0" u="none" strike="noStrike">
              <a:solidFill>
                <a:srgbClr val="000000"/>
              </a:solidFill>
              <a:effectLst/>
              <a:uFillTx/>
              <a:latin typeface="Times New Roman"/>
            </a:endParaRPr>
          </a:p>
        </p:txBody>
      </p:sp>
      <p:sp>
        <p:nvSpPr>
          <p:cNvPr id="2208" name="Freeform: Shape 2207"/>
          <p:cNvSpPr/>
          <p:nvPr/>
        </p:nvSpPr>
        <p:spPr>
          <a:xfrm>
            <a:off x="7153200" y="2857320"/>
            <a:ext cx="190800" cy="190800"/>
          </a:xfrm>
          <a:custGeom>
            <a:avLst/>
            <a:gdLst/>
            <a:ahLst/>
            <a:cxnLst/>
            <a:rect l="0" t="0" r="r" b="b"/>
            <a:pathLst>
              <a:path w="530" h="530">
                <a:moveTo>
                  <a:pt x="530" y="471"/>
                </a:moveTo>
                <a:cubicBezTo>
                  <a:pt x="530" y="504"/>
                  <a:pt x="504" y="530"/>
                  <a:pt x="470" y="530"/>
                </a:cubicBezTo>
                <a:lnTo>
                  <a:pt x="59" y="530"/>
                </a:lnTo>
                <a:cubicBezTo>
                  <a:pt x="26" y="530"/>
                  <a:pt x="0" y="504"/>
                  <a:pt x="0" y="471"/>
                </a:cubicBezTo>
                <a:lnTo>
                  <a:pt x="0" y="59"/>
                </a:lnTo>
                <a:cubicBezTo>
                  <a:pt x="0" y="26"/>
                  <a:pt x="26" y="0"/>
                  <a:pt x="59" y="0"/>
                </a:cubicBezTo>
                <a:lnTo>
                  <a:pt x="470"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09" name="Freeform: Shape 2208"/>
          <p:cNvSpPr/>
          <p:nvPr/>
        </p:nvSpPr>
        <p:spPr>
          <a:xfrm>
            <a:off x="7183440" y="2889000"/>
            <a:ext cx="131040" cy="128880"/>
          </a:xfrm>
          <a:custGeom>
            <a:avLst/>
            <a:gdLst/>
            <a:ahLst/>
            <a:cxnLst/>
            <a:rect l="0" t="0" r="r" b="b"/>
            <a:pathLst>
              <a:path w="364" h="358">
                <a:moveTo>
                  <a:pt x="347" y="7"/>
                </a:moveTo>
                <a:cubicBezTo>
                  <a:pt x="330" y="-5"/>
                  <a:pt x="307" y="0"/>
                  <a:pt x="296" y="17"/>
                </a:cubicBezTo>
                <a:lnTo>
                  <a:pt x="135" y="264"/>
                </a:lnTo>
                <a:lnTo>
                  <a:pt x="61" y="196"/>
                </a:lnTo>
                <a:cubicBezTo>
                  <a:pt x="46" y="182"/>
                  <a:pt x="23" y="183"/>
                  <a:pt x="9" y="198"/>
                </a:cubicBezTo>
                <a:cubicBezTo>
                  <a:pt x="-4" y="213"/>
                  <a:pt x="-3" y="236"/>
                  <a:pt x="11" y="250"/>
                </a:cubicBezTo>
                <a:lnTo>
                  <a:pt x="117" y="349"/>
                </a:lnTo>
                <a:cubicBezTo>
                  <a:pt x="124" y="355"/>
                  <a:pt x="133" y="358"/>
                  <a:pt x="142" y="358"/>
                </a:cubicBezTo>
                <a:cubicBezTo>
                  <a:pt x="152" y="358"/>
                  <a:pt x="165" y="354"/>
                  <a:pt x="173" y="341"/>
                </a:cubicBezTo>
                <a:cubicBezTo>
                  <a:pt x="178" y="333"/>
                  <a:pt x="358" y="57"/>
                  <a:pt x="358" y="57"/>
                </a:cubicBezTo>
                <a:cubicBezTo>
                  <a:pt x="369" y="40"/>
                  <a:pt x="364" y="18"/>
                  <a:pt x="347" y="7"/>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10" name="TextBox 2209"/>
          <p:cNvSpPr txBox="1"/>
          <p:nvPr/>
        </p:nvSpPr>
        <p:spPr>
          <a:xfrm>
            <a:off x="4739040" y="284436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211" name="TextBox 2210"/>
          <p:cNvSpPr txBox="1"/>
          <p:nvPr/>
        </p:nvSpPr>
        <p:spPr>
          <a:xfrm>
            <a:off x="8580960" y="2692080"/>
            <a:ext cx="27993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digital content enforcement via</a:t>
            </a:r>
            <a:endParaRPr lang="en-GB" sz="1500" b="0" u="none" strike="noStrike">
              <a:solidFill>
                <a:srgbClr val="000000"/>
              </a:solidFill>
              <a:effectLst/>
              <a:uFillTx/>
              <a:latin typeface="Times New Roman"/>
            </a:endParaRPr>
          </a:p>
        </p:txBody>
      </p:sp>
      <p:sp>
        <p:nvSpPr>
          <p:cNvPr id="2212" name="TextBox 2211"/>
          <p:cNvSpPr txBox="1"/>
          <p:nvPr/>
        </p:nvSpPr>
        <p:spPr>
          <a:xfrm>
            <a:off x="8580960" y="2996640"/>
            <a:ext cx="23936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user_acknowledge actions</a:t>
            </a:r>
            <a:endParaRPr lang="en-GB" sz="1500" b="0" u="none" strike="noStrike">
              <a:solidFill>
                <a:srgbClr val="000000"/>
              </a:solidFill>
              <a:effectLst/>
              <a:uFillTx/>
              <a:latin typeface="Times New Roman"/>
            </a:endParaRPr>
          </a:p>
        </p:txBody>
      </p:sp>
      <p:sp>
        <p:nvSpPr>
          <p:cNvPr id="2213" name="TextBox 2212"/>
          <p:cNvSpPr txBox="1"/>
          <p:nvPr/>
        </p:nvSpPr>
        <p:spPr>
          <a:xfrm>
            <a:off x="880920" y="3425400"/>
            <a:ext cx="17726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Tutorial Credit Card</a:t>
            </a:r>
            <a:endParaRPr lang="en-GB" sz="1500" b="0" u="none" strike="noStrike">
              <a:solidFill>
                <a:srgbClr val="000000"/>
              </a:solidFill>
              <a:effectLst/>
              <a:uFillTx/>
              <a:latin typeface="Times New Roman"/>
            </a:endParaRPr>
          </a:p>
        </p:txBody>
      </p:sp>
      <p:sp>
        <p:nvSpPr>
          <p:cNvPr id="2214" name="Freeform: Shape 2213"/>
          <p:cNvSpPr/>
          <p:nvPr/>
        </p:nvSpPr>
        <p:spPr>
          <a:xfrm>
            <a:off x="4543200" y="3590640"/>
            <a:ext cx="190800" cy="190800"/>
          </a:xfrm>
          <a:custGeom>
            <a:avLst/>
            <a:gdLst/>
            <a:ahLst/>
            <a:cxnLst/>
            <a:rect l="0" t="0" r="r" b="b"/>
            <a:pathLst>
              <a:path w="530" h="530">
                <a:moveTo>
                  <a:pt x="530" y="472"/>
                </a:moveTo>
                <a:cubicBezTo>
                  <a:pt x="530" y="504"/>
                  <a:pt x="504" y="530"/>
                  <a:pt x="471" y="530"/>
                </a:cubicBezTo>
                <a:lnTo>
                  <a:pt x="59" y="530"/>
                </a:lnTo>
                <a:cubicBezTo>
                  <a:pt x="26" y="530"/>
                  <a:pt x="0" y="504"/>
                  <a:pt x="0" y="472"/>
                </a:cubicBezTo>
                <a:lnTo>
                  <a:pt x="0" y="59"/>
                </a:lnTo>
                <a:cubicBezTo>
                  <a:pt x="0" y="27"/>
                  <a:pt x="26" y="0"/>
                  <a:pt x="59" y="0"/>
                </a:cubicBezTo>
                <a:lnTo>
                  <a:pt x="471" y="0"/>
                </a:lnTo>
                <a:cubicBezTo>
                  <a:pt x="504" y="0"/>
                  <a:pt x="530" y="27"/>
                  <a:pt x="530" y="59"/>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215" name="Freeform: Shape 2214"/>
          <p:cNvSpPr/>
          <p:nvPr/>
        </p:nvSpPr>
        <p:spPr>
          <a:xfrm>
            <a:off x="4551480" y="3653280"/>
            <a:ext cx="177480" cy="65520"/>
          </a:xfrm>
          <a:custGeom>
            <a:avLst/>
            <a:gdLst/>
            <a:ahLst/>
            <a:cxnLst/>
            <a:rect l="0" t="0" r="r" b="b"/>
            <a:pathLst>
              <a:path w="493" h="182">
                <a:moveTo>
                  <a:pt x="18" y="0"/>
                </a:moveTo>
                <a:cubicBezTo>
                  <a:pt x="23" y="0"/>
                  <a:pt x="31" y="3"/>
                  <a:pt x="34" y="8"/>
                </a:cubicBezTo>
                <a:lnTo>
                  <a:pt x="113" y="115"/>
                </a:lnTo>
                <a:lnTo>
                  <a:pt x="114" y="115"/>
                </a:lnTo>
                <a:lnTo>
                  <a:pt x="114" y="19"/>
                </a:lnTo>
                <a:cubicBezTo>
                  <a:pt x="114" y="7"/>
                  <a:pt x="122" y="0"/>
                  <a:pt x="132" y="0"/>
                </a:cubicBezTo>
                <a:cubicBezTo>
                  <a:pt x="143" y="0"/>
                  <a:pt x="151" y="7"/>
                  <a:pt x="151" y="19"/>
                </a:cubicBezTo>
                <a:lnTo>
                  <a:pt x="151" y="162"/>
                </a:lnTo>
                <a:cubicBezTo>
                  <a:pt x="151" y="175"/>
                  <a:pt x="143" y="182"/>
                  <a:pt x="132" y="182"/>
                </a:cubicBezTo>
                <a:cubicBezTo>
                  <a:pt x="128" y="182"/>
                  <a:pt x="120" y="178"/>
                  <a:pt x="117" y="173"/>
                </a:cubicBezTo>
                <a:lnTo>
                  <a:pt x="38" y="69"/>
                </a:lnTo>
                <a:lnTo>
                  <a:pt x="37" y="69"/>
                </a:lnTo>
                <a:lnTo>
                  <a:pt x="37" y="162"/>
                </a:lnTo>
                <a:cubicBezTo>
                  <a:pt x="37" y="175"/>
                  <a:pt x="29" y="182"/>
                  <a:pt x="18" y="182"/>
                </a:cubicBezTo>
                <a:cubicBezTo>
                  <a:pt x="8" y="182"/>
                  <a:pt x="0" y="175"/>
                  <a:pt x="0" y="162"/>
                </a:cubicBezTo>
                <a:lnTo>
                  <a:pt x="0" y="19"/>
                </a:lnTo>
                <a:cubicBezTo>
                  <a:pt x="0" y="7"/>
                  <a:pt x="8" y="0"/>
                  <a:pt x="18" y="0"/>
                </a:cubicBezTo>
                <a:moveTo>
                  <a:pt x="162" y="24"/>
                </a:moveTo>
                <a:cubicBezTo>
                  <a:pt x="162" y="10"/>
                  <a:pt x="168" y="1"/>
                  <a:pt x="182" y="1"/>
                </a:cubicBezTo>
                <a:lnTo>
                  <a:pt x="244" y="1"/>
                </a:lnTo>
                <a:cubicBezTo>
                  <a:pt x="256" y="1"/>
                  <a:pt x="261" y="10"/>
                  <a:pt x="261" y="18"/>
                </a:cubicBezTo>
                <a:cubicBezTo>
                  <a:pt x="261" y="28"/>
                  <a:pt x="255" y="37"/>
                  <a:pt x="244" y="37"/>
                </a:cubicBezTo>
                <a:lnTo>
                  <a:pt x="200" y="37"/>
                </a:lnTo>
                <a:lnTo>
                  <a:pt x="200" y="73"/>
                </a:lnTo>
                <a:lnTo>
                  <a:pt x="241" y="73"/>
                </a:lnTo>
                <a:cubicBezTo>
                  <a:pt x="253" y="73"/>
                  <a:pt x="259" y="82"/>
                  <a:pt x="259" y="90"/>
                </a:cubicBezTo>
                <a:cubicBezTo>
                  <a:pt x="259" y="99"/>
                  <a:pt x="253" y="108"/>
                  <a:pt x="241" y="108"/>
                </a:cubicBezTo>
                <a:lnTo>
                  <a:pt x="200" y="108"/>
                </a:lnTo>
                <a:lnTo>
                  <a:pt x="200" y="146"/>
                </a:lnTo>
                <a:lnTo>
                  <a:pt x="246" y="146"/>
                </a:lnTo>
                <a:cubicBezTo>
                  <a:pt x="258" y="146"/>
                  <a:pt x="264" y="154"/>
                  <a:pt x="264" y="163"/>
                </a:cubicBezTo>
                <a:cubicBezTo>
                  <a:pt x="264" y="171"/>
                  <a:pt x="258" y="180"/>
                  <a:pt x="246" y="180"/>
                </a:cubicBezTo>
                <a:lnTo>
                  <a:pt x="181" y="180"/>
                </a:lnTo>
                <a:cubicBezTo>
                  <a:pt x="170" y="180"/>
                  <a:pt x="162" y="173"/>
                  <a:pt x="162" y="161"/>
                </a:cubicBezTo>
                <a:lnTo>
                  <a:pt x="162" y="24"/>
                </a:lnTo>
                <a:moveTo>
                  <a:pt x="270" y="26"/>
                </a:moveTo>
                <a:cubicBezTo>
                  <a:pt x="269" y="21"/>
                  <a:pt x="269" y="20"/>
                  <a:pt x="269" y="16"/>
                </a:cubicBezTo>
                <a:cubicBezTo>
                  <a:pt x="269" y="8"/>
                  <a:pt x="275" y="0"/>
                  <a:pt x="286" y="0"/>
                </a:cubicBezTo>
                <a:cubicBezTo>
                  <a:pt x="298" y="0"/>
                  <a:pt x="304" y="7"/>
                  <a:pt x="306" y="18"/>
                </a:cubicBezTo>
                <a:lnTo>
                  <a:pt x="328" y="125"/>
                </a:lnTo>
                <a:lnTo>
                  <a:pt x="361" y="14"/>
                </a:lnTo>
                <a:cubicBezTo>
                  <a:pt x="363" y="5"/>
                  <a:pt x="372" y="0"/>
                  <a:pt x="381" y="0"/>
                </a:cubicBezTo>
                <a:cubicBezTo>
                  <a:pt x="390" y="0"/>
                  <a:pt x="398" y="5"/>
                  <a:pt x="401" y="14"/>
                </a:cubicBezTo>
                <a:lnTo>
                  <a:pt x="433" y="125"/>
                </a:lnTo>
                <a:lnTo>
                  <a:pt x="434" y="125"/>
                </a:lnTo>
                <a:lnTo>
                  <a:pt x="455" y="18"/>
                </a:lnTo>
                <a:cubicBezTo>
                  <a:pt x="457" y="7"/>
                  <a:pt x="463" y="0"/>
                  <a:pt x="475" y="0"/>
                </a:cubicBezTo>
                <a:cubicBezTo>
                  <a:pt x="486" y="0"/>
                  <a:pt x="493" y="8"/>
                  <a:pt x="493" y="16"/>
                </a:cubicBezTo>
                <a:cubicBezTo>
                  <a:pt x="493" y="20"/>
                  <a:pt x="492" y="21"/>
                  <a:pt x="492" y="26"/>
                </a:cubicBezTo>
                <a:lnTo>
                  <a:pt x="460" y="162"/>
                </a:lnTo>
                <a:cubicBezTo>
                  <a:pt x="457" y="173"/>
                  <a:pt x="449" y="182"/>
                  <a:pt x="435" y="182"/>
                </a:cubicBezTo>
                <a:cubicBezTo>
                  <a:pt x="423" y="182"/>
                  <a:pt x="413" y="174"/>
                  <a:pt x="410" y="163"/>
                </a:cubicBezTo>
                <a:lnTo>
                  <a:pt x="381" y="67"/>
                </a:lnTo>
                <a:lnTo>
                  <a:pt x="351" y="163"/>
                </a:lnTo>
                <a:cubicBezTo>
                  <a:pt x="348" y="174"/>
                  <a:pt x="338" y="182"/>
                  <a:pt x="326" y="182"/>
                </a:cubicBezTo>
                <a:cubicBezTo>
                  <a:pt x="312" y="182"/>
                  <a:pt x="304" y="173"/>
                  <a:pt x="301" y="162"/>
                </a:cubicBezTo>
                <a:lnTo>
                  <a:pt x="270" y="26"/>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16" name="TextBox 2215"/>
          <p:cNvSpPr txBox="1"/>
          <p:nvPr/>
        </p:nvSpPr>
        <p:spPr>
          <a:xfrm>
            <a:off x="880920" y="3739680"/>
            <a:ext cx="1571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Acknowledgment</a:t>
            </a:r>
            <a:endParaRPr lang="en-GB" sz="1500" b="0" u="none" strike="noStrike">
              <a:solidFill>
                <a:srgbClr val="000000"/>
              </a:solidFill>
              <a:effectLst/>
              <a:uFillTx/>
              <a:latin typeface="Times New Roman"/>
            </a:endParaRPr>
          </a:p>
        </p:txBody>
      </p:sp>
      <p:sp>
        <p:nvSpPr>
          <p:cNvPr id="2217" name="Freeform: Shape 2216"/>
          <p:cNvSpPr/>
          <p:nvPr/>
        </p:nvSpPr>
        <p:spPr>
          <a:xfrm>
            <a:off x="7153200" y="3590640"/>
            <a:ext cx="190800" cy="190800"/>
          </a:xfrm>
          <a:custGeom>
            <a:avLst/>
            <a:gdLst/>
            <a:ahLst/>
            <a:cxnLst/>
            <a:rect l="0" t="0" r="r" b="b"/>
            <a:pathLst>
              <a:path w="530" h="530">
                <a:moveTo>
                  <a:pt x="530" y="472"/>
                </a:moveTo>
                <a:cubicBezTo>
                  <a:pt x="530" y="504"/>
                  <a:pt x="504" y="530"/>
                  <a:pt x="470" y="530"/>
                </a:cubicBezTo>
                <a:lnTo>
                  <a:pt x="59" y="530"/>
                </a:lnTo>
                <a:cubicBezTo>
                  <a:pt x="26" y="530"/>
                  <a:pt x="0" y="504"/>
                  <a:pt x="0" y="472"/>
                </a:cubicBezTo>
                <a:lnTo>
                  <a:pt x="0" y="59"/>
                </a:lnTo>
                <a:cubicBezTo>
                  <a:pt x="0" y="27"/>
                  <a:pt x="26" y="0"/>
                  <a:pt x="59" y="0"/>
                </a:cubicBezTo>
                <a:lnTo>
                  <a:pt x="470" y="0"/>
                </a:lnTo>
                <a:cubicBezTo>
                  <a:pt x="504" y="0"/>
                  <a:pt x="530" y="27"/>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18" name="Freeform: Shape 2217"/>
          <p:cNvSpPr/>
          <p:nvPr/>
        </p:nvSpPr>
        <p:spPr>
          <a:xfrm>
            <a:off x="7183440" y="3622320"/>
            <a:ext cx="131040" cy="128880"/>
          </a:xfrm>
          <a:custGeom>
            <a:avLst/>
            <a:gdLst/>
            <a:ahLst/>
            <a:cxnLst/>
            <a:rect l="0" t="0" r="r" b="b"/>
            <a:pathLst>
              <a:path w="364" h="358">
                <a:moveTo>
                  <a:pt x="347" y="6"/>
                </a:moveTo>
                <a:cubicBezTo>
                  <a:pt x="330" y="-5"/>
                  <a:pt x="307" y="0"/>
                  <a:pt x="296" y="17"/>
                </a:cubicBezTo>
                <a:lnTo>
                  <a:pt x="135" y="264"/>
                </a:lnTo>
                <a:lnTo>
                  <a:pt x="61" y="196"/>
                </a:lnTo>
                <a:cubicBezTo>
                  <a:pt x="46" y="182"/>
                  <a:pt x="23" y="183"/>
                  <a:pt x="9" y="198"/>
                </a:cubicBezTo>
                <a:cubicBezTo>
                  <a:pt x="-4" y="213"/>
                  <a:pt x="-3" y="236"/>
                  <a:pt x="11" y="250"/>
                </a:cubicBezTo>
                <a:lnTo>
                  <a:pt x="117" y="348"/>
                </a:lnTo>
                <a:cubicBezTo>
                  <a:pt x="124" y="354"/>
                  <a:pt x="133" y="358"/>
                  <a:pt x="142" y="358"/>
                </a:cubicBezTo>
                <a:cubicBezTo>
                  <a:pt x="152" y="358"/>
                  <a:pt x="165" y="353"/>
                  <a:pt x="173" y="341"/>
                </a:cubicBezTo>
                <a:cubicBezTo>
                  <a:pt x="178" y="333"/>
                  <a:pt x="358" y="57"/>
                  <a:pt x="358" y="57"/>
                </a:cubicBezTo>
                <a:cubicBezTo>
                  <a:pt x="369" y="40"/>
                  <a:pt x="364" y="17"/>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19" name="TextBox 2218"/>
          <p:cNvSpPr txBox="1"/>
          <p:nvPr/>
        </p:nvSpPr>
        <p:spPr>
          <a:xfrm>
            <a:off x="4739040" y="357768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220" name="TextBox 2219"/>
          <p:cNvSpPr txBox="1"/>
          <p:nvPr/>
        </p:nvSpPr>
        <p:spPr>
          <a:xfrm>
            <a:off x="8580960" y="3425400"/>
            <a:ext cx="28173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nominal booking fee for tutorial</a:t>
            </a:r>
            <a:endParaRPr lang="en-GB" sz="1500" b="0" u="none" strike="noStrike">
              <a:solidFill>
                <a:srgbClr val="000000"/>
              </a:solidFill>
              <a:effectLst/>
              <a:uFillTx/>
              <a:latin typeface="Times New Roman"/>
            </a:endParaRPr>
          </a:p>
        </p:txBody>
      </p:sp>
      <p:sp>
        <p:nvSpPr>
          <p:cNvPr id="2221" name="TextBox 2220"/>
          <p:cNvSpPr txBox="1"/>
          <p:nvPr/>
        </p:nvSpPr>
        <p:spPr>
          <a:xfrm>
            <a:off x="8580960" y="3739680"/>
            <a:ext cx="1944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order with credit card</a:t>
            </a:r>
            <a:endParaRPr lang="en-GB" sz="1500" b="0" u="none" strike="noStrike">
              <a:solidFill>
                <a:srgbClr val="000000"/>
              </a:solidFill>
              <a:effectLst/>
              <a:uFillTx/>
              <a:latin typeface="Times New Roman"/>
            </a:endParaRPr>
          </a:p>
        </p:txBody>
      </p:sp>
      <p:sp>
        <p:nvSpPr>
          <p:cNvPr id="2222" name="Freeform: Shape 2221"/>
          <p:cNvSpPr/>
          <p:nvPr/>
        </p:nvSpPr>
        <p:spPr>
          <a:xfrm>
            <a:off x="4543200" y="433368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223" name="Freeform: Shape 2222"/>
          <p:cNvSpPr/>
          <p:nvPr/>
        </p:nvSpPr>
        <p:spPr>
          <a:xfrm>
            <a:off x="4551480" y="4395960"/>
            <a:ext cx="177480" cy="65520"/>
          </a:xfrm>
          <a:custGeom>
            <a:avLst/>
            <a:gdLst/>
            <a:ahLst/>
            <a:cxnLst/>
            <a:rect l="0" t="0" r="r" b="b"/>
            <a:pathLst>
              <a:path w="493" h="182">
                <a:moveTo>
                  <a:pt x="18" y="0"/>
                </a:moveTo>
                <a:cubicBezTo>
                  <a:pt x="23" y="0"/>
                  <a:pt x="31" y="4"/>
                  <a:pt x="34" y="9"/>
                </a:cubicBezTo>
                <a:lnTo>
                  <a:pt x="113" y="114"/>
                </a:lnTo>
                <a:lnTo>
                  <a:pt x="114" y="114"/>
                </a:lnTo>
                <a:lnTo>
                  <a:pt x="114" y="20"/>
                </a:lnTo>
                <a:cubicBezTo>
                  <a:pt x="114" y="7"/>
                  <a:pt x="122" y="0"/>
                  <a:pt x="132" y="0"/>
                </a:cubicBezTo>
                <a:cubicBezTo>
                  <a:pt x="143" y="0"/>
                  <a:pt x="151" y="7"/>
                  <a:pt x="151" y="20"/>
                </a:cubicBezTo>
                <a:lnTo>
                  <a:pt x="151" y="163"/>
                </a:lnTo>
                <a:cubicBezTo>
                  <a:pt x="151" y="175"/>
                  <a:pt x="143" y="182"/>
                  <a:pt x="132" y="182"/>
                </a:cubicBezTo>
                <a:cubicBezTo>
                  <a:pt x="128" y="182"/>
                  <a:pt x="120" y="179"/>
                  <a:pt x="117" y="174"/>
                </a:cubicBezTo>
                <a:lnTo>
                  <a:pt x="38" y="69"/>
                </a:lnTo>
                <a:lnTo>
                  <a:pt x="37" y="69"/>
                </a:lnTo>
                <a:lnTo>
                  <a:pt x="37" y="163"/>
                </a:lnTo>
                <a:cubicBezTo>
                  <a:pt x="37" y="175"/>
                  <a:pt x="29" y="182"/>
                  <a:pt x="18" y="182"/>
                </a:cubicBezTo>
                <a:cubicBezTo>
                  <a:pt x="8" y="182"/>
                  <a:pt x="0" y="175"/>
                  <a:pt x="0" y="163"/>
                </a:cubicBezTo>
                <a:lnTo>
                  <a:pt x="0" y="20"/>
                </a:lnTo>
                <a:cubicBezTo>
                  <a:pt x="0" y="7"/>
                  <a:pt x="8" y="0"/>
                  <a:pt x="18" y="0"/>
                </a:cubicBezTo>
                <a:moveTo>
                  <a:pt x="162" y="24"/>
                </a:moveTo>
                <a:cubicBezTo>
                  <a:pt x="162" y="11"/>
                  <a:pt x="168" y="2"/>
                  <a:pt x="182" y="2"/>
                </a:cubicBezTo>
                <a:lnTo>
                  <a:pt x="244" y="2"/>
                </a:lnTo>
                <a:cubicBezTo>
                  <a:pt x="256" y="2"/>
                  <a:pt x="261" y="10"/>
                  <a:pt x="261" y="19"/>
                </a:cubicBezTo>
                <a:cubicBezTo>
                  <a:pt x="261" y="28"/>
                  <a:pt x="255" y="36"/>
                  <a:pt x="244" y="36"/>
                </a:cubicBezTo>
                <a:lnTo>
                  <a:pt x="200" y="36"/>
                </a:lnTo>
                <a:lnTo>
                  <a:pt x="200" y="73"/>
                </a:lnTo>
                <a:lnTo>
                  <a:pt x="241" y="73"/>
                </a:lnTo>
                <a:cubicBezTo>
                  <a:pt x="253" y="73"/>
                  <a:pt x="259" y="81"/>
                  <a:pt x="259" y="90"/>
                </a:cubicBezTo>
                <a:cubicBezTo>
                  <a:pt x="259" y="99"/>
                  <a:pt x="253" y="107"/>
                  <a:pt x="241" y="107"/>
                </a:cubicBezTo>
                <a:lnTo>
                  <a:pt x="200" y="107"/>
                </a:lnTo>
                <a:lnTo>
                  <a:pt x="200" y="146"/>
                </a:lnTo>
                <a:lnTo>
                  <a:pt x="246" y="146"/>
                </a:lnTo>
                <a:cubicBezTo>
                  <a:pt x="258" y="146"/>
                  <a:pt x="264" y="155"/>
                  <a:pt x="264" y="164"/>
                </a:cubicBezTo>
                <a:cubicBezTo>
                  <a:pt x="264" y="172"/>
                  <a:pt x="258" y="181"/>
                  <a:pt x="246" y="181"/>
                </a:cubicBezTo>
                <a:lnTo>
                  <a:pt x="181" y="181"/>
                </a:lnTo>
                <a:cubicBezTo>
                  <a:pt x="170" y="181"/>
                  <a:pt x="162" y="173"/>
                  <a:pt x="162" y="162"/>
                </a:cubicBezTo>
                <a:lnTo>
                  <a:pt x="162" y="24"/>
                </a:lnTo>
                <a:moveTo>
                  <a:pt x="270" y="25"/>
                </a:moveTo>
                <a:cubicBezTo>
                  <a:pt x="269" y="22"/>
                  <a:pt x="269" y="20"/>
                  <a:pt x="269" y="17"/>
                </a:cubicBezTo>
                <a:cubicBezTo>
                  <a:pt x="269" y="9"/>
                  <a:pt x="275" y="0"/>
                  <a:pt x="286" y="0"/>
                </a:cubicBezTo>
                <a:cubicBezTo>
                  <a:pt x="298" y="0"/>
                  <a:pt x="304" y="7"/>
                  <a:pt x="306" y="18"/>
                </a:cubicBezTo>
                <a:lnTo>
                  <a:pt x="328" y="126"/>
                </a:lnTo>
                <a:lnTo>
                  <a:pt x="361" y="15"/>
                </a:lnTo>
                <a:cubicBezTo>
                  <a:pt x="363" y="6"/>
                  <a:pt x="372" y="0"/>
                  <a:pt x="381" y="0"/>
                </a:cubicBezTo>
                <a:cubicBezTo>
                  <a:pt x="390" y="0"/>
                  <a:pt x="398" y="6"/>
                  <a:pt x="401" y="15"/>
                </a:cubicBezTo>
                <a:lnTo>
                  <a:pt x="433" y="126"/>
                </a:lnTo>
                <a:lnTo>
                  <a:pt x="434" y="126"/>
                </a:lnTo>
                <a:lnTo>
                  <a:pt x="455" y="18"/>
                </a:lnTo>
                <a:cubicBezTo>
                  <a:pt x="457" y="7"/>
                  <a:pt x="463" y="0"/>
                  <a:pt x="475" y="0"/>
                </a:cubicBezTo>
                <a:cubicBezTo>
                  <a:pt x="486" y="0"/>
                  <a:pt x="493" y="9"/>
                  <a:pt x="493" y="17"/>
                </a:cubicBezTo>
                <a:cubicBezTo>
                  <a:pt x="493" y="20"/>
                  <a:pt x="492" y="22"/>
                  <a:pt x="492" y="25"/>
                </a:cubicBezTo>
                <a:lnTo>
                  <a:pt x="460" y="163"/>
                </a:lnTo>
                <a:cubicBezTo>
                  <a:pt x="457" y="173"/>
                  <a:pt x="449" y="182"/>
                  <a:pt x="435" y="182"/>
                </a:cubicBezTo>
                <a:cubicBezTo>
                  <a:pt x="423" y="182"/>
                  <a:pt x="413" y="174"/>
                  <a:pt x="410" y="164"/>
                </a:cubicBezTo>
                <a:lnTo>
                  <a:pt x="381" y="67"/>
                </a:lnTo>
                <a:lnTo>
                  <a:pt x="351" y="164"/>
                </a:lnTo>
                <a:cubicBezTo>
                  <a:pt x="348" y="174"/>
                  <a:pt x="338" y="182"/>
                  <a:pt x="326" y="182"/>
                </a:cubicBezTo>
                <a:cubicBezTo>
                  <a:pt x="312" y="182"/>
                  <a:pt x="304" y="173"/>
                  <a:pt x="301" y="163"/>
                </a:cubicBezTo>
                <a:lnTo>
                  <a:pt x="270"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24" name="TextBox 2223"/>
          <p:cNvSpPr txBox="1"/>
          <p:nvPr/>
        </p:nvSpPr>
        <p:spPr>
          <a:xfrm>
            <a:off x="880920" y="4320720"/>
            <a:ext cx="2027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User Preference Rules</a:t>
            </a:r>
            <a:endParaRPr lang="en-GB" sz="1500" b="0" u="none" strike="noStrike">
              <a:solidFill>
                <a:srgbClr val="000000"/>
              </a:solidFill>
              <a:effectLst/>
              <a:uFillTx/>
              <a:latin typeface="Times New Roman"/>
            </a:endParaRPr>
          </a:p>
        </p:txBody>
      </p:sp>
      <p:sp>
        <p:nvSpPr>
          <p:cNvPr id="2225" name="Freeform: Shape 2224"/>
          <p:cNvSpPr/>
          <p:nvPr/>
        </p:nvSpPr>
        <p:spPr>
          <a:xfrm>
            <a:off x="7153200" y="4333680"/>
            <a:ext cx="190800" cy="190800"/>
          </a:xfrm>
          <a:custGeom>
            <a:avLst/>
            <a:gdLst/>
            <a:ahLst/>
            <a:cxnLst/>
            <a:rect l="0" t="0" r="r" b="b"/>
            <a:pathLst>
              <a:path w="530" h="530">
                <a:moveTo>
                  <a:pt x="530" y="471"/>
                </a:moveTo>
                <a:cubicBezTo>
                  <a:pt x="530" y="504"/>
                  <a:pt x="504" y="530"/>
                  <a:pt x="470" y="530"/>
                </a:cubicBezTo>
                <a:lnTo>
                  <a:pt x="59" y="530"/>
                </a:lnTo>
                <a:cubicBezTo>
                  <a:pt x="26" y="530"/>
                  <a:pt x="0" y="504"/>
                  <a:pt x="0" y="471"/>
                </a:cubicBezTo>
                <a:lnTo>
                  <a:pt x="0" y="59"/>
                </a:lnTo>
                <a:cubicBezTo>
                  <a:pt x="0" y="26"/>
                  <a:pt x="26" y="0"/>
                  <a:pt x="59" y="0"/>
                </a:cubicBezTo>
                <a:lnTo>
                  <a:pt x="470"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26" name="Freeform: Shape 2225"/>
          <p:cNvSpPr/>
          <p:nvPr/>
        </p:nvSpPr>
        <p:spPr>
          <a:xfrm>
            <a:off x="7183440" y="4365360"/>
            <a:ext cx="131040" cy="128520"/>
          </a:xfrm>
          <a:custGeom>
            <a:avLst/>
            <a:gdLst/>
            <a:ahLst/>
            <a:cxnLst/>
            <a:rect l="0" t="0" r="r" b="b"/>
            <a:pathLst>
              <a:path w="364" h="357">
                <a:moveTo>
                  <a:pt x="347" y="6"/>
                </a:moveTo>
                <a:cubicBezTo>
                  <a:pt x="330" y="-5"/>
                  <a:pt x="307" y="-1"/>
                  <a:pt x="296" y="16"/>
                </a:cubicBezTo>
                <a:lnTo>
                  <a:pt x="135" y="264"/>
                </a:lnTo>
                <a:lnTo>
                  <a:pt x="61" y="196"/>
                </a:lnTo>
                <a:cubicBezTo>
                  <a:pt x="46" y="182"/>
                  <a:pt x="23" y="183"/>
                  <a:pt x="9" y="198"/>
                </a:cubicBezTo>
                <a:cubicBezTo>
                  <a:pt x="-4" y="213"/>
                  <a:pt x="-3" y="236"/>
                  <a:pt x="11" y="250"/>
                </a:cubicBezTo>
                <a:lnTo>
                  <a:pt x="117" y="348"/>
                </a:lnTo>
                <a:cubicBezTo>
                  <a:pt x="124" y="354"/>
                  <a:pt x="133" y="357"/>
                  <a:pt x="142" y="357"/>
                </a:cubicBezTo>
                <a:cubicBezTo>
                  <a:pt x="152" y="357"/>
                  <a:pt x="165" y="353"/>
                  <a:pt x="173" y="341"/>
                </a:cubicBezTo>
                <a:cubicBezTo>
                  <a:pt x="178" y="333"/>
                  <a:pt x="358" y="56"/>
                  <a:pt x="358" y="56"/>
                </a:cubicBezTo>
                <a:cubicBezTo>
                  <a:pt x="369" y="39"/>
                  <a:pt x="364" y="17"/>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27" name="TextBox 2226"/>
          <p:cNvSpPr txBox="1"/>
          <p:nvPr/>
        </p:nvSpPr>
        <p:spPr>
          <a:xfrm>
            <a:off x="4739040" y="432072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228" name="TextBox 2227"/>
          <p:cNvSpPr txBox="1"/>
          <p:nvPr/>
        </p:nvSpPr>
        <p:spPr>
          <a:xfrm>
            <a:off x="8580960" y="4168440"/>
            <a:ext cx="1955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Rules that stores user</a:t>
            </a:r>
            <a:endParaRPr lang="en-GB" sz="1500" b="0" u="none" strike="noStrike">
              <a:solidFill>
                <a:srgbClr val="000000"/>
              </a:solidFill>
              <a:effectLst/>
              <a:uFillTx/>
              <a:latin typeface="Times New Roman"/>
            </a:endParaRPr>
          </a:p>
        </p:txBody>
      </p:sp>
      <p:sp>
        <p:nvSpPr>
          <p:cNvPr id="2229" name="TextBox 2228"/>
          <p:cNvSpPr txBox="1"/>
          <p:nvPr/>
        </p:nvSpPr>
        <p:spPr>
          <a:xfrm>
            <a:off x="8580960" y="4473000"/>
            <a:ext cx="2357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preference when ordering</a:t>
            </a:r>
            <a:endParaRPr lang="en-GB" sz="1500" b="0" u="none" strike="noStrike">
              <a:solidFill>
                <a:srgbClr val="000000"/>
              </a:solidFill>
              <a:effectLst/>
              <a:uFillTx/>
              <a:latin typeface="Times New Roman"/>
            </a:endParaRPr>
          </a:p>
        </p:txBody>
      </p:sp>
      <p:sp>
        <p:nvSpPr>
          <p:cNvPr id="2230" name="Freeform: Shape 2229"/>
          <p:cNvSpPr/>
          <p:nvPr/>
        </p:nvSpPr>
        <p:spPr>
          <a:xfrm>
            <a:off x="4543200" y="4924080"/>
            <a:ext cx="190800" cy="191160"/>
          </a:xfrm>
          <a:custGeom>
            <a:avLst/>
            <a:gdLst/>
            <a:ahLst/>
            <a:cxnLst/>
            <a:rect l="0" t="0" r="r" b="b"/>
            <a:pathLst>
              <a:path w="530" h="531">
                <a:moveTo>
                  <a:pt x="530" y="472"/>
                </a:moveTo>
                <a:cubicBezTo>
                  <a:pt x="530" y="504"/>
                  <a:pt x="504" y="531"/>
                  <a:pt x="471" y="531"/>
                </a:cubicBezTo>
                <a:lnTo>
                  <a:pt x="59" y="531"/>
                </a:lnTo>
                <a:cubicBezTo>
                  <a:pt x="26" y="531"/>
                  <a:pt x="0" y="504"/>
                  <a:pt x="0" y="472"/>
                </a:cubicBezTo>
                <a:lnTo>
                  <a:pt x="0" y="59"/>
                </a:lnTo>
                <a:cubicBezTo>
                  <a:pt x="0" y="27"/>
                  <a:pt x="26" y="0"/>
                  <a:pt x="59" y="0"/>
                </a:cubicBezTo>
                <a:lnTo>
                  <a:pt x="471" y="0"/>
                </a:lnTo>
                <a:cubicBezTo>
                  <a:pt x="504" y="0"/>
                  <a:pt x="530" y="27"/>
                  <a:pt x="530" y="59"/>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231" name="Freeform: Shape 2230"/>
          <p:cNvSpPr/>
          <p:nvPr/>
        </p:nvSpPr>
        <p:spPr>
          <a:xfrm>
            <a:off x="4551480" y="4986720"/>
            <a:ext cx="177480" cy="65520"/>
          </a:xfrm>
          <a:custGeom>
            <a:avLst/>
            <a:gdLst/>
            <a:ahLst/>
            <a:cxnLst/>
            <a:rect l="0" t="0" r="r" b="b"/>
            <a:pathLst>
              <a:path w="493" h="182">
                <a:moveTo>
                  <a:pt x="18" y="0"/>
                </a:moveTo>
                <a:cubicBezTo>
                  <a:pt x="23" y="0"/>
                  <a:pt x="31" y="4"/>
                  <a:pt x="34" y="8"/>
                </a:cubicBezTo>
                <a:lnTo>
                  <a:pt x="113" y="115"/>
                </a:lnTo>
                <a:lnTo>
                  <a:pt x="114" y="115"/>
                </a:lnTo>
                <a:lnTo>
                  <a:pt x="114" y="19"/>
                </a:lnTo>
                <a:cubicBezTo>
                  <a:pt x="114" y="7"/>
                  <a:pt x="122" y="0"/>
                  <a:pt x="132" y="0"/>
                </a:cubicBezTo>
                <a:cubicBezTo>
                  <a:pt x="143" y="0"/>
                  <a:pt x="151" y="7"/>
                  <a:pt x="151" y="19"/>
                </a:cubicBezTo>
                <a:lnTo>
                  <a:pt x="151" y="162"/>
                </a:lnTo>
                <a:cubicBezTo>
                  <a:pt x="151" y="175"/>
                  <a:pt x="143" y="182"/>
                  <a:pt x="132" y="182"/>
                </a:cubicBezTo>
                <a:cubicBezTo>
                  <a:pt x="128" y="182"/>
                  <a:pt x="120" y="178"/>
                  <a:pt x="117" y="173"/>
                </a:cubicBezTo>
                <a:lnTo>
                  <a:pt x="38" y="68"/>
                </a:lnTo>
                <a:lnTo>
                  <a:pt x="37" y="68"/>
                </a:lnTo>
                <a:lnTo>
                  <a:pt x="37" y="162"/>
                </a:lnTo>
                <a:cubicBezTo>
                  <a:pt x="37" y="175"/>
                  <a:pt x="29" y="182"/>
                  <a:pt x="18" y="182"/>
                </a:cubicBezTo>
                <a:cubicBezTo>
                  <a:pt x="8" y="182"/>
                  <a:pt x="0" y="175"/>
                  <a:pt x="0" y="162"/>
                </a:cubicBezTo>
                <a:lnTo>
                  <a:pt x="0" y="19"/>
                </a:lnTo>
                <a:cubicBezTo>
                  <a:pt x="0" y="7"/>
                  <a:pt x="8" y="0"/>
                  <a:pt x="18" y="0"/>
                </a:cubicBezTo>
                <a:moveTo>
                  <a:pt x="162" y="23"/>
                </a:moveTo>
                <a:cubicBezTo>
                  <a:pt x="162" y="11"/>
                  <a:pt x="168" y="1"/>
                  <a:pt x="182" y="1"/>
                </a:cubicBezTo>
                <a:lnTo>
                  <a:pt x="244" y="1"/>
                </a:lnTo>
                <a:cubicBezTo>
                  <a:pt x="256" y="1"/>
                  <a:pt x="261" y="10"/>
                  <a:pt x="261" y="19"/>
                </a:cubicBezTo>
                <a:cubicBezTo>
                  <a:pt x="261" y="27"/>
                  <a:pt x="255" y="36"/>
                  <a:pt x="244" y="36"/>
                </a:cubicBezTo>
                <a:lnTo>
                  <a:pt x="200" y="36"/>
                </a:lnTo>
                <a:lnTo>
                  <a:pt x="200" y="72"/>
                </a:lnTo>
                <a:lnTo>
                  <a:pt x="241" y="72"/>
                </a:lnTo>
                <a:cubicBezTo>
                  <a:pt x="253" y="72"/>
                  <a:pt x="259" y="81"/>
                  <a:pt x="259" y="90"/>
                </a:cubicBezTo>
                <a:cubicBezTo>
                  <a:pt x="259" y="98"/>
                  <a:pt x="253" y="108"/>
                  <a:pt x="241" y="108"/>
                </a:cubicBezTo>
                <a:lnTo>
                  <a:pt x="200" y="108"/>
                </a:lnTo>
                <a:lnTo>
                  <a:pt x="200" y="146"/>
                </a:lnTo>
                <a:lnTo>
                  <a:pt x="246" y="146"/>
                </a:lnTo>
                <a:cubicBezTo>
                  <a:pt x="258" y="146"/>
                  <a:pt x="264" y="154"/>
                  <a:pt x="264" y="163"/>
                </a:cubicBezTo>
                <a:cubicBezTo>
                  <a:pt x="264" y="171"/>
                  <a:pt x="258" y="180"/>
                  <a:pt x="246" y="180"/>
                </a:cubicBezTo>
                <a:lnTo>
                  <a:pt x="181" y="180"/>
                </a:lnTo>
                <a:cubicBezTo>
                  <a:pt x="170" y="180"/>
                  <a:pt x="162" y="173"/>
                  <a:pt x="162" y="162"/>
                </a:cubicBezTo>
                <a:lnTo>
                  <a:pt x="162" y="23"/>
                </a:lnTo>
                <a:moveTo>
                  <a:pt x="270" y="25"/>
                </a:moveTo>
                <a:cubicBezTo>
                  <a:pt x="269" y="22"/>
                  <a:pt x="269" y="20"/>
                  <a:pt x="269" y="16"/>
                </a:cubicBezTo>
                <a:cubicBezTo>
                  <a:pt x="269" y="8"/>
                  <a:pt x="275" y="0"/>
                  <a:pt x="286" y="0"/>
                </a:cubicBezTo>
                <a:cubicBezTo>
                  <a:pt x="298" y="0"/>
                  <a:pt x="304" y="7"/>
                  <a:pt x="306" y="18"/>
                </a:cubicBezTo>
                <a:lnTo>
                  <a:pt x="328" y="125"/>
                </a:lnTo>
                <a:lnTo>
                  <a:pt x="361" y="15"/>
                </a:lnTo>
                <a:cubicBezTo>
                  <a:pt x="363" y="6"/>
                  <a:pt x="372" y="0"/>
                  <a:pt x="381" y="0"/>
                </a:cubicBezTo>
                <a:cubicBezTo>
                  <a:pt x="390" y="0"/>
                  <a:pt x="398" y="6"/>
                  <a:pt x="401" y="15"/>
                </a:cubicBezTo>
                <a:lnTo>
                  <a:pt x="433" y="125"/>
                </a:lnTo>
                <a:lnTo>
                  <a:pt x="434" y="125"/>
                </a:lnTo>
                <a:lnTo>
                  <a:pt x="455" y="18"/>
                </a:lnTo>
                <a:cubicBezTo>
                  <a:pt x="457" y="7"/>
                  <a:pt x="463" y="0"/>
                  <a:pt x="475" y="0"/>
                </a:cubicBezTo>
                <a:cubicBezTo>
                  <a:pt x="486" y="0"/>
                  <a:pt x="493" y="8"/>
                  <a:pt x="493" y="16"/>
                </a:cubicBezTo>
                <a:cubicBezTo>
                  <a:pt x="493" y="20"/>
                  <a:pt x="492" y="22"/>
                  <a:pt x="492" y="25"/>
                </a:cubicBezTo>
                <a:lnTo>
                  <a:pt x="460" y="162"/>
                </a:lnTo>
                <a:cubicBezTo>
                  <a:pt x="457" y="173"/>
                  <a:pt x="449" y="182"/>
                  <a:pt x="435" y="182"/>
                </a:cubicBezTo>
                <a:cubicBezTo>
                  <a:pt x="423" y="182"/>
                  <a:pt x="413" y="174"/>
                  <a:pt x="410" y="163"/>
                </a:cubicBezTo>
                <a:lnTo>
                  <a:pt x="381" y="66"/>
                </a:lnTo>
                <a:lnTo>
                  <a:pt x="351" y="163"/>
                </a:lnTo>
                <a:cubicBezTo>
                  <a:pt x="348" y="174"/>
                  <a:pt x="338" y="182"/>
                  <a:pt x="326" y="182"/>
                </a:cubicBezTo>
                <a:cubicBezTo>
                  <a:pt x="312" y="182"/>
                  <a:pt x="304" y="173"/>
                  <a:pt x="301" y="162"/>
                </a:cubicBezTo>
                <a:lnTo>
                  <a:pt x="270"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32" name="TextBox 2231"/>
          <p:cNvSpPr txBox="1"/>
          <p:nvPr/>
        </p:nvSpPr>
        <p:spPr>
          <a:xfrm>
            <a:off x="880920" y="4911120"/>
            <a:ext cx="24058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Marketing Preference Rule</a:t>
            </a:r>
            <a:endParaRPr lang="en-GB" sz="1500" b="0" u="none" strike="noStrike">
              <a:solidFill>
                <a:srgbClr val="000000"/>
              </a:solidFill>
              <a:effectLst/>
              <a:uFillTx/>
              <a:latin typeface="Times New Roman"/>
            </a:endParaRPr>
          </a:p>
        </p:txBody>
      </p:sp>
      <p:sp>
        <p:nvSpPr>
          <p:cNvPr id="2233" name="Freeform: Shape 2232"/>
          <p:cNvSpPr/>
          <p:nvPr/>
        </p:nvSpPr>
        <p:spPr>
          <a:xfrm>
            <a:off x="7153200" y="4924080"/>
            <a:ext cx="190800" cy="191160"/>
          </a:xfrm>
          <a:custGeom>
            <a:avLst/>
            <a:gdLst/>
            <a:ahLst/>
            <a:cxnLst/>
            <a:rect l="0" t="0" r="r" b="b"/>
            <a:pathLst>
              <a:path w="530" h="531">
                <a:moveTo>
                  <a:pt x="530" y="472"/>
                </a:moveTo>
                <a:cubicBezTo>
                  <a:pt x="530" y="504"/>
                  <a:pt x="504" y="531"/>
                  <a:pt x="470" y="531"/>
                </a:cubicBezTo>
                <a:lnTo>
                  <a:pt x="59" y="531"/>
                </a:lnTo>
                <a:cubicBezTo>
                  <a:pt x="26" y="531"/>
                  <a:pt x="0" y="504"/>
                  <a:pt x="0" y="472"/>
                </a:cubicBezTo>
                <a:lnTo>
                  <a:pt x="0" y="59"/>
                </a:lnTo>
                <a:cubicBezTo>
                  <a:pt x="0" y="27"/>
                  <a:pt x="26" y="0"/>
                  <a:pt x="59" y="0"/>
                </a:cubicBezTo>
                <a:lnTo>
                  <a:pt x="470" y="0"/>
                </a:lnTo>
                <a:cubicBezTo>
                  <a:pt x="504" y="0"/>
                  <a:pt x="530" y="27"/>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34" name="Freeform: Shape 2233"/>
          <p:cNvSpPr/>
          <p:nvPr/>
        </p:nvSpPr>
        <p:spPr>
          <a:xfrm>
            <a:off x="7183440" y="4955760"/>
            <a:ext cx="131040" cy="128880"/>
          </a:xfrm>
          <a:custGeom>
            <a:avLst/>
            <a:gdLst/>
            <a:ahLst/>
            <a:cxnLst/>
            <a:rect l="0" t="0" r="r" b="b"/>
            <a:pathLst>
              <a:path w="364" h="358">
                <a:moveTo>
                  <a:pt x="347" y="6"/>
                </a:moveTo>
                <a:cubicBezTo>
                  <a:pt x="330" y="-5"/>
                  <a:pt x="307" y="0"/>
                  <a:pt x="296" y="17"/>
                </a:cubicBezTo>
                <a:lnTo>
                  <a:pt x="135" y="263"/>
                </a:lnTo>
                <a:lnTo>
                  <a:pt x="61" y="195"/>
                </a:lnTo>
                <a:cubicBezTo>
                  <a:pt x="46" y="181"/>
                  <a:pt x="23" y="182"/>
                  <a:pt x="9" y="197"/>
                </a:cubicBezTo>
                <a:cubicBezTo>
                  <a:pt x="-4" y="212"/>
                  <a:pt x="-3" y="235"/>
                  <a:pt x="11" y="249"/>
                </a:cubicBezTo>
                <a:lnTo>
                  <a:pt x="117" y="348"/>
                </a:lnTo>
                <a:cubicBezTo>
                  <a:pt x="124" y="355"/>
                  <a:pt x="133" y="358"/>
                  <a:pt x="142" y="358"/>
                </a:cubicBezTo>
                <a:cubicBezTo>
                  <a:pt x="152" y="358"/>
                  <a:pt x="165" y="354"/>
                  <a:pt x="173" y="341"/>
                </a:cubicBezTo>
                <a:cubicBezTo>
                  <a:pt x="178" y="334"/>
                  <a:pt x="358" y="57"/>
                  <a:pt x="358" y="57"/>
                </a:cubicBezTo>
                <a:cubicBezTo>
                  <a:pt x="369" y="40"/>
                  <a:pt x="364" y="17"/>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35" name="TextBox 2234"/>
          <p:cNvSpPr txBox="1"/>
          <p:nvPr/>
        </p:nvSpPr>
        <p:spPr>
          <a:xfrm>
            <a:off x="4739040" y="491112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236" name="TextBox 2235"/>
          <p:cNvSpPr txBox="1"/>
          <p:nvPr/>
        </p:nvSpPr>
        <p:spPr>
          <a:xfrm>
            <a:off x="8580960" y="4911120"/>
            <a:ext cx="2738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User preference for marketing</a:t>
            </a:r>
            <a:endParaRPr lang="en-GB" sz="1500" b="0" u="none" strike="noStrike">
              <a:solidFill>
                <a:srgbClr val="000000"/>
              </a:solidFill>
              <a:effectLst/>
              <a:uFillTx/>
              <a:latin typeface="Times New Roman"/>
            </a:endParaRPr>
          </a:p>
        </p:txBody>
      </p:sp>
      <p:sp>
        <p:nvSpPr>
          <p:cNvPr id="2237" name="TextBox 2236"/>
          <p:cNvSpPr txBox="1"/>
          <p:nvPr/>
        </p:nvSpPr>
        <p:spPr>
          <a:xfrm>
            <a:off x="880920" y="5339880"/>
            <a:ext cx="2396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Special Educational Needs</a:t>
            </a:r>
            <a:endParaRPr lang="en-GB" sz="1500" b="0" u="none" strike="noStrike">
              <a:solidFill>
                <a:srgbClr val="000000"/>
              </a:solidFill>
              <a:effectLst/>
              <a:uFillTx/>
              <a:latin typeface="Times New Roman"/>
            </a:endParaRPr>
          </a:p>
        </p:txBody>
      </p:sp>
      <p:sp>
        <p:nvSpPr>
          <p:cNvPr id="2238" name="Freeform: Shape 2237"/>
          <p:cNvSpPr/>
          <p:nvPr/>
        </p:nvSpPr>
        <p:spPr>
          <a:xfrm>
            <a:off x="4543200" y="5505120"/>
            <a:ext cx="190800" cy="191160"/>
          </a:xfrm>
          <a:custGeom>
            <a:avLst/>
            <a:gdLst/>
            <a:ahLst/>
            <a:cxnLst/>
            <a:rect l="0" t="0" r="r" b="b"/>
            <a:pathLst>
              <a:path w="530" h="531">
                <a:moveTo>
                  <a:pt x="530" y="472"/>
                </a:moveTo>
                <a:cubicBezTo>
                  <a:pt x="530" y="504"/>
                  <a:pt x="504" y="531"/>
                  <a:pt x="471" y="531"/>
                </a:cubicBezTo>
                <a:lnTo>
                  <a:pt x="59" y="531"/>
                </a:lnTo>
                <a:cubicBezTo>
                  <a:pt x="26" y="531"/>
                  <a:pt x="0" y="504"/>
                  <a:pt x="0" y="472"/>
                </a:cubicBezTo>
                <a:lnTo>
                  <a:pt x="0" y="59"/>
                </a:lnTo>
                <a:cubicBezTo>
                  <a:pt x="0" y="27"/>
                  <a:pt x="26" y="0"/>
                  <a:pt x="59" y="0"/>
                </a:cubicBezTo>
                <a:lnTo>
                  <a:pt x="471" y="0"/>
                </a:lnTo>
                <a:cubicBezTo>
                  <a:pt x="504" y="0"/>
                  <a:pt x="530" y="27"/>
                  <a:pt x="530" y="59"/>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239" name="Freeform: Shape 2238"/>
          <p:cNvSpPr/>
          <p:nvPr/>
        </p:nvSpPr>
        <p:spPr>
          <a:xfrm>
            <a:off x="4551480" y="5567760"/>
            <a:ext cx="177480" cy="65520"/>
          </a:xfrm>
          <a:custGeom>
            <a:avLst/>
            <a:gdLst/>
            <a:ahLst/>
            <a:cxnLst/>
            <a:rect l="0" t="0" r="r" b="b"/>
            <a:pathLst>
              <a:path w="493" h="182">
                <a:moveTo>
                  <a:pt x="18" y="0"/>
                </a:moveTo>
                <a:cubicBezTo>
                  <a:pt x="23" y="0"/>
                  <a:pt x="31" y="4"/>
                  <a:pt x="34" y="8"/>
                </a:cubicBezTo>
                <a:lnTo>
                  <a:pt x="113" y="115"/>
                </a:lnTo>
                <a:lnTo>
                  <a:pt x="114" y="115"/>
                </a:lnTo>
                <a:lnTo>
                  <a:pt x="114" y="19"/>
                </a:lnTo>
                <a:cubicBezTo>
                  <a:pt x="114" y="7"/>
                  <a:pt x="122" y="0"/>
                  <a:pt x="132" y="0"/>
                </a:cubicBezTo>
                <a:cubicBezTo>
                  <a:pt x="143" y="0"/>
                  <a:pt x="151" y="7"/>
                  <a:pt x="151" y="19"/>
                </a:cubicBezTo>
                <a:lnTo>
                  <a:pt x="151" y="162"/>
                </a:lnTo>
                <a:cubicBezTo>
                  <a:pt x="151" y="175"/>
                  <a:pt x="143" y="182"/>
                  <a:pt x="132" y="182"/>
                </a:cubicBezTo>
                <a:cubicBezTo>
                  <a:pt x="128" y="182"/>
                  <a:pt x="120" y="178"/>
                  <a:pt x="117" y="173"/>
                </a:cubicBezTo>
                <a:lnTo>
                  <a:pt x="38" y="68"/>
                </a:lnTo>
                <a:lnTo>
                  <a:pt x="37" y="68"/>
                </a:lnTo>
                <a:lnTo>
                  <a:pt x="37" y="162"/>
                </a:lnTo>
                <a:cubicBezTo>
                  <a:pt x="37" y="175"/>
                  <a:pt x="29" y="182"/>
                  <a:pt x="18" y="182"/>
                </a:cubicBezTo>
                <a:cubicBezTo>
                  <a:pt x="8" y="182"/>
                  <a:pt x="0" y="175"/>
                  <a:pt x="0" y="162"/>
                </a:cubicBezTo>
                <a:lnTo>
                  <a:pt x="0" y="19"/>
                </a:lnTo>
                <a:cubicBezTo>
                  <a:pt x="0" y="7"/>
                  <a:pt x="8" y="0"/>
                  <a:pt x="18" y="0"/>
                </a:cubicBezTo>
                <a:moveTo>
                  <a:pt x="162" y="23"/>
                </a:moveTo>
                <a:cubicBezTo>
                  <a:pt x="162" y="11"/>
                  <a:pt x="168" y="1"/>
                  <a:pt x="182" y="1"/>
                </a:cubicBezTo>
                <a:lnTo>
                  <a:pt x="244" y="1"/>
                </a:lnTo>
                <a:cubicBezTo>
                  <a:pt x="256" y="1"/>
                  <a:pt x="261" y="10"/>
                  <a:pt x="261" y="19"/>
                </a:cubicBezTo>
                <a:cubicBezTo>
                  <a:pt x="261" y="27"/>
                  <a:pt x="255" y="36"/>
                  <a:pt x="244" y="36"/>
                </a:cubicBezTo>
                <a:lnTo>
                  <a:pt x="200" y="36"/>
                </a:lnTo>
                <a:lnTo>
                  <a:pt x="200" y="72"/>
                </a:lnTo>
                <a:lnTo>
                  <a:pt x="241" y="72"/>
                </a:lnTo>
                <a:cubicBezTo>
                  <a:pt x="253" y="72"/>
                  <a:pt x="259" y="81"/>
                  <a:pt x="259" y="89"/>
                </a:cubicBezTo>
                <a:cubicBezTo>
                  <a:pt x="259" y="98"/>
                  <a:pt x="253" y="108"/>
                  <a:pt x="241" y="108"/>
                </a:cubicBezTo>
                <a:lnTo>
                  <a:pt x="200" y="108"/>
                </a:lnTo>
                <a:lnTo>
                  <a:pt x="200" y="146"/>
                </a:lnTo>
                <a:lnTo>
                  <a:pt x="246" y="146"/>
                </a:lnTo>
                <a:cubicBezTo>
                  <a:pt x="258" y="146"/>
                  <a:pt x="264" y="154"/>
                  <a:pt x="264" y="163"/>
                </a:cubicBezTo>
                <a:cubicBezTo>
                  <a:pt x="264" y="171"/>
                  <a:pt x="258" y="180"/>
                  <a:pt x="246" y="180"/>
                </a:cubicBezTo>
                <a:lnTo>
                  <a:pt x="181" y="180"/>
                </a:lnTo>
                <a:cubicBezTo>
                  <a:pt x="170" y="180"/>
                  <a:pt x="162" y="173"/>
                  <a:pt x="162" y="161"/>
                </a:cubicBezTo>
                <a:lnTo>
                  <a:pt x="162" y="23"/>
                </a:lnTo>
                <a:moveTo>
                  <a:pt x="270" y="25"/>
                </a:moveTo>
                <a:cubicBezTo>
                  <a:pt x="269" y="22"/>
                  <a:pt x="269" y="20"/>
                  <a:pt x="269" y="16"/>
                </a:cubicBezTo>
                <a:cubicBezTo>
                  <a:pt x="269" y="8"/>
                  <a:pt x="275" y="0"/>
                  <a:pt x="286" y="0"/>
                </a:cubicBezTo>
                <a:cubicBezTo>
                  <a:pt x="298" y="0"/>
                  <a:pt x="304" y="7"/>
                  <a:pt x="306" y="18"/>
                </a:cubicBezTo>
                <a:lnTo>
                  <a:pt x="328" y="125"/>
                </a:lnTo>
                <a:lnTo>
                  <a:pt x="361" y="15"/>
                </a:lnTo>
                <a:cubicBezTo>
                  <a:pt x="363" y="6"/>
                  <a:pt x="372" y="0"/>
                  <a:pt x="381" y="0"/>
                </a:cubicBezTo>
                <a:cubicBezTo>
                  <a:pt x="390" y="0"/>
                  <a:pt x="398" y="6"/>
                  <a:pt x="401" y="15"/>
                </a:cubicBezTo>
                <a:lnTo>
                  <a:pt x="433" y="125"/>
                </a:lnTo>
                <a:lnTo>
                  <a:pt x="434" y="125"/>
                </a:lnTo>
                <a:lnTo>
                  <a:pt x="455" y="18"/>
                </a:lnTo>
                <a:cubicBezTo>
                  <a:pt x="457" y="7"/>
                  <a:pt x="463" y="0"/>
                  <a:pt x="475" y="0"/>
                </a:cubicBezTo>
                <a:cubicBezTo>
                  <a:pt x="486" y="0"/>
                  <a:pt x="493" y="8"/>
                  <a:pt x="493" y="16"/>
                </a:cubicBezTo>
                <a:cubicBezTo>
                  <a:pt x="493" y="20"/>
                  <a:pt x="492" y="22"/>
                  <a:pt x="492" y="25"/>
                </a:cubicBezTo>
                <a:lnTo>
                  <a:pt x="460" y="162"/>
                </a:lnTo>
                <a:cubicBezTo>
                  <a:pt x="457" y="173"/>
                  <a:pt x="449" y="182"/>
                  <a:pt x="435" y="182"/>
                </a:cubicBezTo>
                <a:cubicBezTo>
                  <a:pt x="423" y="182"/>
                  <a:pt x="413" y="174"/>
                  <a:pt x="410" y="163"/>
                </a:cubicBezTo>
                <a:lnTo>
                  <a:pt x="381" y="66"/>
                </a:lnTo>
                <a:lnTo>
                  <a:pt x="351" y="163"/>
                </a:lnTo>
                <a:cubicBezTo>
                  <a:pt x="348" y="174"/>
                  <a:pt x="338" y="182"/>
                  <a:pt x="326" y="182"/>
                </a:cubicBezTo>
                <a:cubicBezTo>
                  <a:pt x="312" y="182"/>
                  <a:pt x="304" y="173"/>
                  <a:pt x="301" y="162"/>
                </a:cubicBezTo>
                <a:lnTo>
                  <a:pt x="270"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40" name="TextBox 2239"/>
          <p:cNvSpPr txBox="1"/>
          <p:nvPr/>
        </p:nvSpPr>
        <p:spPr>
          <a:xfrm>
            <a:off x="880920" y="5644800"/>
            <a:ext cx="14479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Preference Rule</a:t>
            </a:r>
            <a:endParaRPr lang="en-GB" sz="1500" b="0" u="none" strike="noStrike">
              <a:solidFill>
                <a:srgbClr val="000000"/>
              </a:solidFill>
              <a:effectLst/>
              <a:uFillTx/>
              <a:latin typeface="Times New Roman"/>
            </a:endParaRPr>
          </a:p>
        </p:txBody>
      </p:sp>
      <p:sp>
        <p:nvSpPr>
          <p:cNvPr id="2241" name="Freeform: Shape 2240"/>
          <p:cNvSpPr/>
          <p:nvPr/>
        </p:nvSpPr>
        <p:spPr>
          <a:xfrm>
            <a:off x="7153200" y="5505120"/>
            <a:ext cx="190800" cy="191160"/>
          </a:xfrm>
          <a:custGeom>
            <a:avLst/>
            <a:gdLst/>
            <a:ahLst/>
            <a:cxnLst/>
            <a:rect l="0" t="0" r="r" b="b"/>
            <a:pathLst>
              <a:path w="530" h="531">
                <a:moveTo>
                  <a:pt x="530" y="472"/>
                </a:moveTo>
                <a:cubicBezTo>
                  <a:pt x="530" y="504"/>
                  <a:pt x="504" y="531"/>
                  <a:pt x="470" y="531"/>
                </a:cubicBezTo>
                <a:lnTo>
                  <a:pt x="59" y="531"/>
                </a:lnTo>
                <a:cubicBezTo>
                  <a:pt x="26" y="531"/>
                  <a:pt x="0" y="504"/>
                  <a:pt x="0" y="472"/>
                </a:cubicBezTo>
                <a:lnTo>
                  <a:pt x="0" y="59"/>
                </a:lnTo>
                <a:cubicBezTo>
                  <a:pt x="0" y="27"/>
                  <a:pt x="26" y="0"/>
                  <a:pt x="59" y="0"/>
                </a:cubicBezTo>
                <a:lnTo>
                  <a:pt x="470" y="0"/>
                </a:lnTo>
                <a:cubicBezTo>
                  <a:pt x="504" y="0"/>
                  <a:pt x="530" y="27"/>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42" name="Freeform: Shape 2241"/>
          <p:cNvSpPr/>
          <p:nvPr/>
        </p:nvSpPr>
        <p:spPr>
          <a:xfrm>
            <a:off x="7183440" y="5536800"/>
            <a:ext cx="131040" cy="128880"/>
          </a:xfrm>
          <a:custGeom>
            <a:avLst/>
            <a:gdLst/>
            <a:ahLst/>
            <a:cxnLst/>
            <a:rect l="0" t="0" r="r" b="b"/>
            <a:pathLst>
              <a:path w="364" h="358">
                <a:moveTo>
                  <a:pt x="347" y="6"/>
                </a:moveTo>
                <a:cubicBezTo>
                  <a:pt x="330" y="-5"/>
                  <a:pt x="307" y="0"/>
                  <a:pt x="296" y="17"/>
                </a:cubicBezTo>
                <a:lnTo>
                  <a:pt x="135" y="264"/>
                </a:lnTo>
                <a:lnTo>
                  <a:pt x="61" y="196"/>
                </a:lnTo>
                <a:cubicBezTo>
                  <a:pt x="46" y="182"/>
                  <a:pt x="23" y="183"/>
                  <a:pt x="9" y="198"/>
                </a:cubicBezTo>
                <a:cubicBezTo>
                  <a:pt x="-4" y="213"/>
                  <a:pt x="-3" y="236"/>
                  <a:pt x="11" y="250"/>
                </a:cubicBezTo>
                <a:lnTo>
                  <a:pt x="117" y="348"/>
                </a:lnTo>
                <a:cubicBezTo>
                  <a:pt x="124" y="355"/>
                  <a:pt x="133" y="358"/>
                  <a:pt x="142" y="358"/>
                </a:cubicBezTo>
                <a:cubicBezTo>
                  <a:pt x="152" y="358"/>
                  <a:pt x="165" y="354"/>
                  <a:pt x="173" y="341"/>
                </a:cubicBezTo>
                <a:cubicBezTo>
                  <a:pt x="178" y="334"/>
                  <a:pt x="358" y="57"/>
                  <a:pt x="358" y="57"/>
                </a:cubicBezTo>
                <a:cubicBezTo>
                  <a:pt x="369" y="40"/>
                  <a:pt x="364" y="17"/>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43" name="TextBox 2242"/>
          <p:cNvSpPr txBox="1"/>
          <p:nvPr/>
        </p:nvSpPr>
        <p:spPr>
          <a:xfrm>
            <a:off x="4739040" y="549216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244" name="TextBox 2243"/>
          <p:cNvSpPr txBox="1"/>
          <p:nvPr/>
        </p:nvSpPr>
        <p:spPr>
          <a:xfrm>
            <a:off x="8580960" y="5339880"/>
            <a:ext cx="2475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User preference for special</a:t>
            </a:r>
            <a:endParaRPr lang="en-GB" sz="1500" b="0" u="none" strike="noStrike">
              <a:solidFill>
                <a:srgbClr val="000000"/>
              </a:solidFill>
              <a:effectLst/>
              <a:uFillTx/>
              <a:latin typeface="Times New Roman"/>
            </a:endParaRPr>
          </a:p>
        </p:txBody>
      </p:sp>
      <p:sp>
        <p:nvSpPr>
          <p:cNvPr id="2245" name="TextBox 2244"/>
          <p:cNvSpPr txBox="1"/>
          <p:nvPr/>
        </p:nvSpPr>
        <p:spPr>
          <a:xfrm>
            <a:off x="8580960" y="5644800"/>
            <a:ext cx="14976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education needs</a:t>
            </a:r>
            <a:endParaRPr lang="en-GB" sz="1500" b="0" u="none" strike="noStrike">
              <a:solidFill>
                <a:srgbClr val="000000"/>
              </a:solidFill>
              <a:effectLst/>
              <a:uFillTx/>
              <a:latin typeface="Times New Roman"/>
            </a:endParaRPr>
          </a:p>
        </p:txBody>
      </p:sp>
      <p:sp>
        <p:nvSpPr>
          <p:cNvPr id="2246" name="TextBox 2245"/>
          <p:cNvSpPr txBox="1"/>
          <p:nvPr/>
        </p:nvSpPr>
        <p:spPr>
          <a:xfrm>
            <a:off x="11659680" y="6335280"/>
            <a:ext cx="24732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20</a:t>
            </a:r>
            <a:endParaRPr lang="en-GB" sz="1800" b="0" u="none" strike="noStrike">
              <a:solidFill>
                <a:srgbClr val="000000"/>
              </a:solidFill>
              <a:effectLst/>
              <a:uFillTx/>
              <a:latin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7" name="Freeform: Shape 224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48" name="Freeform: Shape 2247"/>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49" name="Freeform: Shape 224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50" name="Freeform: Shape 2249"/>
          <p:cNvSpPr/>
          <p:nvPr/>
        </p:nvSpPr>
        <p:spPr>
          <a:xfrm>
            <a:off x="752400" y="1295280"/>
            <a:ext cx="10696680" cy="5191560"/>
          </a:xfrm>
          <a:custGeom>
            <a:avLst/>
            <a:gdLst/>
            <a:ahLst/>
            <a:cxnLst/>
            <a:rect l="0" t="0" r="r" b="b"/>
            <a:pathLst>
              <a:path w="29713" h="14421">
                <a:moveTo>
                  <a:pt x="0" y="0"/>
                </a:moveTo>
                <a:lnTo>
                  <a:pt x="29713" y="0"/>
                </a:lnTo>
                <a:lnTo>
                  <a:pt x="29713" y="14421"/>
                </a:lnTo>
                <a:lnTo>
                  <a:pt x="0" y="1442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51" name="Freeform: Shape 2250"/>
          <p:cNvSpPr/>
          <p:nvPr/>
        </p:nvSpPr>
        <p:spPr>
          <a:xfrm>
            <a:off x="752400" y="1295280"/>
            <a:ext cx="2676600" cy="438480"/>
          </a:xfrm>
          <a:custGeom>
            <a:avLst/>
            <a:gdLst/>
            <a:ahLst/>
            <a:cxnLst/>
            <a:rect l="0" t="0" r="r" b="b"/>
            <a:pathLst>
              <a:path w="7435" h="1218">
                <a:moveTo>
                  <a:pt x="0" y="0"/>
                </a:moveTo>
                <a:lnTo>
                  <a:pt x="7435" y="0"/>
                </a:lnTo>
                <a:lnTo>
                  <a:pt x="7435"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52" name="Freeform: Shape 2251"/>
          <p:cNvSpPr/>
          <p:nvPr/>
        </p:nvSpPr>
        <p:spPr>
          <a:xfrm>
            <a:off x="3428640" y="1295280"/>
            <a:ext cx="2410200" cy="438480"/>
          </a:xfrm>
          <a:custGeom>
            <a:avLst/>
            <a:gdLst/>
            <a:ahLst/>
            <a:cxnLst/>
            <a:rect l="0" t="0" r="r" b="b"/>
            <a:pathLst>
              <a:path w="6695" h="1218">
                <a:moveTo>
                  <a:pt x="0" y="0"/>
                </a:moveTo>
                <a:lnTo>
                  <a:pt x="6695" y="0"/>
                </a:lnTo>
                <a:lnTo>
                  <a:pt x="6695"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53" name="Freeform: Shape 2252"/>
          <p:cNvSpPr/>
          <p:nvPr/>
        </p:nvSpPr>
        <p:spPr>
          <a:xfrm>
            <a:off x="5838480" y="1295280"/>
            <a:ext cx="2581920" cy="438480"/>
          </a:xfrm>
          <a:custGeom>
            <a:avLst/>
            <a:gdLst/>
            <a:ahLst/>
            <a:cxnLst/>
            <a:rect l="0" t="0" r="r" b="b"/>
            <a:pathLst>
              <a:path w="7172" h="1218">
                <a:moveTo>
                  <a:pt x="0" y="0"/>
                </a:moveTo>
                <a:lnTo>
                  <a:pt x="7172" y="0"/>
                </a:lnTo>
                <a:lnTo>
                  <a:pt x="7172"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54" name="Freeform: Shape 2253"/>
          <p:cNvSpPr/>
          <p:nvPr/>
        </p:nvSpPr>
        <p:spPr>
          <a:xfrm>
            <a:off x="8420040" y="1295280"/>
            <a:ext cx="3019680" cy="438480"/>
          </a:xfrm>
          <a:custGeom>
            <a:avLst/>
            <a:gdLst/>
            <a:ahLst/>
            <a:cxnLst/>
            <a:rect l="0" t="0" r="r" b="b"/>
            <a:pathLst>
              <a:path w="8388" h="1218">
                <a:moveTo>
                  <a:pt x="0" y="0"/>
                </a:moveTo>
                <a:lnTo>
                  <a:pt x="8388" y="0"/>
                </a:lnTo>
                <a:lnTo>
                  <a:pt x="8388"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55" name="Freeform: Shape 2254"/>
          <p:cNvSpPr/>
          <p:nvPr/>
        </p:nvSpPr>
        <p:spPr>
          <a:xfrm>
            <a:off x="752400" y="1295280"/>
            <a:ext cx="2676600" cy="438480"/>
          </a:xfrm>
          <a:custGeom>
            <a:avLst/>
            <a:gdLst/>
            <a:ahLst/>
            <a:cxnLst/>
            <a:rect l="0" t="0" r="r" b="b"/>
            <a:pathLst>
              <a:path w="7435" h="1218">
                <a:moveTo>
                  <a:pt x="0" y="0"/>
                </a:moveTo>
                <a:lnTo>
                  <a:pt x="7435" y="0"/>
                </a:lnTo>
                <a:lnTo>
                  <a:pt x="7435"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56" name="Freeform: Shape 2255"/>
          <p:cNvSpPr/>
          <p:nvPr/>
        </p:nvSpPr>
        <p:spPr>
          <a:xfrm>
            <a:off x="3428640" y="1295280"/>
            <a:ext cx="2410200" cy="438480"/>
          </a:xfrm>
          <a:custGeom>
            <a:avLst/>
            <a:gdLst/>
            <a:ahLst/>
            <a:cxnLst/>
            <a:rect l="0" t="0" r="r" b="b"/>
            <a:pathLst>
              <a:path w="6695" h="1218">
                <a:moveTo>
                  <a:pt x="0" y="0"/>
                </a:moveTo>
                <a:lnTo>
                  <a:pt x="6695" y="0"/>
                </a:lnTo>
                <a:lnTo>
                  <a:pt x="6695"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57" name="Freeform: Shape 2256"/>
          <p:cNvSpPr/>
          <p:nvPr/>
        </p:nvSpPr>
        <p:spPr>
          <a:xfrm>
            <a:off x="5838480" y="1295280"/>
            <a:ext cx="2581920" cy="438480"/>
          </a:xfrm>
          <a:custGeom>
            <a:avLst/>
            <a:gdLst/>
            <a:ahLst/>
            <a:cxnLst/>
            <a:rect l="0" t="0" r="r" b="b"/>
            <a:pathLst>
              <a:path w="7172" h="1218">
                <a:moveTo>
                  <a:pt x="0" y="0"/>
                </a:moveTo>
                <a:lnTo>
                  <a:pt x="7172" y="0"/>
                </a:lnTo>
                <a:lnTo>
                  <a:pt x="7172"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58" name="Freeform: Shape 2257"/>
          <p:cNvSpPr/>
          <p:nvPr/>
        </p:nvSpPr>
        <p:spPr>
          <a:xfrm>
            <a:off x="8420040" y="1295280"/>
            <a:ext cx="3019680" cy="438480"/>
          </a:xfrm>
          <a:custGeom>
            <a:avLst/>
            <a:gdLst/>
            <a:ahLst/>
            <a:cxnLst/>
            <a:rect l="0" t="0" r="r" b="b"/>
            <a:pathLst>
              <a:path w="8388" h="1218">
                <a:moveTo>
                  <a:pt x="0" y="0"/>
                </a:moveTo>
                <a:lnTo>
                  <a:pt x="8388" y="0"/>
                </a:lnTo>
                <a:lnTo>
                  <a:pt x="8388"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59" name="Freeform: Shape 2258"/>
          <p:cNvSpPr/>
          <p:nvPr/>
        </p:nvSpPr>
        <p:spPr>
          <a:xfrm>
            <a:off x="752400" y="1733400"/>
            <a:ext cx="2676600" cy="733680"/>
          </a:xfrm>
          <a:custGeom>
            <a:avLst/>
            <a:gdLst/>
            <a:ahLst/>
            <a:cxnLst/>
            <a:rect l="0" t="0" r="r" b="b"/>
            <a:pathLst>
              <a:path w="7435" h="2038">
                <a:moveTo>
                  <a:pt x="0" y="0"/>
                </a:moveTo>
                <a:lnTo>
                  <a:pt x="7435" y="0"/>
                </a:lnTo>
                <a:lnTo>
                  <a:pt x="7435"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60" name="Freeform: Shape 2259"/>
          <p:cNvSpPr/>
          <p:nvPr/>
        </p:nvSpPr>
        <p:spPr>
          <a:xfrm>
            <a:off x="3428640" y="1733400"/>
            <a:ext cx="2410200" cy="733680"/>
          </a:xfrm>
          <a:custGeom>
            <a:avLst/>
            <a:gdLst/>
            <a:ahLst/>
            <a:cxnLst/>
            <a:rect l="0" t="0" r="r" b="b"/>
            <a:pathLst>
              <a:path w="6695" h="2038">
                <a:moveTo>
                  <a:pt x="0" y="0"/>
                </a:moveTo>
                <a:lnTo>
                  <a:pt x="6695" y="0"/>
                </a:lnTo>
                <a:lnTo>
                  <a:pt x="6695"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61" name="Freeform: Shape 2260"/>
          <p:cNvSpPr/>
          <p:nvPr/>
        </p:nvSpPr>
        <p:spPr>
          <a:xfrm>
            <a:off x="5838480" y="1733400"/>
            <a:ext cx="2581920" cy="733680"/>
          </a:xfrm>
          <a:custGeom>
            <a:avLst/>
            <a:gdLst/>
            <a:ahLst/>
            <a:cxnLst/>
            <a:rect l="0" t="0" r="r" b="b"/>
            <a:pathLst>
              <a:path w="7172" h="2038">
                <a:moveTo>
                  <a:pt x="0" y="0"/>
                </a:moveTo>
                <a:lnTo>
                  <a:pt x="7172" y="0"/>
                </a:lnTo>
                <a:lnTo>
                  <a:pt x="7172"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62" name="Freeform: Shape 2261"/>
          <p:cNvSpPr/>
          <p:nvPr/>
        </p:nvSpPr>
        <p:spPr>
          <a:xfrm>
            <a:off x="8420040" y="1733400"/>
            <a:ext cx="3019680" cy="733680"/>
          </a:xfrm>
          <a:custGeom>
            <a:avLst/>
            <a:gdLst/>
            <a:ahLst/>
            <a:cxnLst/>
            <a:rect l="0" t="0" r="r" b="b"/>
            <a:pathLst>
              <a:path w="8388" h="2038">
                <a:moveTo>
                  <a:pt x="0" y="0"/>
                </a:moveTo>
                <a:lnTo>
                  <a:pt x="8388" y="0"/>
                </a:lnTo>
                <a:lnTo>
                  <a:pt x="8388" y="2038"/>
                </a:lnTo>
                <a:lnTo>
                  <a:pt x="0" y="203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63" name="Freeform: Shape 2262"/>
          <p:cNvSpPr/>
          <p:nvPr/>
        </p:nvSpPr>
        <p:spPr>
          <a:xfrm>
            <a:off x="752400" y="1733400"/>
            <a:ext cx="2676600" cy="733680"/>
          </a:xfrm>
          <a:custGeom>
            <a:avLst/>
            <a:gdLst/>
            <a:ahLst/>
            <a:cxnLst/>
            <a:rect l="0" t="0" r="r" b="b"/>
            <a:pathLst>
              <a:path w="7435" h="2038">
                <a:moveTo>
                  <a:pt x="0" y="0"/>
                </a:moveTo>
                <a:lnTo>
                  <a:pt x="7435" y="0"/>
                </a:lnTo>
                <a:lnTo>
                  <a:pt x="7435"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64" name="Freeform: Shape 2263"/>
          <p:cNvSpPr/>
          <p:nvPr/>
        </p:nvSpPr>
        <p:spPr>
          <a:xfrm>
            <a:off x="3428640" y="1733400"/>
            <a:ext cx="2410200" cy="733680"/>
          </a:xfrm>
          <a:custGeom>
            <a:avLst/>
            <a:gdLst/>
            <a:ahLst/>
            <a:cxnLst/>
            <a:rect l="0" t="0" r="r" b="b"/>
            <a:pathLst>
              <a:path w="6695" h="2038">
                <a:moveTo>
                  <a:pt x="0" y="0"/>
                </a:moveTo>
                <a:lnTo>
                  <a:pt x="6695" y="0"/>
                </a:lnTo>
                <a:lnTo>
                  <a:pt x="6695"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65" name="Freeform: Shape 2264"/>
          <p:cNvSpPr/>
          <p:nvPr/>
        </p:nvSpPr>
        <p:spPr>
          <a:xfrm>
            <a:off x="5838480" y="1733400"/>
            <a:ext cx="2581920" cy="733680"/>
          </a:xfrm>
          <a:custGeom>
            <a:avLst/>
            <a:gdLst/>
            <a:ahLst/>
            <a:cxnLst/>
            <a:rect l="0" t="0" r="r" b="b"/>
            <a:pathLst>
              <a:path w="7172" h="2038">
                <a:moveTo>
                  <a:pt x="0" y="0"/>
                </a:moveTo>
                <a:lnTo>
                  <a:pt x="7172" y="0"/>
                </a:lnTo>
                <a:lnTo>
                  <a:pt x="7172"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66" name="Freeform: Shape 2265"/>
          <p:cNvSpPr/>
          <p:nvPr/>
        </p:nvSpPr>
        <p:spPr>
          <a:xfrm>
            <a:off x="8420040" y="1733400"/>
            <a:ext cx="3019680" cy="733680"/>
          </a:xfrm>
          <a:custGeom>
            <a:avLst/>
            <a:gdLst/>
            <a:ahLst/>
            <a:cxnLst/>
            <a:rect l="0" t="0" r="r" b="b"/>
            <a:pathLst>
              <a:path w="8388" h="2038">
                <a:moveTo>
                  <a:pt x="0" y="0"/>
                </a:moveTo>
                <a:lnTo>
                  <a:pt x="8388" y="0"/>
                </a:lnTo>
                <a:lnTo>
                  <a:pt x="8388"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67" name="Freeform: Shape 2266"/>
          <p:cNvSpPr/>
          <p:nvPr/>
        </p:nvSpPr>
        <p:spPr>
          <a:xfrm>
            <a:off x="752400" y="2466720"/>
            <a:ext cx="2676600" cy="743400"/>
          </a:xfrm>
          <a:custGeom>
            <a:avLst/>
            <a:gdLst/>
            <a:ahLst/>
            <a:cxnLst/>
            <a:rect l="0" t="0" r="r" b="b"/>
            <a:pathLst>
              <a:path w="7435" h="2065">
                <a:moveTo>
                  <a:pt x="0" y="0"/>
                </a:moveTo>
                <a:lnTo>
                  <a:pt x="7435" y="0"/>
                </a:lnTo>
                <a:lnTo>
                  <a:pt x="7435"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68" name="Freeform: Shape 2267"/>
          <p:cNvSpPr/>
          <p:nvPr/>
        </p:nvSpPr>
        <p:spPr>
          <a:xfrm>
            <a:off x="3428640" y="2466720"/>
            <a:ext cx="2410200" cy="743400"/>
          </a:xfrm>
          <a:custGeom>
            <a:avLst/>
            <a:gdLst/>
            <a:ahLst/>
            <a:cxnLst/>
            <a:rect l="0" t="0" r="r" b="b"/>
            <a:pathLst>
              <a:path w="6695" h="2065">
                <a:moveTo>
                  <a:pt x="0" y="0"/>
                </a:moveTo>
                <a:lnTo>
                  <a:pt x="6695" y="0"/>
                </a:lnTo>
                <a:lnTo>
                  <a:pt x="6695"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69" name="Freeform: Shape 2268"/>
          <p:cNvSpPr/>
          <p:nvPr/>
        </p:nvSpPr>
        <p:spPr>
          <a:xfrm>
            <a:off x="5838480" y="2466720"/>
            <a:ext cx="2581920" cy="743400"/>
          </a:xfrm>
          <a:custGeom>
            <a:avLst/>
            <a:gdLst/>
            <a:ahLst/>
            <a:cxnLst/>
            <a:rect l="0" t="0" r="r" b="b"/>
            <a:pathLst>
              <a:path w="7172" h="2065">
                <a:moveTo>
                  <a:pt x="0" y="0"/>
                </a:moveTo>
                <a:lnTo>
                  <a:pt x="7172" y="0"/>
                </a:lnTo>
                <a:lnTo>
                  <a:pt x="7172"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70" name="Freeform: Shape 2269"/>
          <p:cNvSpPr/>
          <p:nvPr/>
        </p:nvSpPr>
        <p:spPr>
          <a:xfrm>
            <a:off x="8420040" y="2466720"/>
            <a:ext cx="3019680" cy="743400"/>
          </a:xfrm>
          <a:custGeom>
            <a:avLst/>
            <a:gdLst/>
            <a:ahLst/>
            <a:cxnLst/>
            <a:rect l="0" t="0" r="r" b="b"/>
            <a:pathLst>
              <a:path w="8388" h="2065">
                <a:moveTo>
                  <a:pt x="0" y="0"/>
                </a:moveTo>
                <a:lnTo>
                  <a:pt x="8388" y="0"/>
                </a:lnTo>
                <a:lnTo>
                  <a:pt x="8388"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71" name="Freeform: Shape 2270"/>
          <p:cNvSpPr/>
          <p:nvPr/>
        </p:nvSpPr>
        <p:spPr>
          <a:xfrm>
            <a:off x="752400" y="2466720"/>
            <a:ext cx="2676600" cy="743400"/>
          </a:xfrm>
          <a:custGeom>
            <a:avLst/>
            <a:gdLst/>
            <a:ahLst/>
            <a:cxnLst/>
            <a:rect l="0" t="0" r="r" b="b"/>
            <a:pathLst>
              <a:path w="7435" h="2065">
                <a:moveTo>
                  <a:pt x="0" y="0"/>
                </a:moveTo>
                <a:lnTo>
                  <a:pt x="7435" y="0"/>
                </a:lnTo>
                <a:lnTo>
                  <a:pt x="7435"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72" name="Freeform: Shape 2271"/>
          <p:cNvSpPr/>
          <p:nvPr/>
        </p:nvSpPr>
        <p:spPr>
          <a:xfrm>
            <a:off x="3428640" y="2466720"/>
            <a:ext cx="2410200" cy="743400"/>
          </a:xfrm>
          <a:custGeom>
            <a:avLst/>
            <a:gdLst/>
            <a:ahLst/>
            <a:cxnLst/>
            <a:rect l="0" t="0" r="r" b="b"/>
            <a:pathLst>
              <a:path w="6695" h="2065">
                <a:moveTo>
                  <a:pt x="0" y="0"/>
                </a:moveTo>
                <a:lnTo>
                  <a:pt x="6695" y="0"/>
                </a:lnTo>
                <a:lnTo>
                  <a:pt x="6695"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73" name="Freeform: Shape 2272"/>
          <p:cNvSpPr/>
          <p:nvPr/>
        </p:nvSpPr>
        <p:spPr>
          <a:xfrm>
            <a:off x="5838480" y="2466720"/>
            <a:ext cx="2581920" cy="743400"/>
          </a:xfrm>
          <a:custGeom>
            <a:avLst/>
            <a:gdLst/>
            <a:ahLst/>
            <a:cxnLst/>
            <a:rect l="0" t="0" r="r" b="b"/>
            <a:pathLst>
              <a:path w="7172" h="2065">
                <a:moveTo>
                  <a:pt x="0" y="0"/>
                </a:moveTo>
                <a:lnTo>
                  <a:pt x="7172" y="0"/>
                </a:lnTo>
                <a:lnTo>
                  <a:pt x="7172"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74" name="Freeform: Shape 2273"/>
          <p:cNvSpPr/>
          <p:nvPr/>
        </p:nvSpPr>
        <p:spPr>
          <a:xfrm>
            <a:off x="8420040" y="2466720"/>
            <a:ext cx="3019680" cy="743400"/>
          </a:xfrm>
          <a:custGeom>
            <a:avLst/>
            <a:gdLst/>
            <a:ahLst/>
            <a:cxnLst/>
            <a:rect l="0" t="0" r="r" b="b"/>
            <a:pathLst>
              <a:path w="8388" h="2065">
                <a:moveTo>
                  <a:pt x="0" y="0"/>
                </a:moveTo>
                <a:lnTo>
                  <a:pt x="8388" y="0"/>
                </a:lnTo>
                <a:lnTo>
                  <a:pt x="8388"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75" name="Freeform: Shape 2274"/>
          <p:cNvSpPr/>
          <p:nvPr/>
        </p:nvSpPr>
        <p:spPr>
          <a:xfrm>
            <a:off x="752400" y="3209760"/>
            <a:ext cx="2676600" cy="743400"/>
          </a:xfrm>
          <a:custGeom>
            <a:avLst/>
            <a:gdLst/>
            <a:ahLst/>
            <a:cxnLst/>
            <a:rect l="0" t="0" r="r" b="b"/>
            <a:pathLst>
              <a:path w="7435" h="2065">
                <a:moveTo>
                  <a:pt x="0" y="0"/>
                </a:moveTo>
                <a:lnTo>
                  <a:pt x="7435" y="0"/>
                </a:lnTo>
                <a:lnTo>
                  <a:pt x="7435"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76" name="Freeform: Shape 2275"/>
          <p:cNvSpPr/>
          <p:nvPr/>
        </p:nvSpPr>
        <p:spPr>
          <a:xfrm>
            <a:off x="3428640" y="3209760"/>
            <a:ext cx="2410200" cy="743400"/>
          </a:xfrm>
          <a:custGeom>
            <a:avLst/>
            <a:gdLst/>
            <a:ahLst/>
            <a:cxnLst/>
            <a:rect l="0" t="0" r="r" b="b"/>
            <a:pathLst>
              <a:path w="6695" h="2065">
                <a:moveTo>
                  <a:pt x="0" y="0"/>
                </a:moveTo>
                <a:lnTo>
                  <a:pt x="6695" y="0"/>
                </a:lnTo>
                <a:lnTo>
                  <a:pt x="6695"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77" name="Freeform: Shape 2276"/>
          <p:cNvSpPr/>
          <p:nvPr/>
        </p:nvSpPr>
        <p:spPr>
          <a:xfrm>
            <a:off x="5838480" y="3209760"/>
            <a:ext cx="2581920" cy="743400"/>
          </a:xfrm>
          <a:custGeom>
            <a:avLst/>
            <a:gdLst/>
            <a:ahLst/>
            <a:cxnLst/>
            <a:rect l="0" t="0" r="r" b="b"/>
            <a:pathLst>
              <a:path w="7172" h="2065">
                <a:moveTo>
                  <a:pt x="0" y="0"/>
                </a:moveTo>
                <a:lnTo>
                  <a:pt x="7172" y="0"/>
                </a:lnTo>
                <a:lnTo>
                  <a:pt x="7172"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78" name="Freeform: Shape 2277"/>
          <p:cNvSpPr/>
          <p:nvPr/>
        </p:nvSpPr>
        <p:spPr>
          <a:xfrm>
            <a:off x="8420040" y="3209760"/>
            <a:ext cx="3019680" cy="743400"/>
          </a:xfrm>
          <a:custGeom>
            <a:avLst/>
            <a:gdLst/>
            <a:ahLst/>
            <a:cxnLst/>
            <a:rect l="0" t="0" r="r" b="b"/>
            <a:pathLst>
              <a:path w="8388" h="2065">
                <a:moveTo>
                  <a:pt x="0" y="0"/>
                </a:moveTo>
                <a:lnTo>
                  <a:pt x="8388" y="0"/>
                </a:lnTo>
                <a:lnTo>
                  <a:pt x="8388" y="2065"/>
                </a:lnTo>
                <a:lnTo>
                  <a:pt x="0" y="2065"/>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79" name="Freeform: Shape 2278"/>
          <p:cNvSpPr/>
          <p:nvPr/>
        </p:nvSpPr>
        <p:spPr>
          <a:xfrm>
            <a:off x="752400" y="3209760"/>
            <a:ext cx="2676600" cy="743400"/>
          </a:xfrm>
          <a:custGeom>
            <a:avLst/>
            <a:gdLst/>
            <a:ahLst/>
            <a:cxnLst/>
            <a:rect l="0" t="0" r="r" b="b"/>
            <a:pathLst>
              <a:path w="7435" h="2065">
                <a:moveTo>
                  <a:pt x="0" y="0"/>
                </a:moveTo>
                <a:lnTo>
                  <a:pt x="7435" y="0"/>
                </a:lnTo>
                <a:lnTo>
                  <a:pt x="7435"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80" name="Freeform: Shape 2279"/>
          <p:cNvSpPr/>
          <p:nvPr/>
        </p:nvSpPr>
        <p:spPr>
          <a:xfrm>
            <a:off x="3428640" y="3209760"/>
            <a:ext cx="2410200" cy="743400"/>
          </a:xfrm>
          <a:custGeom>
            <a:avLst/>
            <a:gdLst/>
            <a:ahLst/>
            <a:cxnLst/>
            <a:rect l="0" t="0" r="r" b="b"/>
            <a:pathLst>
              <a:path w="6695" h="2065">
                <a:moveTo>
                  <a:pt x="0" y="0"/>
                </a:moveTo>
                <a:lnTo>
                  <a:pt x="6695" y="0"/>
                </a:lnTo>
                <a:lnTo>
                  <a:pt x="6695"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81" name="Freeform: Shape 2280"/>
          <p:cNvSpPr/>
          <p:nvPr/>
        </p:nvSpPr>
        <p:spPr>
          <a:xfrm>
            <a:off x="5838480" y="3209760"/>
            <a:ext cx="2581920" cy="743400"/>
          </a:xfrm>
          <a:custGeom>
            <a:avLst/>
            <a:gdLst/>
            <a:ahLst/>
            <a:cxnLst/>
            <a:rect l="0" t="0" r="r" b="b"/>
            <a:pathLst>
              <a:path w="7172" h="2065">
                <a:moveTo>
                  <a:pt x="0" y="0"/>
                </a:moveTo>
                <a:lnTo>
                  <a:pt x="7172" y="0"/>
                </a:lnTo>
                <a:lnTo>
                  <a:pt x="7172"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82" name="Freeform: Shape 2281"/>
          <p:cNvSpPr/>
          <p:nvPr/>
        </p:nvSpPr>
        <p:spPr>
          <a:xfrm>
            <a:off x="8420040" y="3209760"/>
            <a:ext cx="3019680" cy="743400"/>
          </a:xfrm>
          <a:custGeom>
            <a:avLst/>
            <a:gdLst/>
            <a:ahLst/>
            <a:cxnLst/>
            <a:rect l="0" t="0" r="r" b="b"/>
            <a:pathLst>
              <a:path w="8388" h="2065">
                <a:moveTo>
                  <a:pt x="0" y="0"/>
                </a:moveTo>
                <a:lnTo>
                  <a:pt x="8388" y="0"/>
                </a:lnTo>
                <a:lnTo>
                  <a:pt x="8388"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83" name="Freeform: Shape 2282"/>
          <p:cNvSpPr/>
          <p:nvPr/>
        </p:nvSpPr>
        <p:spPr>
          <a:xfrm>
            <a:off x="752400" y="3952800"/>
            <a:ext cx="2676600" cy="733680"/>
          </a:xfrm>
          <a:custGeom>
            <a:avLst/>
            <a:gdLst/>
            <a:ahLst/>
            <a:cxnLst/>
            <a:rect l="0" t="0" r="r" b="b"/>
            <a:pathLst>
              <a:path w="7435" h="2038">
                <a:moveTo>
                  <a:pt x="0" y="0"/>
                </a:moveTo>
                <a:lnTo>
                  <a:pt x="7435" y="0"/>
                </a:lnTo>
                <a:lnTo>
                  <a:pt x="7435" y="2038"/>
                </a:lnTo>
                <a:lnTo>
                  <a:pt x="0" y="203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84" name="Freeform: Shape 2283"/>
          <p:cNvSpPr/>
          <p:nvPr/>
        </p:nvSpPr>
        <p:spPr>
          <a:xfrm>
            <a:off x="3428640" y="3952800"/>
            <a:ext cx="2410200" cy="733680"/>
          </a:xfrm>
          <a:custGeom>
            <a:avLst/>
            <a:gdLst/>
            <a:ahLst/>
            <a:cxnLst/>
            <a:rect l="0" t="0" r="r" b="b"/>
            <a:pathLst>
              <a:path w="6695" h="2038">
                <a:moveTo>
                  <a:pt x="0" y="0"/>
                </a:moveTo>
                <a:lnTo>
                  <a:pt x="6695" y="0"/>
                </a:lnTo>
                <a:lnTo>
                  <a:pt x="6695" y="2038"/>
                </a:lnTo>
                <a:lnTo>
                  <a:pt x="0" y="203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85" name="Freeform: Shape 2284"/>
          <p:cNvSpPr/>
          <p:nvPr/>
        </p:nvSpPr>
        <p:spPr>
          <a:xfrm>
            <a:off x="5838480" y="3952800"/>
            <a:ext cx="2581920" cy="733680"/>
          </a:xfrm>
          <a:custGeom>
            <a:avLst/>
            <a:gdLst/>
            <a:ahLst/>
            <a:cxnLst/>
            <a:rect l="0" t="0" r="r" b="b"/>
            <a:pathLst>
              <a:path w="7172" h="2038">
                <a:moveTo>
                  <a:pt x="0" y="0"/>
                </a:moveTo>
                <a:lnTo>
                  <a:pt x="7172" y="0"/>
                </a:lnTo>
                <a:lnTo>
                  <a:pt x="7172" y="2038"/>
                </a:lnTo>
                <a:lnTo>
                  <a:pt x="0" y="203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86" name="Freeform: Shape 2285"/>
          <p:cNvSpPr/>
          <p:nvPr/>
        </p:nvSpPr>
        <p:spPr>
          <a:xfrm>
            <a:off x="8420040" y="3952800"/>
            <a:ext cx="3019680" cy="733680"/>
          </a:xfrm>
          <a:custGeom>
            <a:avLst/>
            <a:gdLst/>
            <a:ahLst/>
            <a:cxnLst/>
            <a:rect l="0" t="0" r="r" b="b"/>
            <a:pathLst>
              <a:path w="8388" h="2038">
                <a:moveTo>
                  <a:pt x="0" y="0"/>
                </a:moveTo>
                <a:lnTo>
                  <a:pt x="8388" y="0"/>
                </a:lnTo>
                <a:lnTo>
                  <a:pt x="8388" y="2038"/>
                </a:lnTo>
                <a:lnTo>
                  <a:pt x="0" y="203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87" name="Freeform: Shape 2286"/>
          <p:cNvSpPr/>
          <p:nvPr/>
        </p:nvSpPr>
        <p:spPr>
          <a:xfrm>
            <a:off x="752400" y="3952800"/>
            <a:ext cx="2676600" cy="733680"/>
          </a:xfrm>
          <a:custGeom>
            <a:avLst/>
            <a:gdLst/>
            <a:ahLst/>
            <a:cxnLst/>
            <a:rect l="0" t="0" r="r" b="b"/>
            <a:pathLst>
              <a:path w="7435" h="2038">
                <a:moveTo>
                  <a:pt x="0" y="0"/>
                </a:moveTo>
                <a:lnTo>
                  <a:pt x="7435" y="0"/>
                </a:lnTo>
                <a:lnTo>
                  <a:pt x="7435"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88" name="Freeform: Shape 2287"/>
          <p:cNvSpPr/>
          <p:nvPr/>
        </p:nvSpPr>
        <p:spPr>
          <a:xfrm>
            <a:off x="3428640" y="3952800"/>
            <a:ext cx="2410200" cy="733680"/>
          </a:xfrm>
          <a:custGeom>
            <a:avLst/>
            <a:gdLst/>
            <a:ahLst/>
            <a:cxnLst/>
            <a:rect l="0" t="0" r="r" b="b"/>
            <a:pathLst>
              <a:path w="6695" h="2038">
                <a:moveTo>
                  <a:pt x="0" y="0"/>
                </a:moveTo>
                <a:lnTo>
                  <a:pt x="6695" y="0"/>
                </a:lnTo>
                <a:lnTo>
                  <a:pt x="6695"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89" name="Freeform: Shape 2288"/>
          <p:cNvSpPr/>
          <p:nvPr/>
        </p:nvSpPr>
        <p:spPr>
          <a:xfrm>
            <a:off x="5838480" y="3952800"/>
            <a:ext cx="2581920" cy="733680"/>
          </a:xfrm>
          <a:custGeom>
            <a:avLst/>
            <a:gdLst/>
            <a:ahLst/>
            <a:cxnLst/>
            <a:rect l="0" t="0" r="r" b="b"/>
            <a:pathLst>
              <a:path w="7172" h="2038">
                <a:moveTo>
                  <a:pt x="0" y="0"/>
                </a:moveTo>
                <a:lnTo>
                  <a:pt x="7172" y="0"/>
                </a:lnTo>
                <a:lnTo>
                  <a:pt x="7172"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90" name="Freeform: Shape 2289"/>
          <p:cNvSpPr/>
          <p:nvPr/>
        </p:nvSpPr>
        <p:spPr>
          <a:xfrm>
            <a:off x="8420040" y="3952800"/>
            <a:ext cx="3019680" cy="733680"/>
          </a:xfrm>
          <a:custGeom>
            <a:avLst/>
            <a:gdLst/>
            <a:ahLst/>
            <a:cxnLst/>
            <a:rect l="0" t="0" r="r" b="b"/>
            <a:pathLst>
              <a:path w="8388" h="2038">
                <a:moveTo>
                  <a:pt x="0" y="0"/>
                </a:moveTo>
                <a:lnTo>
                  <a:pt x="8388" y="0"/>
                </a:lnTo>
                <a:lnTo>
                  <a:pt x="8388" y="2038"/>
                </a:lnTo>
                <a:lnTo>
                  <a:pt x="0" y="203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91" name="Freeform: Shape 2290"/>
          <p:cNvSpPr/>
          <p:nvPr/>
        </p:nvSpPr>
        <p:spPr>
          <a:xfrm>
            <a:off x="752400" y="4686120"/>
            <a:ext cx="2676600" cy="1047960"/>
          </a:xfrm>
          <a:custGeom>
            <a:avLst/>
            <a:gdLst/>
            <a:ahLst/>
            <a:cxnLst/>
            <a:rect l="0" t="0" r="r" b="b"/>
            <a:pathLst>
              <a:path w="7435" h="2911">
                <a:moveTo>
                  <a:pt x="0" y="0"/>
                </a:moveTo>
                <a:lnTo>
                  <a:pt x="7435" y="0"/>
                </a:lnTo>
                <a:lnTo>
                  <a:pt x="7435" y="2911"/>
                </a:lnTo>
                <a:lnTo>
                  <a:pt x="0" y="291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92" name="Freeform: Shape 2291"/>
          <p:cNvSpPr/>
          <p:nvPr/>
        </p:nvSpPr>
        <p:spPr>
          <a:xfrm>
            <a:off x="3428640" y="4686120"/>
            <a:ext cx="2410200" cy="1047960"/>
          </a:xfrm>
          <a:custGeom>
            <a:avLst/>
            <a:gdLst/>
            <a:ahLst/>
            <a:cxnLst/>
            <a:rect l="0" t="0" r="r" b="b"/>
            <a:pathLst>
              <a:path w="6695" h="2911">
                <a:moveTo>
                  <a:pt x="0" y="0"/>
                </a:moveTo>
                <a:lnTo>
                  <a:pt x="6695" y="0"/>
                </a:lnTo>
                <a:lnTo>
                  <a:pt x="6695" y="2911"/>
                </a:lnTo>
                <a:lnTo>
                  <a:pt x="0" y="291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93" name="Freeform: Shape 2292"/>
          <p:cNvSpPr/>
          <p:nvPr/>
        </p:nvSpPr>
        <p:spPr>
          <a:xfrm>
            <a:off x="5838480" y="4686120"/>
            <a:ext cx="2581920" cy="1047960"/>
          </a:xfrm>
          <a:custGeom>
            <a:avLst/>
            <a:gdLst/>
            <a:ahLst/>
            <a:cxnLst/>
            <a:rect l="0" t="0" r="r" b="b"/>
            <a:pathLst>
              <a:path w="7172" h="2911">
                <a:moveTo>
                  <a:pt x="0" y="0"/>
                </a:moveTo>
                <a:lnTo>
                  <a:pt x="7172" y="0"/>
                </a:lnTo>
                <a:lnTo>
                  <a:pt x="7172" y="2911"/>
                </a:lnTo>
                <a:lnTo>
                  <a:pt x="0" y="291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94" name="Freeform: Shape 2293"/>
          <p:cNvSpPr/>
          <p:nvPr/>
        </p:nvSpPr>
        <p:spPr>
          <a:xfrm>
            <a:off x="8420040" y="4686120"/>
            <a:ext cx="3019680" cy="1047960"/>
          </a:xfrm>
          <a:custGeom>
            <a:avLst/>
            <a:gdLst/>
            <a:ahLst/>
            <a:cxnLst/>
            <a:rect l="0" t="0" r="r" b="b"/>
            <a:pathLst>
              <a:path w="8388" h="2911">
                <a:moveTo>
                  <a:pt x="0" y="0"/>
                </a:moveTo>
                <a:lnTo>
                  <a:pt x="8388" y="0"/>
                </a:lnTo>
                <a:lnTo>
                  <a:pt x="8388" y="2911"/>
                </a:lnTo>
                <a:lnTo>
                  <a:pt x="0" y="291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95" name="Freeform: Shape 2294"/>
          <p:cNvSpPr/>
          <p:nvPr/>
        </p:nvSpPr>
        <p:spPr>
          <a:xfrm>
            <a:off x="752400" y="4686120"/>
            <a:ext cx="2676600" cy="1047960"/>
          </a:xfrm>
          <a:custGeom>
            <a:avLst/>
            <a:gdLst/>
            <a:ahLst/>
            <a:cxnLst/>
            <a:rect l="0" t="0" r="r" b="b"/>
            <a:pathLst>
              <a:path w="7435" h="2911">
                <a:moveTo>
                  <a:pt x="0" y="0"/>
                </a:moveTo>
                <a:lnTo>
                  <a:pt x="7435" y="0"/>
                </a:lnTo>
                <a:lnTo>
                  <a:pt x="7435" y="2911"/>
                </a:lnTo>
                <a:lnTo>
                  <a:pt x="0" y="291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96" name="Freeform: Shape 2295"/>
          <p:cNvSpPr/>
          <p:nvPr/>
        </p:nvSpPr>
        <p:spPr>
          <a:xfrm>
            <a:off x="3428640" y="4686120"/>
            <a:ext cx="2410200" cy="1047960"/>
          </a:xfrm>
          <a:custGeom>
            <a:avLst/>
            <a:gdLst/>
            <a:ahLst/>
            <a:cxnLst/>
            <a:rect l="0" t="0" r="r" b="b"/>
            <a:pathLst>
              <a:path w="6695" h="2911">
                <a:moveTo>
                  <a:pt x="0" y="0"/>
                </a:moveTo>
                <a:lnTo>
                  <a:pt x="6695" y="0"/>
                </a:lnTo>
                <a:lnTo>
                  <a:pt x="6695" y="2911"/>
                </a:lnTo>
                <a:lnTo>
                  <a:pt x="0" y="291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97" name="Freeform: Shape 2296"/>
          <p:cNvSpPr/>
          <p:nvPr/>
        </p:nvSpPr>
        <p:spPr>
          <a:xfrm>
            <a:off x="5838480" y="4686120"/>
            <a:ext cx="2581920" cy="1047960"/>
          </a:xfrm>
          <a:custGeom>
            <a:avLst/>
            <a:gdLst/>
            <a:ahLst/>
            <a:cxnLst/>
            <a:rect l="0" t="0" r="r" b="b"/>
            <a:pathLst>
              <a:path w="7172" h="2911">
                <a:moveTo>
                  <a:pt x="0" y="0"/>
                </a:moveTo>
                <a:lnTo>
                  <a:pt x="7172" y="0"/>
                </a:lnTo>
                <a:lnTo>
                  <a:pt x="7172" y="2911"/>
                </a:lnTo>
                <a:lnTo>
                  <a:pt x="0" y="291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98" name="Freeform: Shape 2297"/>
          <p:cNvSpPr/>
          <p:nvPr/>
        </p:nvSpPr>
        <p:spPr>
          <a:xfrm>
            <a:off x="8420040" y="4686120"/>
            <a:ext cx="3019680" cy="1047960"/>
          </a:xfrm>
          <a:custGeom>
            <a:avLst/>
            <a:gdLst/>
            <a:ahLst/>
            <a:cxnLst/>
            <a:rect l="0" t="0" r="r" b="b"/>
            <a:pathLst>
              <a:path w="8388" h="2911">
                <a:moveTo>
                  <a:pt x="0" y="0"/>
                </a:moveTo>
                <a:lnTo>
                  <a:pt x="8388" y="0"/>
                </a:lnTo>
                <a:lnTo>
                  <a:pt x="8388" y="2911"/>
                </a:lnTo>
                <a:lnTo>
                  <a:pt x="0" y="291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299" name="Freeform: Shape 2298"/>
          <p:cNvSpPr/>
          <p:nvPr/>
        </p:nvSpPr>
        <p:spPr>
          <a:xfrm>
            <a:off x="752400" y="5733720"/>
            <a:ext cx="2676600" cy="743400"/>
          </a:xfrm>
          <a:custGeom>
            <a:avLst/>
            <a:gdLst/>
            <a:ahLst/>
            <a:cxnLst/>
            <a:rect l="0" t="0" r="r" b="b"/>
            <a:pathLst>
              <a:path w="7435" h="2065">
                <a:moveTo>
                  <a:pt x="0" y="0"/>
                </a:moveTo>
                <a:lnTo>
                  <a:pt x="7435" y="0"/>
                </a:lnTo>
                <a:lnTo>
                  <a:pt x="7435"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00" name="Freeform: Shape 2299"/>
          <p:cNvSpPr/>
          <p:nvPr/>
        </p:nvSpPr>
        <p:spPr>
          <a:xfrm>
            <a:off x="3428640" y="5733720"/>
            <a:ext cx="2410200" cy="743400"/>
          </a:xfrm>
          <a:custGeom>
            <a:avLst/>
            <a:gdLst/>
            <a:ahLst/>
            <a:cxnLst/>
            <a:rect l="0" t="0" r="r" b="b"/>
            <a:pathLst>
              <a:path w="6695" h="2065">
                <a:moveTo>
                  <a:pt x="0" y="0"/>
                </a:moveTo>
                <a:lnTo>
                  <a:pt x="6695" y="0"/>
                </a:lnTo>
                <a:lnTo>
                  <a:pt x="6695"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01" name="Freeform: Shape 2300"/>
          <p:cNvSpPr/>
          <p:nvPr/>
        </p:nvSpPr>
        <p:spPr>
          <a:xfrm>
            <a:off x="5838480" y="5733720"/>
            <a:ext cx="2581920" cy="743400"/>
          </a:xfrm>
          <a:custGeom>
            <a:avLst/>
            <a:gdLst/>
            <a:ahLst/>
            <a:cxnLst/>
            <a:rect l="0" t="0" r="r" b="b"/>
            <a:pathLst>
              <a:path w="7172" h="2065">
                <a:moveTo>
                  <a:pt x="0" y="0"/>
                </a:moveTo>
                <a:lnTo>
                  <a:pt x="7172" y="0"/>
                </a:lnTo>
                <a:lnTo>
                  <a:pt x="7172"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02" name="Freeform: Shape 2301"/>
          <p:cNvSpPr/>
          <p:nvPr/>
        </p:nvSpPr>
        <p:spPr>
          <a:xfrm>
            <a:off x="8420040" y="5733720"/>
            <a:ext cx="3019680" cy="743400"/>
          </a:xfrm>
          <a:custGeom>
            <a:avLst/>
            <a:gdLst/>
            <a:ahLst/>
            <a:cxnLst/>
            <a:rect l="0" t="0" r="r" b="b"/>
            <a:pathLst>
              <a:path w="8388" h="2065">
                <a:moveTo>
                  <a:pt x="0" y="0"/>
                </a:moveTo>
                <a:lnTo>
                  <a:pt x="8388" y="0"/>
                </a:lnTo>
                <a:lnTo>
                  <a:pt x="8388"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03" name="Freeform: Shape 2302"/>
          <p:cNvSpPr/>
          <p:nvPr/>
        </p:nvSpPr>
        <p:spPr>
          <a:xfrm>
            <a:off x="752400" y="5733720"/>
            <a:ext cx="2676600" cy="743400"/>
          </a:xfrm>
          <a:custGeom>
            <a:avLst/>
            <a:gdLst/>
            <a:ahLst/>
            <a:cxnLst/>
            <a:rect l="0" t="0" r="r" b="b"/>
            <a:pathLst>
              <a:path w="7435" h="2065">
                <a:moveTo>
                  <a:pt x="0" y="0"/>
                </a:moveTo>
                <a:lnTo>
                  <a:pt x="7435" y="0"/>
                </a:lnTo>
                <a:lnTo>
                  <a:pt x="7435"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04" name="Freeform: Shape 2303"/>
          <p:cNvSpPr/>
          <p:nvPr/>
        </p:nvSpPr>
        <p:spPr>
          <a:xfrm>
            <a:off x="3428640" y="5733720"/>
            <a:ext cx="2410200" cy="743400"/>
          </a:xfrm>
          <a:custGeom>
            <a:avLst/>
            <a:gdLst/>
            <a:ahLst/>
            <a:cxnLst/>
            <a:rect l="0" t="0" r="r" b="b"/>
            <a:pathLst>
              <a:path w="6695" h="2065">
                <a:moveTo>
                  <a:pt x="0" y="0"/>
                </a:moveTo>
                <a:lnTo>
                  <a:pt x="6695" y="0"/>
                </a:lnTo>
                <a:lnTo>
                  <a:pt x="6695"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05" name="Freeform: Shape 2304"/>
          <p:cNvSpPr/>
          <p:nvPr/>
        </p:nvSpPr>
        <p:spPr>
          <a:xfrm>
            <a:off x="5838480" y="5733720"/>
            <a:ext cx="2581920" cy="743400"/>
          </a:xfrm>
          <a:custGeom>
            <a:avLst/>
            <a:gdLst/>
            <a:ahLst/>
            <a:cxnLst/>
            <a:rect l="0" t="0" r="r" b="b"/>
            <a:pathLst>
              <a:path w="7172" h="2065">
                <a:moveTo>
                  <a:pt x="0" y="0"/>
                </a:moveTo>
                <a:lnTo>
                  <a:pt x="7172" y="0"/>
                </a:lnTo>
                <a:lnTo>
                  <a:pt x="7172"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06" name="Freeform: Shape 2305"/>
          <p:cNvSpPr/>
          <p:nvPr/>
        </p:nvSpPr>
        <p:spPr>
          <a:xfrm>
            <a:off x="8420040" y="5733720"/>
            <a:ext cx="3019680" cy="743400"/>
          </a:xfrm>
          <a:custGeom>
            <a:avLst/>
            <a:gdLst/>
            <a:ahLst/>
            <a:cxnLst/>
            <a:rect l="0" t="0" r="r" b="b"/>
            <a:pathLst>
              <a:path w="8388" h="2065">
                <a:moveTo>
                  <a:pt x="0" y="0"/>
                </a:moveTo>
                <a:lnTo>
                  <a:pt x="8388" y="0"/>
                </a:lnTo>
                <a:lnTo>
                  <a:pt x="8388"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07" name="Freeform: Shape 2306"/>
          <p:cNvSpPr/>
          <p:nvPr/>
        </p:nvSpPr>
        <p:spPr>
          <a:xfrm>
            <a:off x="75240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08" name="Freeform: Shape 2307"/>
          <p:cNvSpPr/>
          <p:nvPr/>
        </p:nvSpPr>
        <p:spPr>
          <a:xfrm>
            <a:off x="752400" y="1295280"/>
            <a:ext cx="2676600" cy="9720"/>
          </a:xfrm>
          <a:custGeom>
            <a:avLst/>
            <a:gdLst/>
            <a:ahLst/>
            <a:cxnLst/>
            <a:rect l="0" t="0" r="r" b="b"/>
            <a:pathLst>
              <a:path w="7435" h="27">
                <a:moveTo>
                  <a:pt x="0" y="0"/>
                </a:moveTo>
                <a:lnTo>
                  <a:pt x="7435" y="0"/>
                </a:lnTo>
                <a:lnTo>
                  <a:pt x="743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09" name="Freeform: Shape 2308"/>
          <p:cNvSpPr/>
          <p:nvPr/>
        </p:nvSpPr>
        <p:spPr>
          <a:xfrm>
            <a:off x="341928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10" name="Freeform: Shape 2309"/>
          <p:cNvSpPr/>
          <p:nvPr/>
        </p:nvSpPr>
        <p:spPr>
          <a:xfrm>
            <a:off x="3428640" y="1295280"/>
            <a:ext cx="2419920" cy="9720"/>
          </a:xfrm>
          <a:custGeom>
            <a:avLst/>
            <a:gdLst/>
            <a:ahLst/>
            <a:cxnLst/>
            <a:rect l="0" t="0" r="r" b="b"/>
            <a:pathLst>
              <a:path w="6722" h="27">
                <a:moveTo>
                  <a:pt x="0" y="0"/>
                </a:moveTo>
                <a:lnTo>
                  <a:pt x="6722" y="0"/>
                </a:lnTo>
                <a:lnTo>
                  <a:pt x="6722"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11" name="Freeform: Shape 2310"/>
          <p:cNvSpPr/>
          <p:nvPr/>
        </p:nvSpPr>
        <p:spPr>
          <a:xfrm>
            <a:off x="5838480" y="129528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12" name="Freeform: Shape 2311"/>
          <p:cNvSpPr/>
          <p:nvPr/>
        </p:nvSpPr>
        <p:spPr>
          <a:xfrm>
            <a:off x="5848200" y="1295280"/>
            <a:ext cx="2581560" cy="9720"/>
          </a:xfrm>
          <a:custGeom>
            <a:avLst/>
            <a:gdLst/>
            <a:ahLst/>
            <a:cxnLst/>
            <a:rect l="0" t="0" r="r" b="b"/>
            <a:pathLst>
              <a:path w="7171" h="27">
                <a:moveTo>
                  <a:pt x="0" y="0"/>
                </a:moveTo>
                <a:lnTo>
                  <a:pt x="7171" y="0"/>
                </a:lnTo>
                <a:lnTo>
                  <a:pt x="717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13" name="Freeform: Shape 2312"/>
          <p:cNvSpPr/>
          <p:nvPr/>
        </p:nvSpPr>
        <p:spPr>
          <a:xfrm>
            <a:off x="842004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14" name="Freeform: Shape 2313"/>
          <p:cNvSpPr/>
          <p:nvPr/>
        </p:nvSpPr>
        <p:spPr>
          <a:xfrm>
            <a:off x="8429400" y="1295280"/>
            <a:ext cx="3019680" cy="9720"/>
          </a:xfrm>
          <a:custGeom>
            <a:avLst/>
            <a:gdLst/>
            <a:ahLst/>
            <a:cxnLst/>
            <a:rect l="0" t="0" r="r" b="b"/>
            <a:pathLst>
              <a:path w="8388" h="27">
                <a:moveTo>
                  <a:pt x="0" y="0"/>
                </a:moveTo>
                <a:lnTo>
                  <a:pt x="8388" y="0"/>
                </a:lnTo>
                <a:lnTo>
                  <a:pt x="838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15" name="Freeform: Shape 2314"/>
          <p:cNvSpPr/>
          <p:nvPr/>
        </p:nvSpPr>
        <p:spPr>
          <a:xfrm>
            <a:off x="1143936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16" name="Freeform: Shape 2315"/>
          <p:cNvSpPr/>
          <p:nvPr/>
        </p:nvSpPr>
        <p:spPr>
          <a:xfrm>
            <a:off x="752400" y="1723680"/>
            <a:ext cx="2676600" cy="10080"/>
          </a:xfrm>
          <a:custGeom>
            <a:avLst/>
            <a:gdLst/>
            <a:ahLst/>
            <a:cxnLst/>
            <a:rect l="0" t="0" r="r" b="b"/>
            <a:pathLst>
              <a:path w="7435" h="28">
                <a:moveTo>
                  <a:pt x="0" y="0"/>
                </a:moveTo>
                <a:lnTo>
                  <a:pt x="7435" y="0"/>
                </a:lnTo>
                <a:lnTo>
                  <a:pt x="743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17" name="Freeform: Shape 2316"/>
          <p:cNvSpPr/>
          <p:nvPr/>
        </p:nvSpPr>
        <p:spPr>
          <a:xfrm>
            <a:off x="3428640" y="1723680"/>
            <a:ext cx="2419920" cy="10080"/>
          </a:xfrm>
          <a:custGeom>
            <a:avLst/>
            <a:gdLst/>
            <a:ahLst/>
            <a:cxnLst/>
            <a:rect l="0" t="0" r="r" b="b"/>
            <a:pathLst>
              <a:path w="6722" h="28">
                <a:moveTo>
                  <a:pt x="0" y="0"/>
                </a:moveTo>
                <a:lnTo>
                  <a:pt x="6722" y="0"/>
                </a:lnTo>
                <a:lnTo>
                  <a:pt x="6722"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18" name="Freeform: Shape 2317"/>
          <p:cNvSpPr/>
          <p:nvPr/>
        </p:nvSpPr>
        <p:spPr>
          <a:xfrm>
            <a:off x="5848200" y="1723680"/>
            <a:ext cx="2581560" cy="10080"/>
          </a:xfrm>
          <a:custGeom>
            <a:avLst/>
            <a:gdLst/>
            <a:ahLst/>
            <a:cxnLst/>
            <a:rect l="0" t="0" r="r" b="b"/>
            <a:pathLst>
              <a:path w="7171" h="28">
                <a:moveTo>
                  <a:pt x="0" y="0"/>
                </a:moveTo>
                <a:lnTo>
                  <a:pt x="7171" y="0"/>
                </a:lnTo>
                <a:lnTo>
                  <a:pt x="717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19" name="Freeform: Shape 2318"/>
          <p:cNvSpPr/>
          <p:nvPr/>
        </p:nvSpPr>
        <p:spPr>
          <a:xfrm>
            <a:off x="8429400" y="1723680"/>
            <a:ext cx="3019680" cy="10080"/>
          </a:xfrm>
          <a:custGeom>
            <a:avLst/>
            <a:gdLst/>
            <a:ahLst/>
            <a:cxnLst/>
            <a:rect l="0" t="0" r="r" b="b"/>
            <a:pathLst>
              <a:path w="8388" h="28">
                <a:moveTo>
                  <a:pt x="0" y="0"/>
                </a:moveTo>
                <a:lnTo>
                  <a:pt x="8388" y="0"/>
                </a:lnTo>
                <a:lnTo>
                  <a:pt x="838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20" name="Freeform: Shape 2319"/>
          <p:cNvSpPr/>
          <p:nvPr/>
        </p:nvSpPr>
        <p:spPr>
          <a:xfrm>
            <a:off x="752400" y="17334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21" name="Freeform: Shape 2320"/>
          <p:cNvSpPr/>
          <p:nvPr/>
        </p:nvSpPr>
        <p:spPr>
          <a:xfrm>
            <a:off x="3419280" y="17334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22" name="Freeform: Shape 2321"/>
          <p:cNvSpPr/>
          <p:nvPr/>
        </p:nvSpPr>
        <p:spPr>
          <a:xfrm>
            <a:off x="5838480" y="1733400"/>
            <a:ext cx="10080" cy="743400"/>
          </a:xfrm>
          <a:custGeom>
            <a:avLst/>
            <a:gdLst/>
            <a:ahLst/>
            <a:cxnLst/>
            <a:rect l="0" t="0" r="r" b="b"/>
            <a:pathLst>
              <a:path w="28" h="2065">
                <a:moveTo>
                  <a:pt x="0" y="0"/>
                </a:moveTo>
                <a:lnTo>
                  <a:pt x="28" y="0"/>
                </a:lnTo>
                <a:lnTo>
                  <a:pt x="28"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23" name="Freeform: Shape 2322"/>
          <p:cNvSpPr/>
          <p:nvPr/>
        </p:nvSpPr>
        <p:spPr>
          <a:xfrm>
            <a:off x="8420040" y="17334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24" name="Freeform: Shape 2323"/>
          <p:cNvSpPr/>
          <p:nvPr/>
        </p:nvSpPr>
        <p:spPr>
          <a:xfrm>
            <a:off x="11439360" y="17334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25" name="Freeform: Shape 2324"/>
          <p:cNvSpPr/>
          <p:nvPr/>
        </p:nvSpPr>
        <p:spPr>
          <a:xfrm>
            <a:off x="752400" y="247644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26" name="Freeform: Shape 2325"/>
          <p:cNvSpPr/>
          <p:nvPr/>
        </p:nvSpPr>
        <p:spPr>
          <a:xfrm>
            <a:off x="752400" y="2466720"/>
            <a:ext cx="2676600" cy="10080"/>
          </a:xfrm>
          <a:custGeom>
            <a:avLst/>
            <a:gdLst/>
            <a:ahLst/>
            <a:cxnLst/>
            <a:rect l="0" t="0" r="r" b="b"/>
            <a:pathLst>
              <a:path w="7435" h="28">
                <a:moveTo>
                  <a:pt x="0" y="0"/>
                </a:moveTo>
                <a:lnTo>
                  <a:pt x="7435" y="0"/>
                </a:lnTo>
                <a:lnTo>
                  <a:pt x="743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27" name="Freeform: Shape 2326"/>
          <p:cNvSpPr/>
          <p:nvPr/>
        </p:nvSpPr>
        <p:spPr>
          <a:xfrm>
            <a:off x="3419280" y="247644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28" name="Freeform: Shape 2327"/>
          <p:cNvSpPr/>
          <p:nvPr/>
        </p:nvSpPr>
        <p:spPr>
          <a:xfrm>
            <a:off x="3428640" y="2466720"/>
            <a:ext cx="2419920" cy="10080"/>
          </a:xfrm>
          <a:custGeom>
            <a:avLst/>
            <a:gdLst/>
            <a:ahLst/>
            <a:cxnLst/>
            <a:rect l="0" t="0" r="r" b="b"/>
            <a:pathLst>
              <a:path w="6722" h="28">
                <a:moveTo>
                  <a:pt x="0" y="0"/>
                </a:moveTo>
                <a:lnTo>
                  <a:pt x="6722" y="0"/>
                </a:lnTo>
                <a:lnTo>
                  <a:pt x="6722"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29" name="Freeform: Shape 2328"/>
          <p:cNvSpPr/>
          <p:nvPr/>
        </p:nvSpPr>
        <p:spPr>
          <a:xfrm>
            <a:off x="5838480" y="2476440"/>
            <a:ext cx="10080" cy="733680"/>
          </a:xfrm>
          <a:custGeom>
            <a:avLst/>
            <a:gdLst/>
            <a:ahLst/>
            <a:cxnLst/>
            <a:rect l="0" t="0" r="r" b="b"/>
            <a:pathLst>
              <a:path w="28" h="2038">
                <a:moveTo>
                  <a:pt x="0" y="0"/>
                </a:moveTo>
                <a:lnTo>
                  <a:pt x="28" y="0"/>
                </a:lnTo>
                <a:lnTo>
                  <a:pt x="28"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30" name="Freeform: Shape 2329"/>
          <p:cNvSpPr/>
          <p:nvPr/>
        </p:nvSpPr>
        <p:spPr>
          <a:xfrm>
            <a:off x="5848200" y="2466720"/>
            <a:ext cx="2581560" cy="10080"/>
          </a:xfrm>
          <a:custGeom>
            <a:avLst/>
            <a:gdLst/>
            <a:ahLst/>
            <a:cxnLst/>
            <a:rect l="0" t="0" r="r" b="b"/>
            <a:pathLst>
              <a:path w="7171" h="28">
                <a:moveTo>
                  <a:pt x="0" y="0"/>
                </a:moveTo>
                <a:lnTo>
                  <a:pt x="7171" y="0"/>
                </a:lnTo>
                <a:lnTo>
                  <a:pt x="717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31" name="Freeform: Shape 2330"/>
          <p:cNvSpPr/>
          <p:nvPr/>
        </p:nvSpPr>
        <p:spPr>
          <a:xfrm>
            <a:off x="8420040" y="247644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32" name="Freeform: Shape 2331"/>
          <p:cNvSpPr/>
          <p:nvPr/>
        </p:nvSpPr>
        <p:spPr>
          <a:xfrm>
            <a:off x="8429400" y="2466720"/>
            <a:ext cx="3019680" cy="10080"/>
          </a:xfrm>
          <a:custGeom>
            <a:avLst/>
            <a:gdLst/>
            <a:ahLst/>
            <a:cxnLst/>
            <a:rect l="0" t="0" r="r" b="b"/>
            <a:pathLst>
              <a:path w="8388" h="28">
                <a:moveTo>
                  <a:pt x="0" y="0"/>
                </a:moveTo>
                <a:lnTo>
                  <a:pt x="8388" y="0"/>
                </a:lnTo>
                <a:lnTo>
                  <a:pt x="838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33" name="Freeform: Shape 2332"/>
          <p:cNvSpPr/>
          <p:nvPr/>
        </p:nvSpPr>
        <p:spPr>
          <a:xfrm>
            <a:off x="11439360" y="247644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34" name="Freeform: Shape 2333"/>
          <p:cNvSpPr/>
          <p:nvPr/>
        </p:nvSpPr>
        <p:spPr>
          <a:xfrm>
            <a:off x="752400" y="320976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35" name="Freeform: Shape 2334"/>
          <p:cNvSpPr/>
          <p:nvPr/>
        </p:nvSpPr>
        <p:spPr>
          <a:xfrm>
            <a:off x="752400" y="3200040"/>
            <a:ext cx="2676600" cy="10080"/>
          </a:xfrm>
          <a:custGeom>
            <a:avLst/>
            <a:gdLst/>
            <a:ahLst/>
            <a:cxnLst/>
            <a:rect l="0" t="0" r="r" b="b"/>
            <a:pathLst>
              <a:path w="7435" h="28">
                <a:moveTo>
                  <a:pt x="0" y="0"/>
                </a:moveTo>
                <a:lnTo>
                  <a:pt x="7435" y="0"/>
                </a:lnTo>
                <a:lnTo>
                  <a:pt x="743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36" name="Freeform: Shape 2335"/>
          <p:cNvSpPr/>
          <p:nvPr/>
        </p:nvSpPr>
        <p:spPr>
          <a:xfrm>
            <a:off x="3419280" y="320976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37" name="Freeform: Shape 2336"/>
          <p:cNvSpPr/>
          <p:nvPr/>
        </p:nvSpPr>
        <p:spPr>
          <a:xfrm>
            <a:off x="3428640" y="3200040"/>
            <a:ext cx="2419920" cy="10080"/>
          </a:xfrm>
          <a:custGeom>
            <a:avLst/>
            <a:gdLst/>
            <a:ahLst/>
            <a:cxnLst/>
            <a:rect l="0" t="0" r="r" b="b"/>
            <a:pathLst>
              <a:path w="6722" h="28">
                <a:moveTo>
                  <a:pt x="0" y="0"/>
                </a:moveTo>
                <a:lnTo>
                  <a:pt x="6722" y="0"/>
                </a:lnTo>
                <a:lnTo>
                  <a:pt x="6722"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38" name="Freeform: Shape 2337"/>
          <p:cNvSpPr/>
          <p:nvPr/>
        </p:nvSpPr>
        <p:spPr>
          <a:xfrm>
            <a:off x="5838480" y="3209760"/>
            <a:ext cx="10080" cy="743400"/>
          </a:xfrm>
          <a:custGeom>
            <a:avLst/>
            <a:gdLst/>
            <a:ahLst/>
            <a:cxnLst/>
            <a:rect l="0" t="0" r="r" b="b"/>
            <a:pathLst>
              <a:path w="28" h="2065">
                <a:moveTo>
                  <a:pt x="0" y="0"/>
                </a:moveTo>
                <a:lnTo>
                  <a:pt x="28" y="0"/>
                </a:lnTo>
                <a:lnTo>
                  <a:pt x="28"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39" name="Freeform: Shape 2338"/>
          <p:cNvSpPr/>
          <p:nvPr/>
        </p:nvSpPr>
        <p:spPr>
          <a:xfrm>
            <a:off x="5848200" y="3200040"/>
            <a:ext cx="2581560" cy="10080"/>
          </a:xfrm>
          <a:custGeom>
            <a:avLst/>
            <a:gdLst/>
            <a:ahLst/>
            <a:cxnLst/>
            <a:rect l="0" t="0" r="r" b="b"/>
            <a:pathLst>
              <a:path w="7171" h="28">
                <a:moveTo>
                  <a:pt x="0" y="0"/>
                </a:moveTo>
                <a:lnTo>
                  <a:pt x="7171" y="0"/>
                </a:lnTo>
                <a:lnTo>
                  <a:pt x="717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40" name="Freeform: Shape 2339"/>
          <p:cNvSpPr/>
          <p:nvPr/>
        </p:nvSpPr>
        <p:spPr>
          <a:xfrm>
            <a:off x="8420040" y="320976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41" name="Freeform: Shape 2340"/>
          <p:cNvSpPr/>
          <p:nvPr/>
        </p:nvSpPr>
        <p:spPr>
          <a:xfrm>
            <a:off x="8429400" y="3200040"/>
            <a:ext cx="3019680" cy="10080"/>
          </a:xfrm>
          <a:custGeom>
            <a:avLst/>
            <a:gdLst/>
            <a:ahLst/>
            <a:cxnLst/>
            <a:rect l="0" t="0" r="r" b="b"/>
            <a:pathLst>
              <a:path w="8388" h="28">
                <a:moveTo>
                  <a:pt x="0" y="0"/>
                </a:moveTo>
                <a:lnTo>
                  <a:pt x="8388" y="0"/>
                </a:lnTo>
                <a:lnTo>
                  <a:pt x="838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42" name="Freeform: Shape 2341"/>
          <p:cNvSpPr/>
          <p:nvPr/>
        </p:nvSpPr>
        <p:spPr>
          <a:xfrm>
            <a:off x="11439360" y="320976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43" name="Freeform: Shape 2342"/>
          <p:cNvSpPr/>
          <p:nvPr/>
        </p:nvSpPr>
        <p:spPr>
          <a:xfrm>
            <a:off x="752400" y="395280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44" name="Freeform: Shape 2343"/>
          <p:cNvSpPr/>
          <p:nvPr/>
        </p:nvSpPr>
        <p:spPr>
          <a:xfrm>
            <a:off x="752400" y="3943080"/>
            <a:ext cx="2676600" cy="10080"/>
          </a:xfrm>
          <a:custGeom>
            <a:avLst/>
            <a:gdLst/>
            <a:ahLst/>
            <a:cxnLst/>
            <a:rect l="0" t="0" r="r" b="b"/>
            <a:pathLst>
              <a:path w="7435" h="28">
                <a:moveTo>
                  <a:pt x="0" y="0"/>
                </a:moveTo>
                <a:lnTo>
                  <a:pt x="7435" y="0"/>
                </a:lnTo>
                <a:lnTo>
                  <a:pt x="743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45" name="Freeform: Shape 2344"/>
          <p:cNvSpPr/>
          <p:nvPr/>
        </p:nvSpPr>
        <p:spPr>
          <a:xfrm>
            <a:off x="3419280" y="395280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46" name="Freeform: Shape 2345"/>
          <p:cNvSpPr/>
          <p:nvPr/>
        </p:nvSpPr>
        <p:spPr>
          <a:xfrm>
            <a:off x="3428640" y="3943080"/>
            <a:ext cx="2419920" cy="10080"/>
          </a:xfrm>
          <a:custGeom>
            <a:avLst/>
            <a:gdLst/>
            <a:ahLst/>
            <a:cxnLst/>
            <a:rect l="0" t="0" r="r" b="b"/>
            <a:pathLst>
              <a:path w="6722" h="28">
                <a:moveTo>
                  <a:pt x="0" y="0"/>
                </a:moveTo>
                <a:lnTo>
                  <a:pt x="6722" y="0"/>
                </a:lnTo>
                <a:lnTo>
                  <a:pt x="6722"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47" name="Freeform: Shape 2346"/>
          <p:cNvSpPr/>
          <p:nvPr/>
        </p:nvSpPr>
        <p:spPr>
          <a:xfrm>
            <a:off x="5838480" y="3952800"/>
            <a:ext cx="10080" cy="743040"/>
          </a:xfrm>
          <a:custGeom>
            <a:avLst/>
            <a:gdLst/>
            <a:ahLst/>
            <a:cxnLst/>
            <a:rect l="0" t="0" r="r" b="b"/>
            <a:pathLst>
              <a:path w="28" h="2064">
                <a:moveTo>
                  <a:pt x="0" y="0"/>
                </a:moveTo>
                <a:lnTo>
                  <a:pt x="28" y="0"/>
                </a:lnTo>
                <a:lnTo>
                  <a:pt x="28"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48" name="Freeform: Shape 2347"/>
          <p:cNvSpPr/>
          <p:nvPr/>
        </p:nvSpPr>
        <p:spPr>
          <a:xfrm>
            <a:off x="5848200" y="3943080"/>
            <a:ext cx="2581560" cy="10080"/>
          </a:xfrm>
          <a:custGeom>
            <a:avLst/>
            <a:gdLst/>
            <a:ahLst/>
            <a:cxnLst/>
            <a:rect l="0" t="0" r="r" b="b"/>
            <a:pathLst>
              <a:path w="7171" h="28">
                <a:moveTo>
                  <a:pt x="0" y="0"/>
                </a:moveTo>
                <a:lnTo>
                  <a:pt x="7171" y="0"/>
                </a:lnTo>
                <a:lnTo>
                  <a:pt x="717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49" name="Freeform: Shape 2348"/>
          <p:cNvSpPr/>
          <p:nvPr/>
        </p:nvSpPr>
        <p:spPr>
          <a:xfrm>
            <a:off x="8420040" y="395280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50" name="Freeform: Shape 2349"/>
          <p:cNvSpPr/>
          <p:nvPr/>
        </p:nvSpPr>
        <p:spPr>
          <a:xfrm>
            <a:off x="8429400" y="3943080"/>
            <a:ext cx="3019680" cy="10080"/>
          </a:xfrm>
          <a:custGeom>
            <a:avLst/>
            <a:gdLst/>
            <a:ahLst/>
            <a:cxnLst/>
            <a:rect l="0" t="0" r="r" b="b"/>
            <a:pathLst>
              <a:path w="8388" h="28">
                <a:moveTo>
                  <a:pt x="0" y="0"/>
                </a:moveTo>
                <a:lnTo>
                  <a:pt x="8388" y="0"/>
                </a:lnTo>
                <a:lnTo>
                  <a:pt x="838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51" name="Freeform: Shape 2350"/>
          <p:cNvSpPr/>
          <p:nvPr/>
        </p:nvSpPr>
        <p:spPr>
          <a:xfrm>
            <a:off x="11439360" y="395280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52" name="Freeform: Shape 2351"/>
          <p:cNvSpPr/>
          <p:nvPr/>
        </p:nvSpPr>
        <p:spPr>
          <a:xfrm>
            <a:off x="752400" y="4695480"/>
            <a:ext cx="9720" cy="1048320"/>
          </a:xfrm>
          <a:custGeom>
            <a:avLst/>
            <a:gdLst/>
            <a:ahLst/>
            <a:cxnLst/>
            <a:rect l="0" t="0" r="r" b="b"/>
            <a:pathLst>
              <a:path w="27" h="2912">
                <a:moveTo>
                  <a:pt x="0" y="0"/>
                </a:moveTo>
                <a:lnTo>
                  <a:pt x="27" y="0"/>
                </a:lnTo>
                <a:lnTo>
                  <a:pt x="27" y="2912"/>
                </a:lnTo>
                <a:lnTo>
                  <a:pt x="0" y="291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53" name="Freeform: Shape 2352"/>
          <p:cNvSpPr/>
          <p:nvPr/>
        </p:nvSpPr>
        <p:spPr>
          <a:xfrm>
            <a:off x="752400" y="4686120"/>
            <a:ext cx="2676600" cy="9720"/>
          </a:xfrm>
          <a:custGeom>
            <a:avLst/>
            <a:gdLst/>
            <a:ahLst/>
            <a:cxnLst/>
            <a:rect l="0" t="0" r="r" b="b"/>
            <a:pathLst>
              <a:path w="7435" h="27">
                <a:moveTo>
                  <a:pt x="0" y="0"/>
                </a:moveTo>
                <a:lnTo>
                  <a:pt x="7435" y="0"/>
                </a:lnTo>
                <a:lnTo>
                  <a:pt x="743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54" name="Freeform: Shape 2353"/>
          <p:cNvSpPr/>
          <p:nvPr/>
        </p:nvSpPr>
        <p:spPr>
          <a:xfrm>
            <a:off x="3419280" y="4695480"/>
            <a:ext cx="9720" cy="1048320"/>
          </a:xfrm>
          <a:custGeom>
            <a:avLst/>
            <a:gdLst/>
            <a:ahLst/>
            <a:cxnLst/>
            <a:rect l="0" t="0" r="r" b="b"/>
            <a:pathLst>
              <a:path w="27" h="2912">
                <a:moveTo>
                  <a:pt x="0" y="0"/>
                </a:moveTo>
                <a:lnTo>
                  <a:pt x="27" y="0"/>
                </a:lnTo>
                <a:lnTo>
                  <a:pt x="27" y="2912"/>
                </a:lnTo>
                <a:lnTo>
                  <a:pt x="0" y="291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55" name="Freeform: Shape 2354"/>
          <p:cNvSpPr/>
          <p:nvPr/>
        </p:nvSpPr>
        <p:spPr>
          <a:xfrm>
            <a:off x="3428640" y="4686120"/>
            <a:ext cx="2419920" cy="9720"/>
          </a:xfrm>
          <a:custGeom>
            <a:avLst/>
            <a:gdLst/>
            <a:ahLst/>
            <a:cxnLst/>
            <a:rect l="0" t="0" r="r" b="b"/>
            <a:pathLst>
              <a:path w="6722" h="27">
                <a:moveTo>
                  <a:pt x="0" y="0"/>
                </a:moveTo>
                <a:lnTo>
                  <a:pt x="6722" y="0"/>
                </a:lnTo>
                <a:lnTo>
                  <a:pt x="6722"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56" name="Freeform: Shape 2355"/>
          <p:cNvSpPr/>
          <p:nvPr/>
        </p:nvSpPr>
        <p:spPr>
          <a:xfrm>
            <a:off x="5838480" y="4695480"/>
            <a:ext cx="10080" cy="1048320"/>
          </a:xfrm>
          <a:custGeom>
            <a:avLst/>
            <a:gdLst/>
            <a:ahLst/>
            <a:cxnLst/>
            <a:rect l="0" t="0" r="r" b="b"/>
            <a:pathLst>
              <a:path w="28" h="2912">
                <a:moveTo>
                  <a:pt x="0" y="0"/>
                </a:moveTo>
                <a:lnTo>
                  <a:pt x="28" y="0"/>
                </a:lnTo>
                <a:lnTo>
                  <a:pt x="28" y="2912"/>
                </a:lnTo>
                <a:lnTo>
                  <a:pt x="0" y="291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57" name="Freeform: Shape 2356"/>
          <p:cNvSpPr/>
          <p:nvPr/>
        </p:nvSpPr>
        <p:spPr>
          <a:xfrm>
            <a:off x="5848200" y="4686120"/>
            <a:ext cx="2581560" cy="9720"/>
          </a:xfrm>
          <a:custGeom>
            <a:avLst/>
            <a:gdLst/>
            <a:ahLst/>
            <a:cxnLst/>
            <a:rect l="0" t="0" r="r" b="b"/>
            <a:pathLst>
              <a:path w="7171" h="27">
                <a:moveTo>
                  <a:pt x="0" y="0"/>
                </a:moveTo>
                <a:lnTo>
                  <a:pt x="7171" y="0"/>
                </a:lnTo>
                <a:lnTo>
                  <a:pt x="7171"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58" name="Freeform: Shape 2357"/>
          <p:cNvSpPr/>
          <p:nvPr/>
        </p:nvSpPr>
        <p:spPr>
          <a:xfrm>
            <a:off x="8420040" y="4695480"/>
            <a:ext cx="9720" cy="1048320"/>
          </a:xfrm>
          <a:custGeom>
            <a:avLst/>
            <a:gdLst/>
            <a:ahLst/>
            <a:cxnLst/>
            <a:rect l="0" t="0" r="r" b="b"/>
            <a:pathLst>
              <a:path w="27" h="2912">
                <a:moveTo>
                  <a:pt x="0" y="0"/>
                </a:moveTo>
                <a:lnTo>
                  <a:pt x="27" y="0"/>
                </a:lnTo>
                <a:lnTo>
                  <a:pt x="27" y="2912"/>
                </a:lnTo>
                <a:lnTo>
                  <a:pt x="0" y="291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59" name="Freeform: Shape 2358"/>
          <p:cNvSpPr/>
          <p:nvPr/>
        </p:nvSpPr>
        <p:spPr>
          <a:xfrm>
            <a:off x="8429400" y="4686120"/>
            <a:ext cx="3019680" cy="9720"/>
          </a:xfrm>
          <a:custGeom>
            <a:avLst/>
            <a:gdLst/>
            <a:ahLst/>
            <a:cxnLst/>
            <a:rect l="0" t="0" r="r" b="b"/>
            <a:pathLst>
              <a:path w="8388" h="27">
                <a:moveTo>
                  <a:pt x="0" y="0"/>
                </a:moveTo>
                <a:lnTo>
                  <a:pt x="8388" y="0"/>
                </a:lnTo>
                <a:lnTo>
                  <a:pt x="838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60" name="Freeform: Shape 2359"/>
          <p:cNvSpPr/>
          <p:nvPr/>
        </p:nvSpPr>
        <p:spPr>
          <a:xfrm>
            <a:off x="11439360" y="4695480"/>
            <a:ext cx="9720" cy="1048320"/>
          </a:xfrm>
          <a:custGeom>
            <a:avLst/>
            <a:gdLst/>
            <a:ahLst/>
            <a:cxnLst/>
            <a:rect l="0" t="0" r="r" b="b"/>
            <a:pathLst>
              <a:path w="27" h="2912">
                <a:moveTo>
                  <a:pt x="0" y="0"/>
                </a:moveTo>
                <a:lnTo>
                  <a:pt x="27" y="0"/>
                </a:lnTo>
                <a:lnTo>
                  <a:pt x="27" y="2912"/>
                </a:lnTo>
                <a:lnTo>
                  <a:pt x="0" y="291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61" name="Freeform: Shape 2360"/>
          <p:cNvSpPr/>
          <p:nvPr/>
        </p:nvSpPr>
        <p:spPr>
          <a:xfrm>
            <a:off x="752400" y="57434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62" name="Freeform: Shape 2361"/>
          <p:cNvSpPr/>
          <p:nvPr/>
        </p:nvSpPr>
        <p:spPr>
          <a:xfrm>
            <a:off x="752400" y="5733720"/>
            <a:ext cx="2676600" cy="10080"/>
          </a:xfrm>
          <a:custGeom>
            <a:avLst/>
            <a:gdLst/>
            <a:ahLst/>
            <a:cxnLst/>
            <a:rect l="0" t="0" r="r" b="b"/>
            <a:pathLst>
              <a:path w="7435" h="28">
                <a:moveTo>
                  <a:pt x="0" y="0"/>
                </a:moveTo>
                <a:lnTo>
                  <a:pt x="7435" y="0"/>
                </a:lnTo>
                <a:lnTo>
                  <a:pt x="743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63" name="Freeform: Shape 2362"/>
          <p:cNvSpPr/>
          <p:nvPr/>
        </p:nvSpPr>
        <p:spPr>
          <a:xfrm>
            <a:off x="3419280" y="57434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64" name="Freeform: Shape 2363"/>
          <p:cNvSpPr/>
          <p:nvPr/>
        </p:nvSpPr>
        <p:spPr>
          <a:xfrm>
            <a:off x="3428640" y="5733720"/>
            <a:ext cx="2419920" cy="10080"/>
          </a:xfrm>
          <a:custGeom>
            <a:avLst/>
            <a:gdLst/>
            <a:ahLst/>
            <a:cxnLst/>
            <a:rect l="0" t="0" r="r" b="b"/>
            <a:pathLst>
              <a:path w="6722" h="28">
                <a:moveTo>
                  <a:pt x="0" y="0"/>
                </a:moveTo>
                <a:lnTo>
                  <a:pt x="6722" y="0"/>
                </a:lnTo>
                <a:lnTo>
                  <a:pt x="6722"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65" name="Freeform: Shape 2364"/>
          <p:cNvSpPr/>
          <p:nvPr/>
        </p:nvSpPr>
        <p:spPr>
          <a:xfrm>
            <a:off x="5838480" y="5743440"/>
            <a:ext cx="10080" cy="743400"/>
          </a:xfrm>
          <a:custGeom>
            <a:avLst/>
            <a:gdLst/>
            <a:ahLst/>
            <a:cxnLst/>
            <a:rect l="0" t="0" r="r" b="b"/>
            <a:pathLst>
              <a:path w="28" h="2065">
                <a:moveTo>
                  <a:pt x="0" y="0"/>
                </a:moveTo>
                <a:lnTo>
                  <a:pt x="28" y="0"/>
                </a:lnTo>
                <a:lnTo>
                  <a:pt x="28"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66" name="Freeform: Shape 2365"/>
          <p:cNvSpPr/>
          <p:nvPr/>
        </p:nvSpPr>
        <p:spPr>
          <a:xfrm>
            <a:off x="5848200" y="5733720"/>
            <a:ext cx="2581560" cy="10080"/>
          </a:xfrm>
          <a:custGeom>
            <a:avLst/>
            <a:gdLst/>
            <a:ahLst/>
            <a:cxnLst/>
            <a:rect l="0" t="0" r="r" b="b"/>
            <a:pathLst>
              <a:path w="7171" h="28">
                <a:moveTo>
                  <a:pt x="0" y="0"/>
                </a:moveTo>
                <a:lnTo>
                  <a:pt x="7171" y="0"/>
                </a:lnTo>
                <a:lnTo>
                  <a:pt x="717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67" name="Freeform: Shape 2366"/>
          <p:cNvSpPr/>
          <p:nvPr/>
        </p:nvSpPr>
        <p:spPr>
          <a:xfrm>
            <a:off x="8420040" y="57434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68" name="Freeform: Shape 2367"/>
          <p:cNvSpPr/>
          <p:nvPr/>
        </p:nvSpPr>
        <p:spPr>
          <a:xfrm>
            <a:off x="8429400" y="5733720"/>
            <a:ext cx="3019680" cy="10080"/>
          </a:xfrm>
          <a:custGeom>
            <a:avLst/>
            <a:gdLst/>
            <a:ahLst/>
            <a:cxnLst/>
            <a:rect l="0" t="0" r="r" b="b"/>
            <a:pathLst>
              <a:path w="8388" h="28">
                <a:moveTo>
                  <a:pt x="0" y="0"/>
                </a:moveTo>
                <a:lnTo>
                  <a:pt x="8388" y="0"/>
                </a:lnTo>
                <a:lnTo>
                  <a:pt x="838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69" name="Freeform: Shape 2368"/>
          <p:cNvSpPr/>
          <p:nvPr/>
        </p:nvSpPr>
        <p:spPr>
          <a:xfrm>
            <a:off x="11439360" y="574344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70" name="Freeform: Shape 2369"/>
          <p:cNvSpPr/>
          <p:nvPr/>
        </p:nvSpPr>
        <p:spPr>
          <a:xfrm>
            <a:off x="752400" y="6476760"/>
            <a:ext cx="2676600" cy="10080"/>
          </a:xfrm>
          <a:custGeom>
            <a:avLst/>
            <a:gdLst/>
            <a:ahLst/>
            <a:cxnLst/>
            <a:rect l="0" t="0" r="r" b="b"/>
            <a:pathLst>
              <a:path w="7435" h="28">
                <a:moveTo>
                  <a:pt x="0" y="0"/>
                </a:moveTo>
                <a:lnTo>
                  <a:pt x="7435" y="0"/>
                </a:lnTo>
                <a:lnTo>
                  <a:pt x="743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71" name="Freeform: Shape 2370"/>
          <p:cNvSpPr/>
          <p:nvPr/>
        </p:nvSpPr>
        <p:spPr>
          <a:xfrm>
            <a:off x="3428640" y="6476760"/>
            <a:ext cx="2419920" cy="10080"/>
          </a:xfrm>
          <a:custGeom>
            <a:avLst/>
            <a:gdLst/>
            <a:ahLst/>
            <a:cxnLst/>
            <a:rect l="0" t="0" r="r" b="b"/>
            <a:pathLst>
              <a:path w="6722" h="28">
                <a:moveTo>
                  <a:pt x="0" y="0"/>
                </a:moveTo>
                <a:lnTo>
                  <a:pt x="6722" y="0"/>
                </a:lnTo>
                <a:lnTo>
                  <a:pt x="6722"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72" name="Freeform: Shape 2371"/>
          <p:cNvSpPr/>
          <p:nvPr/>
        </p:nvSpPr>
        <p:spPr>
          <a:xfrm>
            <a:off x="5848200" y="6476760"/>
            <a:ext cx="2581560" cy="10080"/>
          </a:xfrm>
          <a:custGeom>
            <a:avLst/>
            <a:gdLst/>
            <a:ahLst/>
            <a:cxnLst/>
            <a:rect l="0" t="0" r="r" b="b"/>
            <a:pathLst>
              <a:path w="7171" h="28">
                <a:moveTo>
                  <a:pt x="0" y="0"/>
                </a:moveTo>
                <a:lnTo>
                  <a:pt x="7171" y="0"/>
                </a:lnTo>
                <a:lnTo>
                  <a:pt x="7171"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73" name="Freeform: Shape 2372"/>
          <p:cNvSpPr/>
          <p:nvPr/>
        </p:nvSpPr>
        <p:spPr>
          <a:xfrm>
            <a:off x="8429400" y="6476760"/>
            <a:ext cx="3019680" cy="10080"/>
          </a:xfrm>
          <a:custGeom>
            <a:avLst/>
            <a:gdLst/>
            <a:ahLst/>
            <a:cxnLst/>
            <a:rect l="0" t="0" r="r" b="b"/>
            <a:pathLst>
              <a:path w="8388" h="28">
                <a:moveTo>
                  <a:pt x="0" y="0"/>
                </a:moveTo>
                <a:lnTo>
                  <a:pt x="8388" y="0"/>
                </a:lnTo>
                <a:lnTo>
                  <a:pt x="838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74" name="TextBox 2373"/>
          <p:cNvSpPr txBox="1"/>
          <p:nvPr/>
        </p:nvSpPr>
        <p:spPr>
          <a:xfrm>
            <a:off x="747720" y="758520"/>
            <a:ext cx="5948280" cy="373680"/>
          </a:xfrm>
          <a:prstGeom prst="rect">
            <a:avLst/>
          </a:prstGeom>
          <a:noFill/>
          <a:ln w="0">
            <a:noFill/>
          </a:ln>
        </p:spPr>
        <p:txBody>
          <a:bodyPr wrap="none" lIns="0" tIns="0" rIns="0" bIns="0" anchor="t">
            <a:spAutoFit/>
          </a:bodyPr>
          <a:lstStyle/>
          <a:p>
            <a:r>
              <a:rPr lang="en-GB" sz="2420" b="0" u="none" strike="noStrike">
                <a:solidFill>
                  <a:srgbClr val="2F2F2F"/>
                </a:solidFill>
                <a:effectLst/>
                <a:uFillTx/>
                <a:latin typeface="Inter"/>
                <a:ea typeface="Inter"/>
              </a:rPr>
              <a:t>3.4 Rules Engine (21 features) ...cont 4/4</a:t>
            </a:r>
            <a:endParaRPr lang="en-GB" sz="2420" b="0" u="none" strike="noStrike">
              <a:solidFill>
                <a:srgbClr val="000000"/>
              </a:solidFill>
              <a:effectLst/>
              <a:uFillTx/>
              <a:latin typeface="Times New Roman"/>
            </a:endParaRPr>
          </a:p>
        </p:txBody>
      </p:sp>
      <p:sp>
        <p:nvSpPr>
          <p:cNvPr id="2375" name="TextBox 2374"/>
          <p:cNvSpPr txBox="1"/>
          <p:nvPr/>
        </p:nvSpPr>
        <p:spPr>
          <a:xfrm>
            <a:off x="1748880" y="1396440"/>
            <a:ext cx="689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Feature</a:t>
            </a:r>
            <a:endParaRPr lang="en-GB" sz="1500" b="0" u="none" strike="noStrike">
              <a:solidFill>
                <a:srgbClr val="000000"/>
              </a:solidFill>
              <a:effectLst/>
              <a:uFillTx/>
              <a:latin typeface="Times New Roman"/>
            </a:endParaRPr>
          </a:p>
        </p:txBody>
      </p:sp>
      <p:sp>
        <p:nvSpPr>
          <p:cNvPr id="2376" name="TextBox 2375"/>
          <p:cNvSpPr txBox="1"/>
          <p:nvPr/>
        </p:nvSpPr>
        <p:spPr>
          <a:xfrm>
            <a:off x="4411080" y="1396440"/>
            <a:ext cx="458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Type</a:t>
            </a:r>
            <a:endParaRPr lang="en-GB" sz="1500" b="0" u="none" strike="noStrike">
              <a:solidFill>
                <a:srgbClr val="000000"/>
              </a:solidFill>
              <a:effectLst/>
              <a:uFillTx/>
              <a:latin typeface="Times New Roman"/>
            </a:endParaRPr>
          </a:p>
        </p:txBody>
      </p:sp>
      <p:sp>
        <p:nvSpPr>
          <p:cNvPr id="2377" name="TextBox 2376"/>
          <p:cNvSpPr txBox="1"/>
          <p:nvPr/>
        </p:nvSpPr>
        <p:spPr>
          <a:xfrm>
            <a:off x="6843240" y="1396440"/>
            <a:ext cx="567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Status</a:t>
            </a:r>
            <a:endParaRPr lang="en-GB" sz="1500" b="0" u="none" strike="noStrike">
              <a:solidFill>
                <a:srgbClr val="000000"/>
              </a:solidFill>
              <a:effectLst/>
              <a:uFillTx/>
              <a:latin typeface="Times New Roman"/>
            </a:endParaRPr>
          </a:p>
        </p:txBody>
      </p:sp>
      <p:sp>
        <p:nvSpPr>
          <p:cNvPr id="2378" name="TextBox 2377"/>
          <p:cNvSpPr txBox="1"/>
          <p:nvPr/>
        </p:nvSpPr>
        <p:spPr>
          <a:xfrm>
            <a:off x="9663840" y="1396440"/>
            <a:ext cx="532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Notes</a:t>
            </a:r>
            <a:endParaRPr lang="en-GB" sz="1500" b="0" u="none" strike="noStrike">
              <a:solidFill>
                <a:srgbClr val="000000"/>
              </a:solidFill>
              <a:effectLst/>
              <a:uFillTx/>
              <a:latin typeface="Times New Roman"/>
            </a:endParaRPr>
          </a:p>
        </p:txBody>
      </p:sp>
      <p:sp>
        <p:nvSpPr>
          <p:cNvPr id="2379" name="TextBox 2378"/>
          <p:cNvSpPr txBox="1"/>
          <p:nvPr/>
        </p:nvSpPr>
        <p:spPr>
          <a:xfrm>
            <a:off x="880920" y="1825200"/>
            <a:ext cx="17906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Employer Feedback</a:t>
            </a:r>
            <a:endParaRPr lang="en-GB" sz="1500" b="0" u="none" strike="noStrike">
              <a:solidFill>
                <a:srgbClr val="000000"/>
              </a:solidFill>
              <a:effectLst/>
              <a:uFillTx/>
              <a:latin typeface="Times New Roman"/>
            </a:endParaRPr>
          </a:p>
        </p:txBody>
      </p:sp>
      <p:sp>
        <p:nvSpPr>
          <p:cNvPr id="2380" name="Freeform: Shape 2379"/>
          <p:cNvSpPr/>
          <p:nvPr/>
        </p:nvSpPr>
        <p:spPr>
          <a:xfrm>
            <a:off x="4324320" y="1990440"/>
            <a:ext cx="190800" cy="190800"/>
          </a:xfrm>
          <a:custGeom>
            <a:avLst/>
            <a:gdLst/>
            <a:ahLst/>
            <a:cxnLst/>
            <a:rect l="0" t="0" r="r" b="b"/>
            <a:pathLst>
              <a:path w="530" h="530">
                <a:moveTo>
                  <a:pt x="530" y="472"/>
                </a:moveTo>
                <a:cubicBezTo>
                  <a:pt x="530" y="504"/>
                  <a:pt x="503" y="530"/>
                  <a:pt x="471" y="530"/>
                </a:cubicBezTo>
                <a:lnTo>
                  <a:pt x="58" y="530"/>
                </a:lnTo>
                <a:cubicBezTo>
                  <a:pt x="26" y="530"/>
                  <a:pt x="0" y="504"/>
                  <a:pt x="0" y="472"/>
                </a:cubicBezTo>
                <a:lnTo>
                  <a:pt x="0" y="60"/>
                </a:lnTo>
                <a:cubicBezTo>
                  <a:pt x="0" y="28"/>
                  <a:pt x="26" y="0"/>
                  <a:pt x="58" y="0"/>
                </a:cubicBezTo>
                <a:lnTo>
                  <a:pt x="471" y="0"/>
                </a:lnTo>
                <a:cubicBezTo>
                  <a:pt x="503" y="0"/>
                  <a:pt x="530" y="28"/>
                  <a:pt x="530" y="60"/>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381" name="Freeform: Shape 2380"/>
          <p:cNvSpPr/>
          <p:nvPr/>
        </p:nvSpPr>
        <p:spPr>
          <a:xfrm>
            <a:off x="4332240" y="2053080"/>
            <a:ext cx="177480" cy="65520"/>
          </a:xfrm>
          <a:custGeom>
            <a:avLst/>
            <a:gdLst/>
            <a:ahLst/>
            <a:cxnLst/>
            <a:rect l="0" t="0" r="r" b="b"/>
            <a:pathLst>
              <a:path w="493" h="182">
                <a:moveTo>
                  <a:pt x="19" y="0"/>
                </a:moveTo>
                <a:cubicBezTo>
                  <a:pt x="24" y="0"/>
                  <a:pt x="31" y="3"/>
                  <a:pt x="35" y="8"/>
                </a:cubicBezTo>
                <a:lnTo>
                  <a:pt x="114" y="114"/>
                </a:lnTo>
                <a:lnTo>
                  <a:pt x="114" y="19"/>
                </a:lnTo>
                <a:cubicBezTo>
                  <a:pt x="114" y="7"/>
                  <a:pt x="122" y="0"/>
                  <a:pt x="133" y="0"/>
                </a:cubicBezTo>
                <a:cubicBezTo>
                  <a:pt x="144" y="0"/>
                  <a:pt x="152" y="7"/>
                  <a:pt x="152" y="19"/>
                </a:cubicBezTo>
                <a:lnTo>
                  <a:pt x="152" y="162"/>
                </a:lnTo>
                <a:cubicBezTo>
                  <a:pt x="152" y="175"/>
                  <a:pt x="144" y="182"/>
                  <a:pt x="133" y="182"/>
                </a:cubicBezTo>
                <a:cubicBezTo>
                  <a:pt x="128" y="182"/>
                  <a:pt x="121" y="178"/>
                  <a:pt x="117" y="173"/>
                </a:cubicBezTo>
                <a:lnTo>
                  <a:pt x="38" y="68"/>
                </a:lnTo>
                <a:lnTo>
                  <a:pt x="38" y="162"/>
                </a:lnTo>
                <a:cubicBezTo>
                  <a:pt x="38" y="175"/>
                  <a:pt x="30" y="182"/>
                  <a:pt x="19" y="182"/>
                </a:cubicBezTo>
                <a:cubicBezTo>
                  <a:pt x="8" y="182"/>
                  <a:pt x="0" y="175"/>
                  <a:pt x="0" y="162"/>
                </a:cubicBezTo>
                <a:lnTo>
                  <a:pt x="0" y="19"/>
                </a:lnTo>
                <a:cubicBezTo>
                  <a:pt x="0" y="7"/>
                  <a:pt x="8" y="0"/>
                  <a:pt x="19" y="0"/>
                </a:cubicBezTo>
                <a:moveTo>
                  <a:pt x="163" y="23"/>
                </a:moveTo>
                <a:cubicBezTo>
                  <a:pt x="163" y="10"/>
                  <a:pt x="169" y="1"/>
                  <a:pt x="182" y="1"/>
                </a:cubicBezTo>
                <a:lnTo>
                  <a:pt x="244" y="1"/>
                </a:lnTo>
                <a:cubicBezTo>
                  <a:pt x="256" y="1"/>
                  <a:pt x="262" y="10"/>
                  <a:pt x="262" y="18"/>
                </a:cubicBezTo>
                <a:cubicBezTo>
                  <a:pt x="262" y="27"/>
                  <a:pt x="256" y="36"/>
                  <a:pt x="244" y="36"/>
                </a:cubicBezTo>
                <a:lnTo>
                  <a:pt x="200" y="36"/>
                </a:lnTo>
                <a:lnTo>
                  <a:pt x="200" y="72"/>
                </a:lnTo>
                <a:lnTo>
                  <a:pt x="241" y="72"/>
                </a:lnTo>
                <a:cubicBezTo>
                  <a:pt x="253" y="72"/>
                  <a:pt x="259" y="81"/>
                  <a:pt x="259" y="89"/>
                </a:cubicBezTo>
                <a:cubicBezTo>
                  <a:pt x="259" y="98"/>
                  <a:pt x="253" y="107"/>
                  <a:pt x="241" y="107"/>
                </a:cubicBezTo>
                <a:lnTo>
                  <a:pt x="200" y="107"/>
                </a:lnTo>
                <a:lnTo>
                  <a:pt x="200" y="145"/>
                </a:lnTo>
                <a:lnTo>
                  <a:pt x="246" y="145"/>
                </a:lnTo>
                <a:cubicBezTo>
                  <a:pt x="258" y="145"/>
                  <a:pt x="264" y="154"/>
                  <a:pt x="264" y="163"/>
                </a:cubicBezTo>
                <a:cubicBezTo>
                  <a:pt x="264" y="171"/>
                  <a:pt x="258" y="180"/>
                  <a:pt x="246" y="180"/>
                </a:cubicBezTo>
                <a:lnTo>
                  <a:pt x="182" y="180"/>
                </a:lnTo>
                <a:cubicBezTo>
                  <a:pt x="171" y="180"/>
                  <a:pt x="163" y="173"/>
                  <a:pt x="163" y="161"/>
                </a:cubicBezTo>
                <a:lnTo>
                  <a:pt x="163" y="23"/>
                </a:lnTo>
                <a:moveTo>
                  <a:pt x="270" y="25"/>
                </a:moveTo>
                <a:cubicBezTo>
                  <a:pt x="269" y="21"/>
                  <a:pt x="269" y="20"/>
                  <a:pt x="269" y="16"/>
                </a:cubicBezTo>
                <a:cubicBezTo>
                  <a:pt x="269" y="8"/>
                  <a:pt x="276" y="0"/>
                  <a:pt x="287" y="0"/>
                </a:cubicBezTo>
                <a:cubicBezTo>
                  <a:pt x="299" y="0"/>
                  <a:pt x="305" y="7"/>
                  <a:pt x="307" y="18"/>
                </a:cubicBezTo>
                <a:lnTo>
                  <a:pt x="328" y="124"/>
                </a:lnTo>
                <a:lnTo>
                  <a:pt x="329" y="124"/>
                </a:lnTo>
                <a:lnTo>
                  <a:pt x="361" y="14"/>
                </a:lnTo>
                <a:cubicBezTo>
                  <a:pt x="364" y="5"/>
                  <a:pt x="371" y="0"/>
                  <a:pt x="381" y="0"/>
                </a:cubicBezTo>
                <a:cubicBezTo>
                  <a:pt x="390" y="0"/>
                  <a:pt x="397" y="5"/>
                  <a:pt x="400" y="14"/>
                </a:cubicBezTo>
                <a:lnTo>
                  <a:pt x="433" y="124"/>
                </a:lnTo>
                <a:lnTo>
                  <a:pt x="454" y="18"/>
                </a:lnTo>
                <a:cubicBezTo>
                  <a:pt x="457" y="7"/>
                  <a:pt x="462" y="0"/>
                  <a:pt x="474" y="0"/>
                </a:cubicBezTo>
                <a:cubicBezTo>
                  <a:pt x="485" y="0"/>
                  <a:pt x="493" y="8"/>
                  <a:pt x="493" y="16"/>
                </a:cubicBezTo>
                <a:cubicBezTo>
                  <a:pt x="493" y="20"/>
                  <a:pt x="493" y="21"/>
                  <a:pt x="492" y="25"/>
                </a:cubicBezTo>
                <a:lnTo>
                  <a:pt x="459" y="162"/>
                </a:lnTo>
                <a:cubicBezTo>
                  <a:pt x="457" y="173"/>
                  <a:pt x="449" y="182"/>
                  <a:pt x="435" y="182"/>
                </a:cubicBezTo>
                <a:cubicBezTo>
                  <a:pt x="422" y="182"/>
                  <a:pt x="413" y="174"/>
                  <a:pt x="410" y="163"/>
                </a:cubicBezTo>
                <a:lnTo>
                  <a:pt x="381" y="66"/>
                </a:lnTo>
                <a:lnTo>
                  <a:pt x="380" y="66"/>
                </a:lnTo>
                <a:lnTo>
                  <a:pt x="351" y="163"/>
                </a:lnTo>
                <a:cubicBezTo>
                  <a:pt x="348" y="174"/>
                  <a:pt x="339" y="182"/>
                  <a:pt x="327" y="182"/>
                </a:cubicBezTo>
                <a:cubicBezTo>
                  <a:pt x="313" y="182"/>
                  <a:pt x="304" y="173"/>
                  <a:pt x="302" y="162"/>
                </a:cubicBezTo>
                <a:lnTo>
                  <a:pt x="270"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82" name="TextBox 2381"/>
          <p:cNvSpPr txBox="1"/>
          <p:nvPr/>
        </p:nvSpPr>
        <p:spPr>
          <a:xfrm>
            <a:off x="880920" y="2130120"/>
            <a:ext cx="14479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Preference Rule</a:t>
            </a:r>
            <a:endParaRPr lang="en-GB" sz="1500" b="0" u="none" strike="noStrike">
              <a:solidFill>
                <a:srgbClr val="000000"/>
              </a:solidFill>
              <a:effectLst/>
              <a:uFillTx/>
              <a:latin typeface="Times New Roman"/>
            </a:endParaRPr>
          </a:p>
        </p:txBody>
      </p:sp>
      <p:sp>
        <p:nvSpPr>
          <p:cNvPr id="2383" name="Freeform: Shape 2382"/>
          <p:cNvSpPr/>
          <p:nvPr/>
        </p:nvSpPr>
        <p:spPr>
          <a:xfrm>
            <a:off x="7038720" y="1990440"/>
            <a:ext cx="190800" cy="190800"/>
          </a:xfrm>
          <a:custGeom>
            <a:avLst/>
            <a:gdLst/>
            <a:ahLst/>
            <a:cxnLst/>
            <a:rect l="0" t="0" r="r" b="b"/>
            <a:pathLst>
              <a:path w="530" h="530">
                <a:moveTo>
                  <a:pt x="530" y="472"/>
                </a:moveTo>
                <a:cubicBezTo>
                  <a:pt x="530" y="504"/>
                  <a:pt x="504" y="530"/>
                  <a:pt x="472" y="530"/>
                </a:cubicBezTo>
                <a:lnTo>
                  <a:pt x="59" y="530"/>
                </a:lnTo>
                <a:cubicBezTo>
                  <a:pt x="27" y="530"/>
                  <a:pt x="0" y="504"/>
                  <a:pt x="0" y="472"/>
                </a:cubicBezTo>
                <a:lnTo>
                  <a:pt x="0" y="60"/>
                </a:lnTo>
                <a:cubicBezTo>
                  <a:pt x="0" y="28"/>
                  <a:pt x="27" y="0"/>
                  <a:pt x="59" y="0"/>
                </a:cubicBezTo>
                <a:lnTo>
                  <a:pt x="472" y="0"/>
                </a:lnTo>
                <a:cubicBezTo>
                  <a:pt x="504" y="0"/>
                  <a:pt x="530" y="28"/>
                  <a:pt x="530" y="60"/>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84" name="Freeform: Shape 2383"/>
          <p:cNvSpPr/>
          <p:nvPr/>
        </p:nvSpPr>
        <p:spPr>
          <a:xfrm>
            <a:off x="7068960" y="2022120"/>
            <a:ext cx="131040" cy="128880"/>
          </a:xfrm>
          <a:custGeom>
            <a:avLst/>
            <a:gdLst/>
            <a:ahLst/>
            <a:cxnLst/>
            <a:rect l="0" t="0" r="r" b="b"/>
            <a:pathLst>
              <a:path w="364" h="358">
                <a:moveTo>
                  <a:pt x="348" y="6"/>
                </a:moveTo>
                <a:cubicBezTo>
                  <a:pt x="331" y="-5"/>
                  <a:pt x="308" y="0"/>
                  <a:pt x="297" y="17"/>
                </a:cubicBezTo>
                <a:lnTo>
                  <a:pt x="136" y="264"/>
                </a:lnTo>
                <a:lnTo>
                  <a:pt x="62" y="195"/>
                </a:lnTo>
                <a:cubicBezTo>
                  <a:pt x="47" y="181"/>
                  <a:pt x="24" y="182"/>
                  <a:pt x="10" y="197"/>
                </a:cubicBezTo>
                <a:cubicBezTo>
                  <a:pt x="-4" y="212"/>
                  <a:pt x="-3" y="235"/>
                  <a:pt x="12" y="249"/>
                </a:cubicBezTo>
                <a:lnTo>
                  <a:pt x="118" y="348"/>
                </a:lnTo>
                <a:cubicBezTo>
                  <a:pt x="125" y="354"/>
                  <a:pt x="134" y="358"/>
                  <a:pt x="143" y="358"/>
                </a:cubicBezTo>
                <a:cubicBezTo>
                  <a:pt x="154" y="358"/>
                  <a:pt x="166" y="353"/>
                  <a:pt x="175" y="341"/>
                </a:cubicBezTo>
                <a:cubicBezTo>
                  <a:pt x="180" y="333"/>
                  <a:pt x="358" y="57"/>
                  <a:pt x="358" y="57"/>
                </a:cubicBezTo>
                <a:cubicBezTo>
                  <a:pt x="369"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85" name="TextBox 2384"/>
          <p:cNvSpPr txBox="1"/>
          <p:nvPr/>
        </p:nvSpPr>
        <p:spPr>
          <a:xfrm>
            <a:off x="4520520" y="197748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386" name="TextBox 2385"/>
          <p:cNvSpPr txBox="1"/>
          <p:nvPr/>
        </p:nvSpPr>
        <p:spPr>
          <a:xfrm>
            <a:off x="8550000" y="1825200"/>
            <a:ext cx="25066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User preference for sharing</a:t>
            </a:r>
            <a:endParaRPr lang="en-GB" sz="1500" b="0" u="none" strike="noStrike">
              <a:solidFill>
                <a:srgbClr val="000000"/>
              </a:solidFill>
              <a:effectLst/>
              <a:uFillTx/>
              <a:latin typeface="Times New Roman"/>
            </a:endParaRPr>
          </a:p>
        </p:txBody>
      </p:sp>
      <p:sp>
        <p:nvSpPr>
          <p:cNvPr id="2387" name="TextBox 2386"/>
          <p:cNvSpPr txBox="1"/>
          <p:nvPr/>
        </p:nvSpPr>
        <p:spPr>
          <a:xfrm>
            <a:off x="8550000" y="2130120"/>
            <a:ext cx="1975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feedback to employer</a:t>
            </a:r>
            <a:endParaRPr lang="en-GB" sz="1500" b="0" u="none" strike="noStrike">
              <a:solidFill>
                <a:srgbClr val="000000"/>
              </a:solidFill>
              <a:effectLst/>
              <a:uFillTx/>
              <a:latin typeface="Times New Roman"/>
            </a:endParaRPr>
          </a:p>
        </p:txBody>
      </p:sp>
      <p:sp>
        <p:nvSpPr>
          <p:cNvPr id="2388" name="TextBox 2387"/>
          <p:cNvSpPr txBox="1"/>
          <p:nvPr/>
        </p:nvSpPr>
        <p:spPr>
          <a:xfrm>
            <a:off x="880920" y="2568240"/>
            <a:ext cx="16048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Health and Safety</a:t>
            </a:r>
            <a:endParaRPr lang="en-GB" sz="1500" b="0" u="none" strike="noStrike">
              <a:solidFill>
                <a:srgbClr val="000000"/>
              </a:solidFill>
              <a:effectLst/>
              <a:uFillTx/>
              <a:latin typeface="Times New Roman"/>
            </a:endParaRPr>
          </a:p>
        </p:txBody>
      </p:sp>
      <p:sp>
        <p:nvSpPr>
          <p:cNvPr id="2389" name="Freeform: Shape 2388"/>
          <p:cNvSpPr/>
          <p:nvPr/>
        </p:nvSpPr>
        <p:spPr>
          <a:xfrm>
            <a:off x="4324320" y="2733480"/>
            <a:ext cx="190800" cy="190800"/>
          </a:xfrm>
          <a:custGeom>
            <a:avLst/>
            <a:gdLst/>
            <a:ahLst/>
            <a:cxnLst/>
            <a:rect l="0" t="0" r="r" b="b"/>
            <a:pathLst>
              <a:path w="530" h="530">
                <a:moveTo>
                  <a:pt x="530" y="471"/>
                </a:moveTo>
                <a:cubicBezTo>
                  <a:pt x="530" y="504"/>
                  <a:pt x="503" y="530"/>
                  <a:pt x="471" y="530"/>
                </a:cubicBezTo>
                <a:lnTo>
                  <a:pt x="58" y="530"/>
                </a:lnTo>
                <a:cubicBezTo>
                  <a:pt x="26" y="530"/>
                  <a:pt x="0" y="504"/>
                  <a:pt x="0" y="471"/>
                </a:cubicBezTo>
                <a:lnTo>
                  <a:pt x="0" y="59"/>
                </a:lnTo>
                <a:cubicBezTo>
                  <a:pt x="0" y="26"/>
                  <a:pt x="26" y="0"/>
                  <a:pt x="58" y="0"/>
                </a:cubicBezTo>
                <a:lnTo>
                  <a:pt x="471" y="0"/>
                </a:lnTo>
                <a:cubicBezTo>
                  <a:pt x="503"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390" name="Freeform: Shape 2389"/>
          <p:cNvSpPr/>
          <p:nvPr/>
        </p:nvSpPr>
        <p:spPr>
          <a:xfrm>
            <a:off x="4332240" y="2795760"/>
            <a:ext cx="177480" cy="65520"/>
          </a:xfrm>
          <a:custGeom>
            <a:avLst/>
            <a:gdLst/>
            <a:ahLst/>
            <a:cxnLst/>
            <a:rect l="0" t="0" r="r" b="b"/>
            <a:pathLst>
              <a:path w="493" h="182">
                <a:moveTo>
                  <a:pt x="19" y="0"/>
                </a:moveTo>
                <a:cubicBezTo>
                  <a:pt x="24" y="0"/>
                  <a:pt x="31" y="4"/>
                  <a:pt x="35" y="9"/>
                </a:cubicBezTo>
                <a:lnTo>
                  <a:pt x="114" y="115"/>
                </a:lnTo>
                <a:lnTo>
                  <a:pt x="114" y="20"/>
                </a:lnTo>
                <a:cubicBezTo>
                  <a:pt x="114" y="7"/>
                  <a:pt x="122" y="0"/>
                  <a:pt x="133" y="0"/>
                </a:cubicBezTo>
                <a:cubicBezTo>
                  <a:pt x="144" y="0"/>
                  <a:pt x="152" y="7"/>
                  <a:pt x="152" y="20"/>
                </a:cubicBezTo>
                <a:lnTo>
                  <a:pt x="152" y="163"/>
                </a:lnTo>
                <a:cubicBezTo>
                  <a:pt x="152" y="175"/>
                  <a:pt x="144" y="182"/>
                  <a:pt x="133" y="182"/>
                </a:cubicBezTo>
                <a:cubicBezTo>
                  <a:pt x="128" y="182"/>
                  <a:pt x="121" y="179"/>
                  <a:pt x="117" y="174"/>
                </a:cubicBezTo>
                <a:lnTo>
                  <a:pt x="38" y="70"/>
                </a:lnTo>
                <a:lnTo>
                  <a:pt x="38" y="163"/>
                </a:lnTo>
                <a:cubicBezTo>
                  <a:pt x="38" y="175"/>
                  <a:pt x="30" y="182"/>
                  <a:pt x="19" y="182"/>
                </a:cubicBezTo>
                <a:cubicBezTo>
                  <a:pt x="8" y="182"/>
                  <a:pt x="0" y="175"/>
                  <a:pt x="0" y="163"/>
                </a:cubicBezTo>
                <a:lnTo>
                  <a:pt x="0" y="20"/>
                </a:lnTo>
                <a:cubicBezTo>
                  <a:pt x="0" y="7"/>
                  <a:pt x="8" y="0"/>
                  <a:pt x="19" y="0"/>
                </a:cubicBezTo>
                <a:moveTo>
                  <a:pt x="163" y="24"/>
                </a:moveTo>
                <a:cubicBezTo>
                  <a:pt x="163" y="11"/>
                  <a:pt x="169" y="2"/>
                  <a:pt x="182" y="2"/>
                </a:cubicBezTo>
                <a:lnTo>
                  <a:pt x="244" y="2"/>
                </a:lnTo>
                <a:cubicBezTo>
                  <a:pt x="256" y="2"/>
                  <a:pt x="262" y="10"/>
                  <a:pt x="262" y="19"/>
                </a:cubicBezTo>
                <a:cubicBezTo>
                  <a:pt x="262" y="28"/>
                  <a:pt x="256" y="36"/>
                  <a:pt x="244" y="36"/>
                </a:cubicBezTo>
                <a:lnTo>
                  <a:pt x="200" y="36"/>
                </a:lnTo>
                <a:lnTo>
                  <a:pt x="200" y="74"/>
                </a:lnTo>
                <a:lnTo>
                  <a:pt x="241" y="74"/>
                </a:lnTo>
                <a:cubicBezTo>
                  <a:pt x="253" y="74"/>
                  <a:pt x="259" y="82"/>
                  <a:pt x="259" y="91"/>
                </a:cubicBezTo>
                <a:cubicBezTo>
                  <a:pt x="259" y="100"/>
                  <a:pt x="253" y="108"/>
                  <a:pt x="241" y="108"/>
                </a:cubicBezTo>
                <a:lnTo>
                  <a:pt x="200" y="108"/>
                </a:lnTo>
                <a:lnTo>
                  <a:pt x="200" y="146"/>
                </a:lnTo>
                <a:lnTo>
                  <a:pt x="246" y="146"/>
                </a:lnTo>
                <a:cubicBezTo>
                  <a:pt x="258" y="146"/>
                  <a:pt x="264" y="155"/>
                  <a:pt x="264" y="164"/>
                </a:cubicBezTo>
                <a:cubicBezTo>
                  <a:pt x="264" y="172"/>
                  <a:pt x="258" y="181"/>
                  <a:pt x="246" y="181"/>
                </a:cubicBezTo>
                <a:lnTo>
                  <a:pt x="182" y="181"/>
                </a:lnTo>
                <a:cubicBezTo>
                  <a:pt x="171" y="181"/>
                  <a:pt x="163" y="173"/>
                  <a:pt x="163" y="162"/>
                </a:cubicBezTo>
                <a:lnTo>
                  <a:pt x="163" y="24"/>
                </a:lnTo>
                <a:moveTo>
                  <a:pt x="270" y="25"/>
                </a:moveTo>
                <a:cubicBezTo>
                  <a:pt x="269" y="22"/>
                  <a:pt x="269" y="20"/>
                  <a:pt x="269" y="17"/>
                </a:cubicBezTo>
                <a:cubicBezTo>
                  <a:pt x="269" y="9"/>
                  <a:pt x="276" y="0"/>
                  <a:pt x="287" y="0"/>
                </a:cubicBezTo>
                <a:cubicBezTo>
                  <a:pt x="299" y="0"/>
                  <a:pt x="305" y="7"/>
                  <a:pt x="307" y="18"/>
                </a:cubicBezTo>
                <a:lnTo>
                  <a:pt x="328" y="126"/>
                </a:lnTo>
                <a:lnTo>
                  <a:pt x="329" y="126"/>
                </a:lnTo>
                <a:lnTo>
                  <a:pt x="361" y="15"/>
                </a:lnTo>
                <a:cubicBezTo>
                  <a:pt x="364" y="6"/>
                  <a:pt x="371" y="0"/>
                  <a:pt x="381" y="0"/>
                </a:cubicBezTo>
                <a:cubicBezTo>
                  <a:pt x="390" y="0"/>
                  <a:pt x="397" y="6"/>
                  <a:pt x="400" y="15"/>
                </a:cubicBezTo>
                <a:lnTo>
                  <a:pt x="433" y="126"/>
                </a:lnTo>
                <a:lnTo>
                  <a:pt x="454" y="18"/>
                </a:lnTo>
                <a:cubicBezTo>
                  <a:pt x="457" y="7"/>
                  <a:pt x="462" y="0"/>
                  <a:pt x="474" y="0"/>
                </a:cubicBezTo>
                <a:cubicBezTo>
                  <a:pt x="485" y="0"/>
                  <a:pt x="493" y="9"/>
                  <a:pt x="493" y="17"/>
                </a:cubicBezTo>
                <a:cubicBezTo>
                  <a:pt x="493" y="20"/>
                  <a:pt x="493" y="22"/>
                  <a:pt x="492" y="25"/>
                </a:cubicBezTo>
                <a:lnTo>
                  <a:pt x="459" y="163"/>
                </a:lnTo>
                <a:cubicBezTo>
                  <a:pt x="457" y="173"/>
                  <a:pt x="449" y="182"/>
                  <a:pt x="435" y="182"/>
                </a:cubicBezTo>
                <a:cubicBezTo>
                  <a:pt x="422" y="182"/>
                  <a:pt x="413" y="174"/>
                  <a:pt x="410" y="164"/>
                </a:cubicBezTo>
                <a:lnTo>
                  <a:pt x="381" y="68"/>
                </a:lnTo>
                <a:lnTo>
                  <a:pt x="380" y="68"/>
                </a:lnTo>
                <a:lnTo>
                  <a:pt x="351" y="164"/>
                </a:lnTo>
                <a:cubicBezTo>
                  <a:pt x="348" y="174"/>
                  <a:pt x="339" y="182"/>
                  <a:pt x="327" y="182"/>
                </a:cubicBezTo>
                <a:cubicBezTo>
                  <a:pt x="313" y="182"/>
                  <a:pt x="304" y="173"/>
                  <a:pt x="302" y="163"/>
                </a:cubicBezTo>
                <a:lnTo>
                  <a:pt x="270"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91" name="TextBox 2390"/>
          <p:cNvSpPr txBox="1"/>
          <p:nvPr/>
        </p:nvSpPr>
        <p:spPr>
          <a:xfrm>
            <a:off x="880920" y="2872800"/>
            <a:ext cx="10018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Preference</a:t>
            </a:r>
            <a:endParaRPr lang="en-GB" sz="1500" b="0" u="none" strike="noStrike">
              <a:solidFill>
                <a:srgbClr val="000000"/>
              </a:solidFill>
              <a:effectLst/>
              <a:uFillTx/>
              <a:latin typeface="Times New Roman"/>
            </a:endParaRPr>
          </a:p>
        </p:txBody>
      </p:sp>
      <p:sp>
        <p:nvSpPr>
          <p:cNvPr id="2392" name="Freeform: Shape 2391"/>
          <p:cNvSpPr/>
          <p:nvPr/>
        </p:nvSpPr>
        <p:spPr>
          <a:xfrm>
            <a:off x="7038720" y="2733480"/>
            <a:ext cx="190800" cy="190800"/>
          </a:xfrm>
          <a:custGeom>
            <a:avLst/>
            <a:gdLst/>
            <a:ahLst/>
            <a:cxnLst/>
            <a:rect l="0" t="0" r="r" b="b"/>
            <a:pathLst>
              <a:path w="530" h="530">
                <a:moveTo>
                  <a:pt x="530" y="471"/>
                </a:moveTo>
                <a:cubicBezTo>
                  <a:pt x="530" y="504"/>
                  <a:pt x="504" y="530"/>
                  <a:pt x="472" y="530"/>
                </a:cubicBezTo>
                <a:lnTo>
                  <a:pt x="59" y="530"/>
                </a:lnTo>
                <a:cubicBezTo>
                  <a:pt x="27" y="530"/>
                  <a:pt x="0" y="504"/>
                  <a:pt x="0" y="471"/>
                </a:cubicBezTo>
                <a:lnTo>
                  <a:pt x="0" y="59"/>
                </a:lnTo>
                <a:cubicBezTo>
                  <a:pt x="0" y="26"/>
                  <a:pt x="27" y="0"/>
                  <a:pt x="59" y="0"/>
                </a:cubicBezTo>
                <a:lnTo>
                  <a:pt x="472"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93" name="Freeform: Shape 2392"/>
          <p:cNvSpPr/>
          <p:nvPr/>
        </p:nvSpPr>
        <p:spPr>
          <a:xfrm>
            <a:off x="7068960" y="2765160"/>
            <a:ext cx="131040" cy="128520"/>
          </a:xfrm>
          <a:custGeom>
            <a:avLst/>
            <a:gdLst/>
            <a:ahLst/>
            <a:cxnLst/>
            <a:rect l="0" t="0" r="r" b="b"/>
            <a:pathLst>
              <a:path w="364" h="357">
                <a:moveTo>
                  <a:pt x="348" y="6"/>
                </a:moveTo>
                <a:cubicBezTo>
                  <a:pt x="331" y="-5"/>
                  <a:pt x="308" y="-1"/>
                  <a:pt x="297" y="16"/>
                </a:cubicBezTo>
                <a:lnTo>
                  <a:pt x="136" y="263"/>
                </a:lnTo>
                <a:lnTo>
                  <a:pt x="62" y="195"/>
                </a:lnTo>
                <a:cubicBezTo>
                  <a:pt x="47" y="181"/>
                  <a:pt x="24" y="182"/>
                  <a:pt x="10" y="197"/>
                </a:cubicBezTo>
                <a:cubicBezTo>
                  <a:pt x="-4" y="212"/>
                  <a:pt x="-3" y="235"/>
                  <a:pt x="12" y="249"/>
                </a:cubicBezTo>
                <a:lnTo>
                  <a:pt x="118" y="348"/>
                </a:lnTo>
                <a:cubicBezTo>
                  <a:pt x="125" y="354"/>
                  <a:pt x="134" y="357"/>
                  <a:pt x="143" y="357"/>
                </a:cubicBezTo>
                <a:cubicBezTo>
                  <a:pt x="154" y="357"/>
                  <a:pt x="166" y="353"/>
                  <a:pt x="175" y="341"/>
                </a:cubicBezTo>
                <a:cubicBezTo>
                  <a:pt x="180" y="333"/>
                  <a:pt x="358" y="56"/>
                  <a:pt x="358" y="56"/>
                </a:cubicBezTo>
                <a:cubicBezTo>
                  <a:pt x="369" y="39"/>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94" name="TextBox 2393"/>
          <p:cNvSpPr txBox="1"/>
          <p:nvPr/>
        </p:nvSpPr>
        <p:spPr>
          <a:xfrm>
            <a:off x="4520520" y="272052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395" name="TextBox 2394"/>
          <p:cNvSpPr txBox="1"/>
          <p:nvPr/>
        </p:nvSpPr>
        <p:spPr>
          <a:xfrm>
            <a:off x="8550000" y="2568240"/>
            <a:ext cx="2633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Health and safety preference</a:t>
            </a:r>
            <a:endParaRPr lang="en-GB" sz="1500" b="0" u="none" strike="noStrike">
              <a:solidFill>
                <a:srgbClr val="000000"/>
              </a:solidFill>
              <a:effectLst/>
              <a:uFillTx/>
              <a:latin typeface="Times New Roman"/>
            </a:endParaRPr>
          </a:p>
        </p:txBody>
      </p:sp>
      <p:sp>
        <p:nvSpPr>
          <p:cNvPr id="2396" name="TextBox 2395"/>
          <p:cNvSpPr txBox="1"/>
          <p:nvPr/>
        </p:nvSpPr>
        <p:spPr>
          <a:xfrm>
            <a:off x="8550000" y="2872800"/>
            <a:ext cx="15242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attending tutorial</a:t>
            </a:r>
            <a:endParaRPr lang="en-GB" sz="1500" b="0" u="none" strike="noStrike">
              <a:solidFill>
                <a:srgbClr val="000000"/>
              </a:solidFill>
              <a:effectLst/>
              <a:uFillTx/>
              <a:latin typeface="Times New Roman"/>
            </a:endParaRPr>
          </a:p>
        </p:txBody>
      </p:sp>
      <p:sp>
        <p:nvSpPr>
          <p:cNvPr id="2397" name="Freeform: Shape 2396"/>
          <p:cNvSpPr/>
          <p:nvPr/>
        </p:nvSpPr>
        <p:spPr>
          <a:xfrm>
            <a:off x="4324320" y="3476520"/>
            <a:ext cx="190800" cy="190800"/>
          </a:xfrm>
          <a:custGeom>
            <a:avLst/>
            <a:gdLst/>
            <a:ahLst/>
            <a:cxnLst/>
            <a:rect l="0" t="0" r="r" b="b"/>
            <a:pathLst>
              <a:path w="530" h="530">
                <a:moveTo>
                  <a:pt x="530" y="471"/>
                </a:moveTo>
                <a:cubicBezTo>
                  <a:pt x="530" y="504"/>
                  <a:pt x="503" y="530"/>
                  <a:pt x="471" y="530"/>
                </a:cubicBezTo>
                <a:lnTo>
                  <a:pt x="58" y="530"/>
                </a:lnTo>
                <a:cubicBezTo>
                  <a:pt x="26" y="530"/>
                  <a:pt x="0" y="504"/>
                  <a:pt x="0" y="471"/>
                </a:cubicBezTo>
                <a:lnTo>
                  <a:pt x="0" y="59"/>
                </a:lnTo>
                <a:cubicBezTo>
                  <a:pt x="0" y="26"/>
                  <a:pt x="26" y="0"/>
                  <a:pt x="58" y="0"/>
                </a:cubicBezTo>
                <a:lnTo>
                  <a:pt x="471" y="0"/>
                </a:lnTo>
                <a:cubicBezTo>
                  <a:pt x="503"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398" name="Freeform: Shape 2397"/>
          <p:cNvSpPr/>
          <p:nvPr/>
        </p:nvSpPr>
        <p:spPr>
          <a:xfrm>
            <a:off x="4332240" y="3538800"/>
            <a:ext cx="177480" cy="65520"/>
          </a:xfrm>
          <a:custGeom>
            <a:avLst/>
            <a:gdLst/>
            <a:ahLst/>
            <a:cxnLst/>
            <a:rect l="0" t="0" r="r" b="b"/>
            <a:pathLst>
              <a:path w="493" h="182">
                <a:moveTo>
                  <a:pt x="19" y="0"/>
                </a:moveTo>
                <a:cubicBezTo>
                  <a:pt x="24" y="0"/>
                  <a:pt x="31" y="4"/>
                  <a:pt x="35" y="8"/>
                </a:cubicBezTo>
                <a:lnTo>
                  <a:pt x="114" y="114"/>
                </a:lnTo>
                <a:lnTo>
                  <a:pt x="114" y="20"/>
                </a:lnTo>
                <a:cubicBezTo>
                  <a:pt x="114" y="7"/>
                  <a:pt x="122" y="0"/>
                  <a:pt x="133" y="0"/>
                </a:cubicBezTo>
                <a:cubicBezTo>
                  <a:pt x="144" y="0"/>
                  <a:pt x="152" y="7"/>
                  <a:pt x="152" y="20"/>
                </a:cubicBezTo>
                <a:lnTo>
                  <a:pt x="152" y="163"/>
                </a:lnTo>
                <a:cubicBezTo>
                  <a:pt x="152" y="175"/>
                  <a:pt x="144" y="182"/>
                  <a:pt x="133" y="182"/>
                </a:cubicBezTo>
                <a:cubicBezTo>
                  <a:pt x="128" y="182"/>
                  <a:pt x="121" y="178"/>
                  <a:pt x="117" y="174"/>
                </a:cubicBezTo>
                <a:lnTo>
                  <a:pt x="38" y="68"/>
                </a:lnTo>
                <a:lnTo>
                  <a:pt x="38" y="163"/>
                </a:lnTo>
                <a:cubicBezTo>
                  <a:pt x="38" y="175"/>
                  <a:pt x="30" y="182"/>
                  <a:pt x="19" y="182"/>
                </a:cubicBezTo>
                <a:cubicBezTo>
                  <a:pt x="8" y="182"/>
                  <a:pt x="0" y="175"/>
                  <a:pt x="0" y="163"/>
                </a:cubicBezTo>
                <a:lnTo>
                  <a:pt x="0" y="20"/>
                </a:lnTo>
                <a:cubicBezTo>
                  <a:pt x="0" y="7"/>
                  <a:pt x="8" y="0"/>
                  <a:pt x="19" y="0"/>
                </a:cubicBezTo>
                <a:moveTo>
                  <a:pt x="163" y="23"/>
                </a:moveTo>
                <a:cubicBezTo>
                  <a:pt x="163" y="11"/>
                  <a:pt x="169" y="2"/>
                  <a:pt x="182" y="2"/>
                </a:cubicBezTo>
                <a:lnTo>
                  <a:pt x="244" y="2"/>
                </a:lnTo>
                <a:cubicBezTo>
                  <a:pt x="256" y="2"/>
                  <a:pt x="262" y="10"/>
                  <a:pt x="262" y="19"/>
                </a:cubicBezTo>
                <a:cubicBezTo>
                  <a:pt x="262" y="27"/>
                  <a:pt x="256" y="36"/>
                  <a:pt x="244" y="36"/>
                </a:cubicBezTo>
                <a:lnTo>
                  <a:pt x="200" y="36"/>
                </a:lnTo>
                <a:lnTo>
                  <a:pt x="200" y="73"/>
                </a:lnTo>
                <a:lnTo>
                  <a:pt x="241" y="73"/>
                </a:lnTo>
                <a:cubicBezTo>
                  <a:pt x="253" y="73"/>
                  <a:pt x="259" y="81"/>
                  <a:pt x="259" y="90"/>
                </a:cubicBezTo>
                <a:cubicBezTo>
                  <a:pt x="259" y="98"/>
                  <a:pt x="253" y="107"/>
                  <a:pt x="241" y="107"/>
                </a:cubicBezTo>
                <a:lnTo>
                  <a:pt x="200" y="107"/>
                </a:lnTo>
                <a:lnTo>
                  <a:pt x="200" y="145"/>
                </a:lnTo>
                <a:lnTo>
                  <a:pt x="246" y="145"/>
                </a:lnTo>
                <a:cubicBezTo>
                  <a:pt x="258" y="145"/>
                  <a:pt x="264" y="154"/>
                  <a:pt x="264" y="163"/>
                </a:cubicBezTo>
                <a:cubicBezTo>
                  <a:pt x="264" y="172"/>
                  <a:pt x="258" y="181"/>
                  <a:pt x="246" y="181"/>
                </a:cubicBezTo>
                <a:lnTo>
                  <a:pt x="182" y="181"/>
                </a:lnTo>
                <a:cubicBezTo>
                  <a:pt x="171" y="181"/>
                  <a:pt x="163" y="173"/>
                  <a:pt x="163" y="162"/>
                </a:cubicBezTo>
                <a:lnTo>
                  <a:pt x="163" y="23"/>
                </a:lnTo>
                <a:moveTo>
                  <a:pt x="270" y="25"/>
                </a:moveTo>
                <a:cubicBezTo>
                  <a:pt x="269" y="22"/>
                  <a:pt x="269" y="20"/>
                  <a:pt x="269" y="17"/>
                </a:cubicBezTo>
                <a:cubicBezTo>
                  <a:pt x="269" y="9"/>
                  <a:pt x="276" y="0"/>
                  <a:pt x="287" y="0"/>
                </a:cubicBezTo>
                <a:cubicBezTo>
                  <a:pt x="299" y="0"/>
                  <a:pt x="305" y="7"/>
                  <a:pt x="307" y="18"/>
                </a:cubicBezTo>
                <a:lnTo>
                  <a:pt x="328" y="124"/>
                </a:lnTo>
                <a:lnTo>
                  <a:pt x="329" y="124"/>
                </a:lnTo>
                <a:lnTo>
                  <a:pt x="361" y="15"/>
                </a:lnTo>
                <a:cubicBezTo>
                  <a:pt x="364" y="6"/>
                  <a:pt x="371" y="0"/>
                  <a:pt x="381" y="0"/>
                </a:cubicBezTo>
                <a:cubicBezTo>
                  <a:pt x="390" y="0"/>
                  <a:pt x="397" y="6"/>
                  <a:pt x="400" y="15"/>
                </a:cubicBezTo>
                <a:lnTo>
                  <a:pt x="433" y="124"/>
                </a:lnTo>
                <a:lnTo>
                  <a:pt x="454" y="18"/>
                </a:lnTo>
                <a:cubicBezTo>
                  <a:pt x="457" y="7"/>
                  <a:pt x="462" y="0"/>
                  <a:pt x="474" y="0"/>
                </a:cubicBezTo>
                <a:cubicBezTo>
                  <a:pt x="485" y="0"/>
                  <a:pt x="493" y="9"/>
                  <a:pt x="493" y="17"/>
                </a:cubicBezTo>
                <a:cubicBezTo>
                  <a:pt x="493" y="20"/>
                  <a:pt x="493" y="22"/>
                  <a:pt x="492" y="25"/>
                </a:cubicBezTo>
                <a:lnTo>
                  <a:pt x="459" y="163"/>
                </a:lnTo>
                <a:cubicBezTo>
                  <a:pt x="457" y="173"/>
                  <a:pt x="449" y="182"/>
                  <a:pt x="435" y="182"/>
                </a:cubicBezTo>
                <a:cubicBezTo>
                  <a:pt x="422" y="182"/>
                  <a:pt x="413" y="174"/>
                  <a:pt x="410" y="164"/>
                </a:cubicBezTo>
                <a:lnTo>
                  <a:pt x="381" y="66"/>
                </a:lnTo>
                <a:lnTo>
                  <a:pt x="380" y="66"/>
                </a:lnTo>
                <a:lnTo>
                  <a:pt x="351" y="164"/>
                </a:lnTo>
                <a:cubicBezTo>
                  <a:pt x="348" y="174"/>
                  <a:pt x="339" y="182"/>
                  <a:pt x="327" y="182"/>
                </a:cubicBezTo>
                <a:cubicBezTo>
                  <a:pt x="313" y="182"/>
                  <a:pt x="304" y="173"/>
                  <a:pt x="302" y="163"/>
                </a:cubicBezTo>
                <a:lnTo>
                  <a:pt x="270"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399" name="TextBox 2398"/>
          <p:cNvSpPr txBox="1"/>
          <p:nvPr/>
        </p:nvSpPr>
        <p:spPr>
          <a:xfrm>
            <a:off x="880920" y="3463560"/>
            <a:ext cx="1202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Update Rules</a:t>
            </a:r>
            <a:endParaRPr lang="en-GB" sz="1500" b="0" u="none" strike="noStrike">
              <a:solidFill>
                <a:srgbClr val="000000"/>
              </a:solidFill>
              <a:effectLst/>
              <a:uFillTx/>
              <a:latin typeface="Times New Roman"/>
            </a:endParaRPr>
          </a:p>
        </p:txBody>
      </p:sp>
      <p:sp>
        <p:nvSpPr>
          <p:cNvPr id="2400" name="Freeform: Shape 2399"/>
          <p:cNvSpPr/>
          <p:nvPr/>
        </p:nvSpPr>
        <p:spPr>
          <a:xfrm>
            <a:off x="7038720" y="3476520"/>
            <a:ext cx="190800" cy="190800"/>
          </a:xfrm>
          <a:custGeom>
            <a:avLst/>
            <a:gdLst/>
            <a:ahLst/>
            <a:cxnLst/>
            <a:rect l="0" t="0" r="r" b="b"/>
            <a:pathLst>
              <a:path w="530" h="530">
                <a:moveTo>
                  <a:pt x="530" y="471"/>
                </a:moveTo>
                <a:cubicBezTo>
                  <a:pt x="530" y="504"/>
                  <a:pt x="504" y="530"/>
                  <a:pt x="472" y="530"/>
                </a:cubicBezTo>
                <a:lnTo>
                  <a:pt x="59" y="530"/>
                </a:lnTo>
                <a:cubicBezTo>
                  <a:pt x="27" y="530"/>
                  <a:pt x="0" y="504"/>
                  <a:pt x="0" y="471"/>
                </a:cubicBezTo>
                <a:lnTo>
                  <a:pt x="0" y="59"/>
                </a:lnTo>
                <a:cubicBezTo>
                  <a:pt x="0" y="26"/>
                  <a:pt x="27" y="0"/>
                  <a:pt x="59" y="0"/>
                </a:cubicBezTo>
                <a:lnTo>
                  <a:pt x="472"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01" name="Freeform: Shape 2400"/>
          <p:cNvSpPr/>
          <p:nvPr/>
        </p:nvSpPr>
        <p:spPr>
          <a:xfrm>
            <a:off x="7068960" y="3507840"/>
            <a:ext cx="131040" cy="128880"/>
          </a:xfrm>
          <a:custGeom>
            <a:avLst/>
            <a:gdLst/>
            <a:ahLst/>
            <a:cxnLst/>
            <a:rect l="0" t="0" r="r" b="b"/>
            <a:pathLst>
              <a:path w="364" h="358">
                <a:moveTo>
                  <a:pt x="348" y="6"/>
                </a:moveTo>
                <a:cubicBezTo>
                  <a:pt x="331" y="-5"/>
                  <a:pt x="308" y="0"/>
                  <a:pt x="297" y="17"/>
                </a:cubicBezTo>
                <a:lnTo>
                  <a:pt x="136" y="265"/>
                </a:lnTo>
                <a:lnTo>
                  <a:pt x="62" y="196"/>
                </a:lnTo>
                <a:cubicBezTo>
                  <a:pt x="47" y="183"/>
                  <a:pt x="24" y="184"/>
                  <a:pt x="10" y="198"/>
                </a:cubicBezTo>
                <a:cubicBezTo>
                  <a:pt x="-4" y="213"/>
                  <a:pt x="-3" y="237"/>
                  <a:pt x="12" y="250"/>
                </a:cubicBezTo>
                <a:lnTo>
                  <a:pt x="118" y="348"/>
                </a:lnTo>
                <a:cubicBezTo>
                  <a:pt x="125" y="355"/>
                  <a:pt x="134" y="358"/>
                  <a:pt x="143" y="358"/>
                </a:cubicBezTo>
                <a:cubicBezTo>
                  <a:pt x="154" y="358"/>
                  <a:pt x="166" y="354"/>
                  <a:pt x="175" y="341"/>
                </a:cubicBezTo>
                <a:cubicBezTo>
                  <a:pt x="180" y="334"/>
                  <a:pt x="358" y="58"/>
                  <a:pt x="358" y="58"/>
                </a:cubicBezTo>
                <a:cubicBezTo>
                  <a:pt x="369"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02" name="TextBox 2401"/>
          <p:cNvSpPr txBox="1"/>
          <p:nvPr/>
        </p:nvSpPr>
        <p:spPr>
          <a:xfrm>
            <a:off x="4520520" y="346356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403" name="TextBox 2402"/>
          <p:cNvSpPr txBox="1"/>
          <p:nvPr/>
        </p:nvSpPr>
        <p:spPr>
          <a:xfrm>
            <a:off x="8550000" y="3301560"/>
            <a:ext cx="2579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Rule for applying changes to</a:t>
            </a:r>
            <a:endParaRPr lang="en-GB" sz="1500" b="0" u="none" strike="noStrike">
              <a:solidFill>
                <a:srgbClr val="000000"/>
              </a:solidFill>
              <a:effectLst/>
              <a:uFillTx/>
              <a:latin typeface="Times New Roman"/>
            </a:endParaRPr>
          </a:p>
        </p:txBody>
      </p:sp>
      <p:sp>
        <p:nvSpPr>
          <p:cNvPr id="2404" name="TextBox 2403"/>
          <p:cNvSpPr txBox="1"/>
          <p:nvPr/>
        </p:nvSpPr>
        <p:spPr>
          <a:xfrm>
            <a:off x="8550000" y="3615840"/>
            <a:ext cx="5868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orders</a:t>
            </a:r>
            <a:endParaRPr lang="en-GB" sz="1500" b="0" u="none" strike="noStrike">
              <a:solidFill>
                <a:srgbClr val="000000"/>
              </a:solidFill>
              <a:effectLst/>
              <a:uFillTx/>
              <a:latin typeface="Times New Roman"/>
            </a:endParaRPr>
          </a:p>
        </p:txBody>
      </p:sp>
      <p:sp>
        <p:nvSpPr>
          <p:cNvPr id="2405" name="Freeform: Shape 2404"/>
          <p:cNvSpPr/>
          <p:nvPr/>
        </p:nvSpPr>
        <p:spPr>
          <a:xfrm>
            <a:off x="4324320" y="4209840"/>
            <a:ext cx="190800" cy="190800"/>
          </a:xfrm>
          <a:custGeom>
            <a:avLst/>
            <a:gdLst/>
            <a:ahLst/>
            <a:cxnLst/>
            <a:rect l="0" t="0" r="r" b="b"/>
            <a:pathLst>
              <a:path w="530" h="530">
                <a:moveTo>
                  <a:pt x="530" y="471"/>
                </a:moveTo>
                <a:cubicBezTo>
                  <a:pt x="530" y="504"/>
                  <a:pt x="503" y="530"/>
                  <a:pt x="471" y="530"/>
                </a:cubicBezTo>
                <a:lnTo>
                  <a:pt x="58" y="530"/>
                </a:lnTo>
                <a:cubicBezTo>
                  <a:pt x="26" y="530"/>
                  <a:pt x="0" y="504"/>
                  <a:pt x="0" y="471"/>
                </a:cubicBezTo>
                <a:lnTo>
                  <a:pt x="0" y="59"/>
                </a:lnTo>
                <a:cubicBezTo>
                  <a:pt x="0" y="26"/>
                  <a:pt x="26" y="0"/>
                  <a:pt x="58" y="0"/>
                </a:cubicBezTo>
                <a:lnTo>
                  <a:pt x="471" y="0"/>
                </a:lnTo>
                <a:cubicBezTo>
                  <a:pt x="503"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406" name="Freeform: Shape 2405"/>
          <p:cNvSpPr/>
          <p:nvPr/>
        </p:nvSpPr>
        <p:spPr>
          <a:xfrm>
            <a:off x="4332240" y="4272120"/>
            <a:ext cx="177480" cy="65520"/>
          </a:xfrm>
          <a:custGeom>
            <a:avLst/>
            <a:gdLst/>
            <a:ahLst/>
            <a:cxnLst/>
            <a:rect l="0" t="0" r="r" b="b"/>
            <a:pathLst>
              <a:path w="493" h="182">
                <a:moveTo>
                  <a:pt x="19" y="0"/>
                </a:moveTo>
                <a:cubicBezTo>
                  <a:pt x="24" y="0"/>
                  <a:pt x="31" y="4"/>
                  <a:pt x="35" y="9"/>
                </a:cubicBezTo>
                <a:lnTo>
                  <a:pt x="114" y="115"/>
                </a:lnTo>
                <a:lnTo>
                  <a:pt x="114" y="20"/>
                </a:lnTo>
                <a:cubicBezTo>
                  <a:pt x="114" y="7"/>
                  <a:pt x="122" y="0"/>
                  <a:pt x="133" y="0"/>
                </a:cubicBezTo>
                <a:cubicBezTo>
                  <a:pt x="144" y="0"/>
                  <a:pt x="152" y="7"/>
                  <a:pt x="152" y="20"/>
                </a:cubicBezTo>
                <a:lnTo>
                  <a:pt x="152" y="163"/>
                </a:lnTo>
                <a:cubicBezTo>
                  <a:pt x="152" y="175"/>
                  <a:pt x="144" y="182"/>
                  <a:pt x="133" y="182"/>
                </a:cubicBezTo>
                <a:cubicBezTo>
                  <a:pt x="128" y="182"/>
                  <a:pt x="121" y="179"/>
                  <a:pt x="117" y="174"/>
                </a:cubicBezTo>
                <a:lnTo>
                  <a:pt x="38" y="69"/>
                </a:lnTo>
                <a:lnTo>
                  <a:pt x="38" y="163"/>
                </a:lnTo>
                <a:cubicBezTo>
                  <a:pt x="38" y="175"/>
                  <a:pt x="30" y="182"/>
                  <a:pt x="19" y="182"/>
                </a:cubicBezTo>
                <a:cubicBezTo>
                  <a:pt x="8" y="182"/>
                  <a:pt x="0" y="175"/>
                  <a:pt x="0" y="163"/>
                </a:cubicBezTo>
                <a:lnTo>
                  <a:pt x="0" y="20"/>
                </a:lnTo>
                <a:cubicBezTo>
                  <a:pt x="0" y="7"/>
                  <a:pt x="8" y="0"/>
                  <a:pt x="19" y="0"/>
                </a:cubicBezTo>
                <a:moveTo>
                  <a:pt x="163" y="24"/>
                </a:moveTo>
                <a:cubicBezTo>
                  <a:pt x="163" y="11"/>
                  <a:pt x="169" y="2"/>
                  <a:pt x="182" y="2"/>
                </a:cubicBezTo>
                <a:lnTo>
                  <a:pt x="244" y="2"/>
                </a:lnTo>
                <a:cubicBezTo>
                  <a:pt x="256" y="2"/>
                  <a:pt x="262" y="10"/>
                  <a:pt x="262" y="19"/>
                </a:cubicBezTo>
                <a:cubicBezTo>
                  <a:pt x="262" y="28"/>
                  <a:pt x="256" y="36"/>
                  <a:pt x="244" y="36"/>
                </a:cubicBezTo>
                <a:lnTo>
                  <a:pt x="200" y="36"/>
                </a:lnTo>
                <a:lnTo>
                  <a:pt x="200" y="73"/>
                </a:lnTo>
                <a:lnTo>
                  <a:pt x="241" y="73"/>
                </a:lnTo>
                <a:cubicBezTo>
                  <a:pt x="253" y="73"/>
                  <a:pt x="259" y="81"/>
                  <a:pt x="259" y="90"/>
                </a:cubicBezTo>
                <a:cubicBezTo>
                  <a:pt x="259" y="99"/>
                  <a:pt x="253" y="108"/>
                  <a:pt x="241" y="108"/>
                </a:cubicBezTo>
                <a:lnTo>
                  <a:pt x="200" y="108"/>
                </a:lnTo>
                <a:lnTo>
                  <a:pt x="200" y="146"/>
                </a:lnTo>
                <a:lnTo>
                  <a:pt x="246" y="146"/>
                </a:lnTo>
                <a:cubicBezTo>
                  <a:pt x="258" y="146"/>
                  <a:pt x="264" y="155"/>
                  <a:pt x="264" y="164"/>
                </a:cubicBezTo>
                <a:cubicBezTo>
                  <a:pt x="264" y="172"/>
                  <a:pt x="258" y="181"/>
                  <a:pt x="246" y="181"/>
                </a:cubicBezTo>
                <a:lnTo>
                  <a:pt x="182" y="181"/>
                </a:lnTo>
                <a:cubicBezTo>
                  <a:pt x="171" y="181"/>
                  <a:pt x="163" y="173"/>
                  <a:pt x="163" y="162"/>
                </a:cubicBezTo>
                <a:lnTo>
                  <a:pt x="163" y="24"/>
                </a:lnTo>
                <a:moveTo>
                  <a:pt x="270" y="25"/>
                </a:moveTo>
                <a:cubicBezTo>
                  <a:pt x="269" y="22"/>
                  <a:pt x="269" y="20"/>
                  <a:pt x="269" y="17"/>
                </a:cubicBezTo>
                <a:cubicBezTo>
                  <a:pt x="269" y="9"/>
                  <a:pt x="276" y="0"/>
                  <a:pt x="287" y="0"/>
                </a:cubicBezTo>
                <a:cubicBezTo>
                  <a:pt x="299" y="0"/>
                  <a:pt x="305" y="7"/>
                  <a:pt x="307" y="18"/>
                </a:cubicBezTo>
                <a:lnTo>
                  <a:pt x="328" y="126"/>
                </a:lnTo>
                <a:lnTo>
                  <a:pt x="329" y="126"/>
                </a:lnTo>
                <a:lnTo>
                  <a:pt x="361" y="15"/>
                </a:lnTo>
                <a:cubicBezTo>
                  <a:pt x="364" y="6"/>
                  <a:pt x="371" y="0"/>
                  <a:pt x="381" y="0"/>
                </a:cubicBezTo>
                <a:cubicBezTo>
                  <a:pt x="390" y="0"/>
                  <a:pt x="397" y="6"/>
                  <a:pt x="400" y="15"/>
                </a:cubicBezTo>
                <a:lnTo>
                  <a:pt x="433" y="126"/>
                </a:lnTo>
                <a:lnTo>
                  <a:pt x="454" y="18"/>
                </a:lnTo>
                <a:cubicBezTo>
                  <a:pt x="457" y="7"/>
                  <a:pt x="462" y="0"/>
                  <a:pt x="474" y="0"/>
                </a:cubicBezTo>
                <a:cubicBezTo>
                  <a:pt x="485" y="0"/>
                  <a:pt x="493" y="9"/>
                  <a:pt x="493" y="17"/>
                </a:cubicBezTo>
                <a:cubicBezTo>
                  <a:pt x="493" y="20"/>
                  <a:pt x="493" y="22"/>
                  <a:pt x="492" y="25"/>
                </a:cubicBezTo>
                <a:lnTo>
                  <a:pt x="459" y="163"/>
                </a:lnTo>
                <a:cubicBezTo>
                  <a:pt x="457" y="173"/>
                  <a:pt x="449" y="182"/>
                  <a:pt x="435" y="182"/>
                </a:cubicBezTo>
                <a:cubicBezTo>
                  <a:pt x="422" y="182"/>
                  <a:pt x="413" y="174"/>
                  <a:pt x="410" y="164"/>
                </a:cubicBezTo>
                <a:lnTo>
                  <a:pt x="381" y="67"/>
                </a:lnTo>
                <a:lnTo>
                  <a:pt x="380" y="67"/>
                </a:lnTo>
                <a:lnTo>
                  <a:pt x="351" y="164"/>
                </a:lnTo>
                <a:cubicBezTo>
                  <a:pt x="348" y="174"/>
                  <a:pt x="339" y="182"/>
                  <a:pt x="327" y="182"/>
                </a:cubicBezTo>
                <a:cubicBezTo>
                  <a:pt x="313" y="182"/>
                  <a:pt x="304" y="173"/>
                  <a:pt x="302" y="163"/>
                </a:cubicBezTo>
                <a:lnTo>
                  <a:pt x="270"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07" name="TextBox 2406"/>
          <p:cNvSpPr txBox="1"/>
          <p:nvPr/>
        </p:nvSpPr>
        <p:spPr>
          <a:xfrm>
            <a:off x="880920" y="4196880"/>
            <a:ext cx="18586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Tutorial Booking Fee</a:t>
            </a:r>
            <a:endParaRPr lang="en-GB" sz="1500" b="0" u="none" strike="noStrike">
              <a:solidFill>
                <a:srgbClr val="000000"/>
              </a:solidFill>
              <a:effectLst/>
              <a:uFillTx/>
              <a:latin typeface="Times New Roman"/>
            </a:endParaRPr>
          </a:p>
        </p:txBody>
      </p:sp>
      <p:sp>
        <p:nvSpPr>
          <p:cNvPr id="2408" name="Freeform: Shape 2407"/>
          <p:cNvSpPr/>
          <p:nvPr/>
        </p:nvSpPr>
        <p:spPr>
          <a:xfrm>
            <a:off x="7038720" y="4209840"/>
            <a:ext cx="190800" cy="190800"/>
          </a:xfrm>
          <a:custGeom>
            <a:avLst/>
            <a:gdLst/>
            <a:ahLst/>
            <a:cxnLst/>
            <a:rect l="0" t="0" r="r" b="b"/>
            <a:pathLst>
              <a:path w="530" h="530">
                <a:moveTo>
                  <a:pt x="530" y="471"/>
                </a:moveTo>
                <a:cubicBezTo>
                  <a:pt x="530" y="504"/>
                  <a:pt x="504" y="530"/>
                  <a:pt x="472" y="530"/>
                </a:cubicBezTo>
                <a:lnTo>
                  <a:pt x="59" y="530"/>
                </a:lnTo>
                <a:cubicBezTo>
                  <a:pt x="27" y="530"/>
                  <a:pt x="0" y="504"/>
                  <a:pt x="0" y="471"/>
                </a:cubicBezTo>
                <a:lnTo>
                  <a:pt x="0" y="59"/>
                </a:lnTo>
                <a:cubicBezTo>
                  <a:pt x="0" y="26"/>
                  <a:pt x="27" y="0"/>
                  <a:pt x="59" y="0"/>
                </a:cubicBezTo>
                <a:lnTo>
                  <a:pt x="472"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09" name="Freeform: Shape 2408"/>
          <p:cNvSpPr/>
          <p:nvPr/>
        </p:nvSpPr>
        <p:spPr>
          <a:xfrm>
            <a:off x="7068960" y="4241520"/>
            <a:ext cx="131040" cy="128520"/>
          </a:xfrm>
          <a:custGeom>
            <a:avLst/>
            <a:gdLst/>
            <a:ahLst/>
            <a:cxnLst/>
            <a:rect l="0" t="0" r="r" b="b"/>
            <a:pathLst>
              <a:path w="364" h="357">
                <a:moveTo>
                  <a:pt x="348" y="6"/>
                </a:moveTo>
                <a:cubicBezTo>
                  <a:pt x="331" y="-5"/>
                  <a:pt x="308" y="-1"/>
                  <a:pt x="297" y="16"/>
                </a:cubicBezTo>
                <a:lnTo>
                  <a:pt x="136" y="264"/>
                </a:lnTo>
                <a:lnTo>
                  <a:pt x="62" y="196"/>
                </a:lnTo>
                <a:cubicBezTo>
                  <a:pt x="47" y="182"/>
                  <a:pt x="24" y="183"/>
                  <a:pt x="10" y="198"/>
                </a:cubicBezTo>
                <a:cubicBezTo>
                  <a:pt x="-4" y="213"/>
                  <a:pt x="-3" y="236"/>
                  <a:pt x="12" y="250"/>
                </a:cubicBezTo>
                <a:lnTo>
                  <a:pt x="118" y="348"/>
                </a:lnTo>
                <a:cubicBezTo>
                  <a:pt x="125" y="354"/>
                  <a:pt x="134" y="357"/>
                  <a:pt x="143" y="357"/>
                </a:cubicBezTo>
                <a:cubicBezTo>
                  <a:pt x="154" y="357"/>
                  <a:pt x="166" y="353"/>
                  <a:pt x="175" y="341"/>
                </a:cubicBezTo>
                <a:cubicBezTo>
                  <a:pt x="180" y="333"/>
                  <a:pt x="358" y="56"/>
                  <a:pt x="358" y="56"/>
                </a:cubicBezTo>
                <a:cubicBezTo>
                  <a:pt x="369" y="39"/>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10" name="TextBox 2409"/>
          <p:cNvSpPr txBox="1"/>
          <p:nvPr/>
        </p:nvSpPr>
        <p:spPr>
          <a:xfrm>
            <a:off x="4520520" y="419688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411" name="TextBox 2410"/>
          <p:cNvSpPr txBox="1"/>
          <p:nvPr/>
        </p:nvSpPr>
        <p:spPr>
          <a:xfrm>
            <a:off x="8550000" y="4044600"/>
            <a:ext cx="27954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Add or remove tutorial booking</a:t>
            </a:r>
            <a:endParaRPr lang="en-GB" sz="1500" b="0" u="none" strike="noStrike">
              <a:solidFill>
                <a:srgbClr val="000000"/>
              </a:solidFill>
              <a:effectLst/>
              <a:uFillTx/>
              <a:latin typeface="Times New Roman"/>
            </a:endParaRPr>
          </a:p>
        </p:txBody>
      </p:sp>
      <p:sp>
        <p:nvSpPr>
          <p:cNvPr id="2412" name="TextBox 2411"/>
          <p:cNvSpPr txBox="1"/>
          <p:nvPr/>
        </p:nvSpPr>
        <p:spPr>
          <a:xfrm>
            <a:off x="8550000" y="4358880"/>
            <a:ext cx="7891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fee rules</a:t>
            </a:r>
            <a:endParaRPr lang="en-GB" sz="1500" b="0" u="none" strike="noStrike">
              <a:solidFill>
                <a:srgbClr val="000000"/>
              </a:solidFill>
              <a:effectLst/>
              <a:uFillTx/>
              <a:latin typeface="Times New Roman"/>
            </a:endParaRPr>
          </a:p>
        </p:txBody>
      </p:sp>
      <p:sp>
        <p:nvSpPr>
          <p:cNvPr id="2413" name="Freeform: Shape 2412"/>
          <p:cNvSpPr/>
          <p:nvPr/>
        </p:nvSpPr>
        <p:spPr>
          <a:xfrm>
            <a:off x="4324320" y="5105160"/>
            <a:ext cx="190800" cy="190800"/>
          </a:xfrm>
          <a:custGeom>
            <a:avLst/>
            <a:gdLst/>
            <a:ahLst/>
            <a:cxnLst/>
            <a:rect l="0" t="0" r="r" b="b"/>
            <a:pathLst>
              <a:path w="530" h="530">
                <a:moveTo>
                  <a:pt x="530" y="472"/>
                </a:moveTo>
                <a:cubicBezTo>
                  <a:pt x="530" y="504"/>
                  <a:pt x="503" y="530"/>
                  <a:pt x="471" y="530"/>
                </a:cubicBezTo>
                <a:lnTo>
                  <a:pt x="58" y="530"/>
                </a:lnTo>
                <a:cubicBezTo>
                  <a:pt x="26" y="530"/>
                  <a:pt x="0" y="504"/>
                  <a:pt x="0" y="472"/>
                </a:cubicBezTo>
                <a:lnTo>
                  <a:pt x="0" y="59"/>
                </a:lnTo>
                <a:cubicBezTo>
                  <a:pt x="0" y="26"/>
                  <a:pt x="26" y="0"/>
                  <a:pt x="58" y="0"/>
                </a:cubicBezTo>
                <a:lnTo>
                  <a:pt x="471" y="0"/>
                </a:lnTo>
                <a:cubicBezTo>
                  <a:pt x="503" y="0"/>
                  <a:pt x="530" y="26"/>
                  <a:pt x="530" y="59"/>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414" name="Freeform: Shape 2413"/>
          <p:cNvSpPr/>
          <p:nvPr/>
        </p:nvSpPr>
        <p:spPr>
          <a:xfrm>
            <a:off x="4332240" y="5167800"/>
            <a:ext cx="177480" cy="65160"/>
          </a:xfrm>
          <a:custGeom>
            <a:avLst/>
            <a:gdLst/>
            <a:ahLst/>
            <a:cxnLst/>
            <a:rect l="0" t="0" r="r" b="b"/>
            <a:pathLst>
              <a:path w="493" h="181">
                <a:moveTo>
                  <a:pt x="19" y="0"/>
                </a:moveTo>
                <a:cubicBezTo>
                  <a:pt x="24" y="0"/>
                  <a:pt x="31" y="3"/>
                  <a:pt x="35" y="8"/>
                </a:cubicBezTo>
                <a:lnTo>
                  <a:pt x="114" y="113"/>
                </a:lnTo>
                <a:lnTo>
                  <a:pt x="114" y="19"/>
                </a:lnTo>
                <a:cubicBezTo>
                  <a:pt x="114" y="7"/>
                  <a:pt x="122" y="0"/>
                  <a:pt x="133" y="0"/>
                </a:cubicBezTo>
                <a:cubicBezTo>
                  <a:pt x="144" y="0"/>
                  <a:pt x="152" y="7"/>
                  <a:pt x="152" y="19"/>
                </a:cubicBezTo>
                <a:lnTo>
                  <a:pt x="152" y="162"/>
                </a:lnTo>
                <a:cubicBezTo>
                  <a:pt x="152" y="174"/>
                  <a:pt x="144" y="181"/>
                  <a:pt x="133" y="181"/>
                </a:cubicBezTo>
                <a:cubicBezTo>
                  <a:pt x="128" y="181"/>
                  <a:pt x="121" y="178"/>
                  <a:pt x="117" y="173"/>
                </a:cubicBezTo>
                <a:lnTo>
                  <a:pt x="38" y="68"/>
                </a:lnTo>
                <a:lnTo>
                  <a:pt x="38" y="162"/>
                </a:lnTo>
                <a:cubicBezTo>
                  <a:pt x="38" y="174"/>
                  <a:pt x="30" y="181"/>
                  <a:pt x="19" y="181"/>
                </a:cubicBezTo>
                <a:cubicBezTo>
                  <a:pt x="8" y="181"/>
                  <a:pt x="0" y="174"/>
                  <a:pt x="0" y="162"/>
                </a:cubicBezTo>
                <a:lnTo>
                  <a:pt x="0" y="19"/>
                </a:lnTo>
                <a:cubicBezTo>
                  <a:pt x="0" y="7"/>
                  <a:pt x="8" y="0"/>
                  <a:pt x="19" y="0"/>
                </a:cubicBezTo>
                <a:moveTo>
                  <a:pt x="163" y="23"/>
                </a:moveTo>
                <a:cubicBezTo>
                  <a:pt x="163" y="10"/>
                  <a:pt x="169" y="1"/>
                  <a:pt x="182" y="1"/>
                </a:cubicBezTo>
                <a:lnTo>
                  <a:pt x="244" y="1"/>
                </a:lnTo>
                <a:cubicBezTo>
                  <a:pt x="256" y="1"/>
                  <a:pt x="262" y="10"/>
                  <a:pt x="262" y="18"/>
                </a:cubicBezTo>
                <a:cubicBezTo>
                  <a:pt x="262" y="27"/>
                  <a:pt x="256" y="36"/>
                  <a:pt x="244" y="36"/>
                </a:cubicBezTo>
                <a:lnTo>
                  <a:pt x="200" y="36"/>
                </a:lnTo>
                <a:lnTo>
                  <a:pt x="200" y="72"/>
                </a:lnTo>
                <a:lnTo>
                  <a:pt x="241" y="72"/>
                </a:lnTo>
                <a:cubicBezTo>
                  <a:pt x="253" y="72"/>
                  <a:pt x="259" y="80"/>
                  <a:pt x="259" y="89"/>
                </a:cubicBezTo>
                <a:cubicBezTo>
                  <a:pt x="259" y="98"/>
                  <a:pt x="253" y="106"/>
                  <a:pt x="241" y="106"/>
                </a:cubicBezTo>
                <a:lnTo>
                  <a:pt x="200" y="106"/>
                </a:lnTo>
                <a:lnTo>
                  <a:pt x="200" y="145"/>
                </a:lnTo>
                <a:lnTo>
                  <a:pt x="246" y="145"/>
                </a:lnTo>
                <a:cubicBezTo>
                  <a:pt x="258" y="145"/>
                  <a:pt x="264" y="154"/>
                  <a:pt x="264" y="163"/>
                </a:cubicBezTo>
                <a:cubicBezTo>
                  <a:pt x="264" y="171"/>
                  <a:pt x="258" y="180"/>
                  <a:pt x="246" y="180"/>
                </a:cubicBezTo>
                <a:lnTo>
                  <a:pt x="182" y="180"/>
                </a:lnTo>
                <a:cubicBezTo>
                  <a:pt x="171" y="180"/>
                  <a:pt x="163" y="172"/>
                  <a:pt x="163" y="161"/>
                </a:cubicBezTo>
                <a:lnTo>
                  <a:pt x="163" y="23"/>
                </a:lnTo>
                <a:moveTo>
                  <a:pt x="270" y="25"/>
                </a:moveTo>
                <a:cubicBezTo>
                  <a:pt x="269" y="21"/>
                  <a:pt x="269" y="20"/>
                  <a:pt x="269" y="16"/>
                </a:cubicBezTo>
                <a:cubicBezTo>
                  <a:pt x="269" y="8"/>
                  <a:pt x="276" y="0"/>
                  <a:pt x="287" y="0"/>
                </a:cubicBezTo>
                <a:cubicBezTo>
                  <a:pt x="299" y="0"/>
                  <a:pt x="305" y="7"/>
                  <a:pt x="307" y="18"/>
                </a:cubicBezTo>
                <a:lnTo>
                  <a:pt x="328" y="124"/>
                </a:lnTo>
                <a:lnTo>
                  <a:pt x="329" y="124"/>
                </a:lnTo>
                <a:lnTo>
                  <a:pt x="361" y="14"/>
                </a:lnTo>
                <a:cubicBezTo>
                  <a:pt x="364" y="5"/>
                  <a:pt x="371" y="0"/>
                  <a:pt x="381" y="0"/>
                </a:cubicBezTo>
                <a:cubicBezTo>
                  <a:pt x="390" y="0"/>
                  <a:pt x="397" y="5"/>
                  <a:pt x="400" y="14"/>
                </a:cubicBezTo>
                <a:lnTo>
                  <a:pt x="433" y="124"/>
                </a:lnTo>
                <a:lnTo>
                  <a:pt x="454" y="18"/>
                </a:lnTo>
                <a:cubicBezTo>
                  <a:pt x="457" y="7"/>
                  <a:pt x="462" y="0"/>
                  <a:pt x="474" y="0"/>
                </a:cubicBezTo>
                <a:cubicBezTo>
                  <a:pt x="485" y="0"/>
                  <a:pt x="493" y="8"/>
                  <a:pt x="493" y="16"/>
                </a:cubicBezTo>
                <a:cubicBezTo>
                  <a:pt x="493" y="20"/>
                  <a:pt x="493" y="21"/>
                  <a:pt x="492" y="25"/>
                </a:cubicBezTo>
                <a:lnTo>
                  <a:pt x="459" y="162"/>
                </a:lnTo>
                <a:cubicBezTo>
                  <a:pt x="457" y="172"/>
                  <a:pt x="449" y="181"/>
                  <a:pt x="435" y="181"/>
                </a:cubicBezTo>
                <a:cubicBezTo>
                  <a:pt x="422" y="181"/>
                  <a:pt x="413" y="173"/>
                  <a:pt x="410" y="163"/>
                </a:cubicBezTo>
                <a:lnTo>
                  <a:pt x="381" y="66"/>
                </a:lnTo>
                <a:lnTo>
                  <a:pt x="380" y="66"/>
                </a:lnTo>
                <a:lnTo>
                  <a:pt x="351" y="163"/>
                </a:lnTo>
                <a:cubicBezTo>
                  <a:pt x="348" y="173"/>
                  <a:pt x="339" y="181"/>
                  <a:pt x="327" y="181"/>
                </a:cubicBezTo>
                <a:cubicBezTo>
                  <a:pt x="313" y="181"/>
                  <a:pt x="304" y="172"/>
                  <a:pt x="302" y="162"/>
                </a:cubicBezTo>
                <a:lnTo>
                  <a:pt x="270"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15" name="TextBox 2414"/>
          <p:cNvSpPr txBox="1"/>
          <p:nvPr/>
        </p:nvSpPr>
        <p:spPr>
          <a:xfrm>
            <a:off x="880920" y="5092200"/>
            <a:ext cx="17726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Dynamic VAT Rules</a:t>
            </a:r>
            <a:endParaRPr lang="en-GB" sz="1500" b="0" u="none" strike="noStrike">
              <a:solidFill>
                <a:srgbClr val="000000"/>
              </a:solidFill>
              <a:effectLst/>
              <a:uFillTx/>
              <a:latin typeface="Times New Roman"/>
            </a:endParaRPr>
          </a:p>
        </p:txBody>
      </p:sp>
      <p:sp>
        <p:nvSpPr>
          <p:cNvPr id="2416" name="Freeform: Shape 2415"/>
          <p:cNvSpPr/>
          <p:nvPr/>
        </p:nvSpPr>
        <p:spPr>
          <a:xfrm>
            <a:off x="7038720" y="5105160"/>
            <a:ext cx="190800" cy="190800"/>
          </a:xfrm>
          <a:custGeom>
            <a:avLst/>
            <a:gdLst/>
            <a:ahLst/>
            <a:cxnLst/>
            <a:rect l="0" t="0" r="r" b="b"/>
            <a:pathLst>
              <a:path w="530" h="530">
                <a:moveTo>
                  <a:pt x="530" y="472"/>
                </a:moveTo>
                <a:cubicBezTo>
                  <a:pt x="530" y="504"/>
                  <a:pt x="504" y="530"/>
                  <a:pt x="472" y="530"/>
                </a:cubicBezTo>
                <a:lnTo>
                  <a:pt x="59" y="530"/>
                </a:lnTo>
                <a:cubicBezTo>
                  <a:pt x="27" y="530"/>
                  <a:pt x="0" y="504"/>
                  <a:pt x="0" y="472"/>
                </a:cubicBezTo>
                <a:lnTo>
                  <a:pt x="0" y="59"/>
                </a:lnTo>
                <a:cubicBezTo>
                  <a:pt x="0" y="26"/>
                  <a:pt x="27" y="0"/>
                  <a:pt x="59" y="0"/>
                </a:cubicBezTo>
                <a:lnTo>
                  <a:pt x="472" y="0"/>
                </a:lnTo>
                <a:cubicBezTo>
                  <a:pt x="504" y="0"/>
                  <a:pt x="530" y="26"/>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17" name="Freeform: Shape 2416"/>
          <p:cNvSpPr/>
          <p:nvPr/>
        </p:nvSpPr>
        <p:spPr>
          <a:xfrm>
            <a:off x="7068960" y="5136840"/>
            <a:ext cx="131040" cy="128880"/>
          </a:xfrm>
          <a:custGeom>
            <a:avLst/>
            <a:gdLst/>
            <a:ahLst/>
            <a:cxnLst/>
            <a:rect l="0" t="0" r="r" b="b"/>
            <a:pathLst>
              <a:path w="364" h="358">
                <a:moveTo>
                  <a:pt x="348" y="6"/>
                </a:moveTo>
                <a:cubicBezTo>
                  <a:pt x="331" y="-5"/>
                  <a:pt x="308" y="-1"/>
                  <a:pt x="297" y="17"/>
                </a:cubicBezTo>
                <a:lnTo>
                  <a:pt x="136" y="264"/>
                </a:lnTo>
                <a:lnTo>
                  <a:pt x="62" y="196"/>
                </a:lnTo>
                <a:cubicBezTo>
                  <a:pt x="47" y="182"/>
                  <a:pt x="24" y="183"/>
                  <a:pt x="10" y="198"/>
                </a:cubicBezTo>
                <a:cubicBezTo>
                  <a:pt x="-4" y="213"/>
                  <a:pt x="-3" y="236"/>
                  <a:pt x="12" y="250"/>
                </a:cubicBezTo>
                <a:lnTo>
                  <a:pt x="118" y="348"/>
                </a:lnTo>
                <a:cubicBezTo>
                  <a:pt x="125" y="354"/>
                  <a:pt x="134" y="358"/>
                  <a:pt x="143" y="358"/>
                </a:cubicBezTo>
                <a:cubicBezTo>
                  <a:pt x="154" y="358"/>
                  <a:pt x="166" y="353"/>
                  <a:pt x="175" y="341"/>
                </a:cubicBezTo>
                <a:cubicBezTo>
                  <a:pt x="180" y="333"/>
                  <a:pt x="358" y="57"/>
                  <a:pt x="358" y="57"/>
                </a:cubicBezTo>
                <a:cubicBezTo>
                  <a:pt x="369" y="39"/>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18" name="TextBox 2417"/>
          <p:cNvSpPr txBox="1"/>
          <p:nvPr/>
        </p:nvSpPr>
        <p:spPr>
          <a:xfrm>
            <a:off x="4520520" y="509220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419" name="TextBox 2418"/>
          <p:cNvSpPr txBox="1"/>
          <p:nvPr/>
        </p:nvSpPr>
        <p:spPr>
          <a:xfrm>
            <a:off x="8550000" y="4787280"/>
            <a:ext cx="24872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composite VAT rules for</a:t>
            </a:r>
            <a:endParaRPr lang="en-GB" sz="1500" b="0" u="none" strike="noStrike">
              <a:solidFill>
                <a:srgbClr val="000000"/>
              </a:solidFill>
              <a:effectLst/>
              <a:uFillTx/>
              <a:latin typeface="Times New Roman"/>
            </a:endParaRPr>
          </a:p>
        </p:txBody>
      </p:sp>
      <p:sp>
        <p:nvSpPr>
          <p:cNvPr id="2420" name="TextBox 2419"/>
          <p:cNvSpPr txBox="1"/>
          <p:nvPr/>
        </p:nvSpPr>
        <p:spPr>
          <a:xfrm>
            <a:off x="8550000" y="5092200"/>
            <a:ext cx="2107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UK/IE/EU/SA/ROW with</a:t>
            </a:r>
            <a:endParaRPr lang="en-GB" sz="1500" b="0" u="none" strike="noStrike">
              <a:solidFill>
                <a:srgbClr val="000000"/>
              </a:solidFill>
              <a:effectLst/>
              <a:uFillTx/>
              <a:latin typeface="Times New Roman"/>
            </a:endParaRPr>
          </a:p>
        </p:txBody>
      </p:sp>
      <p:sp>
        <p:nvSpPr>
          <p:cNvPr id="2421" name="TextBox 2420"/>
          <p:cNvSpPr txBox="1"/>
          <p:nvPr/>
        </p:nvSpPr>
        <p:spPr>
          <a:xfrm>
            <a:off x="8550000" y="5406480"/>
            <a:ext cx="2042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productspecific rates</a:t>
            </a:r>
            <a:endParaRPr lang="en-GB" sz="1500" b="0" u="none" strike="noStrike">
              <a:solidFill>
                <a:srgbClr val="000000"/>
              </a:solidFill>
              <a:effectLst/>
              <a:uFillTx/>
              <a:latin typeface="Times New Roman"/>
            </a:endParaRPr>
          </a:p>
        </p:txBody>
      </p:sp>
      <p:sp>
        <p:nvSpPr>
          <p:cNvPr id="2422" name="Freeform: Shape 2421"/>
          <p:cNvSpPr/>
          <p:nvPr/>
        </p:nvSpPr>
        <p:spPr>
          <a:xfrm>
            <a:off x="4324320" y="6000480"/>
            <a:ext cx="190800" cy="190800"/>
          </a:xfrm>
          <a:custGeom>
            <a:avLst/>
            <a:gdLst/>
            <a:ahLst/>
            <a:cxnLst/>
            <a:rect l="0" t="0" r="r" b="b"/>
            <a:pathLst>
              <a:path w="530" h="530">
                <a:moveTo>
                  <a:pt x="530" y="471"/>
                </a:moveTo>
                <a:cubicBezTo>
                  <a:pt x="530" y="503"/>
                  <a:pt x="503" y="530"/>
                  <a:pt x="471" y="530"/>
                </a:cubicBezTo>
                <a:lnTo>
                  <a:pt x="58" y="530"/>
                </a:lnTo>
                <a:cubicBezTo>
                  <a:pt x="26" y="530"/>
                  <a:pt x="0" y="503"/>
                  <a:pt x="0" y="471"/>
                </a:cubicBezTo>
                <a:lnTo>
                  <a:pt x="0" y="59"/>
                </a:lnTo>
                <a:cubicBezTo>
                  <a:pt x="0" y="27"/>
                  <a:pt x="26" y="0"/>
                  <a:pt x="58" y="0"/>
                </a:cubicBezTo>
                <a:lnTo>
                  <a:pt x="471" y="0"/>
                </a:lnTo>
                <a:cubicBezTo>
                  <a:pt x="503" y="0"/>
                  <a:pt x="530" y="27"/>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423" name="Freeform: Shape 2422"/>
          <p:cNvSpPr/>
          <p:nvPr/>
        </p:nvSpPr>
        <p:spPr>
          <a:xfrm>
            <a:off x="4332240" y="6063120"/>
            <a:ext cx="177480" cy="65520"/>
          </a:xfrm>
          <a:custGeom>
            <a:avLst/>
            <a:gdLst/>
            <a:ahLst/>
            <a:cxnLst/>
            <a:rect l="0" t="0" r="r" b="b"/>
            <a:pathLst>
              <a:path w="493" h="182">
                <a:moveTo>
                  <a:pt x="19" y="0"/>
                </a:moveTo>
                <a:cubicBezTo>
                  <a:pt x="24" y="0"/>
                  <a:pt x="31" y="3"/>
                  <a:pt x="35" y="8"/>
                </a:cubicBezTo>
                <a:lnTo>
                  <a:pt x="114" y="114"/>
                </a:lnTo>
                <a:lnTo>
                  <a:pt x="114" y="19"/>
                </a:lnTo>
                <a:cubicBezTo>
                  <a:pt x="114" y="7"/>
                  <a:pt x="122" y="0"/>
                  <a:pt x="133" y="0"/>
                </a:cubicBezTo>
                <a:cubicBezTo>
                  <a:pt x="144" y="0"/>
                  <a:pt x="152" y="7"/>
                  <a:pt x="152" y="19"/>
                </a:cubicBezTo>
                <a:lnTo>
                  <a:pt x="152" y="161"/>
                </a:lnTo>
                <a:cubicBezTo>
                  <a:pt x="152" y="175"/>
                  <a:pt x="144" y="182"/>
                  <a:pt x="133" y="182"/>
                </a:cubicBezTo>
                <a:cubicBezTo>
                  <a:pt x="128" y="182"/>
                  <a:pt x="121" y="178"/>
                  <a:pt x="117" y="173"/>
                </a:cubicBezTo>
                <a:lnTo>
                  <a:pt x="38" y="68"/>
                </a:lnTo>
                <a:lnTo>
                  <a:pt x="38" y="161"/>
                </a:lnTo>
                <a:cubicBezTo>
                  <a:pt x="38" y="175"/>
                  <a:pt x="30" y="181"/>
                  <a:pt x="19" y="181"/>
                </a:cubicBezTo>
                <a:cubicBezTo>
                  <a:pt x="8" y="181"/>
                  <a:pt x="0" y="175"/>
                  <a:pt x="0" y="161"/>
                </a:cubicBezTo>
                <a:lnTo>
                  <a:pt x="0" y="19"/>
                </a:lnTo>
                <a:cubicBezTo>
                  <a:pt x="0" y="7"/>
                  <a:pt x="8" y="0"/>
                  <a:pt x="19" y="0"/>
                </a:cubicBezTo>
                <a:moveTo>
                  <a:pt x="163" y="23"/>
                </a:moveTo>
                <a:cubicBezTo>
                  <a:pt x="163" y="10"/>
                  <a:pt x="169" y="1"/>
                  <a:pt x="182" y="1"/>
                </a:cubicBezTo>
                <a:lnTo>
                  <a:pt x="244" y="1"/>
                </a:lnTo>
                <a:cubicBezTo>
                  <a:pt x="256" y="1"/>
                  <a:pt x="262" y="10"/>
                  <a:pt x="262" y="18"/>
                </a:cubicBezTo>
                <a:cubicBezTo>
                  <a:pt x="262" y="27"/>
                  <a:pt x="256" y="36"/>
                  <a:pt x="244" y="36"/>
                </a:cubicBezTo>
                <a:lnTo>
                  <a:pt x="200" y="36"/>
                </a:lnTo>
                <a:lnTo>
                  <a:pt x="200" y="72"/>
                </a:lnTo>
                <a:lnTo>
                  <a:pt x="241" y="72"/>
                </a:lnTo>
                <a:cubicBezTo>
                  <a:pt x="253" y="72"/>
                  <a:pt x="259" y="81"/>
                  <a:pt x="259" y="89"/>
                </a:cubicBezTo>
                <a:cubicBezTo>
                  <a:pt x="259" y="98"/>
                  <a:pt x="253" y="107"/>
                  <a:pt x="241" y="107"/>
                </a:cubicBezTo>
                <a:lnTo>
                  <a:pt x="200" y="107"/>
                </a:lnTo>
                <a:lnTo>
                  <a:pt x="200" y="145"/>
                </a:lnTo>
                <a:lnTo>
                  <a:pt x="246" y="145"/>
                </a:lnTo>
                <a:cubicBezTo>
                  <a:pt x="258" y="145"/>
                  <a:pt x="264" y="153"/>
                  <a:pt x="264" y="162"/>
                </a:cubicBezTo>
                <a:cubicBezTo>
                  <a:pt x="264" y="171"/>
                  <a:pt x="258" y="180"/>
                  <a:pt x="246" y="180"/>
                </a:cubicBezTo>
                <a:lnTo>
                  <a:pt x="182" y="180"/>
                </a:lnTo>
                <a:cubicBezTo>
                  <a:pt x="171" y="180"/>
                  <a:pt x="163" y="173"/>
                  <a:pt x="163" y="160"/>
                </a:cubicBezTo>
                <a:lnTo>
                  <a:pt x="163" y="23"/>
                </a:lnTo>
                <a:moveTo>
                  <a:pt x="270" y="25"/>
                </a:moveTo>
                <a:cubicBezTo>
                  <a:pt x="269" y="21"/>
                  <a:pt x="269" y="20"/>
                  <a:pt x="269" y="16"/>
                </a:cubicBezTo>
                <a:cubicBezTo>
                  <a:pt x="269" y="8"/>
                  <a:pt x="276" y="0"/>
                  <a:pt x="287" y="0"/>
                </a:cubicBezTo>
                <a:cubicBezTo>
                  <a:pt x="299" y="0"/>
                  <a:pt x="305" y="7"/>
                  <a:pt x="307" y="18"/>
                </a:cubicBezTo>
                <a:lnTo>
                  <a:pt x="328" y="124"/>
                </a:lnTo>
                <a:lnTo>
                  <a:pt x="329" y="124"/>
                </a:lnTo>
                <a:lnTo>
                  <a:pt x="361" y="14"/>
                </a:lnTo>
                <a:cubicBezTo>
                  <a:pt x="364" y="5"/>
                  <a:pt x="371" y="0"/>
                  <a:pt x="381" y="0"/>
                </a:cubicBezTo>
                <a:cubicBezTo>
                  <a:pt x="390" y="0"/>
                  <a:pt x="397" y="5"/>
                  <a:pt x="400" y="14"/>
                </a:cubicBezTo>
                <a:lnTo>
                  <a:pt x="433" y="124"/>
                </a:lnTo>
                <a:lnTo>
                  <a:pt x="454" y="18"/>
                </a:lnTo>
                <a:cubicBezTo>
                  <a:pt x="457" y="7"/>
                  <a:pt x="462" y="0"/>
                  <a:pt x="474" y="0"/>
                </a:cubicBezTo>
                <a:cubicBezTo>
                  <a:pt x="485" y="0"/>
                  <a:pt x="493" y="8"/>
                  <a:pt x="493" y="16"/>
                </a:cubicBezTo>
                <a:cubicBezTo>
                  <a:pt x="493" y="20"/>
                  <a:pt x="493" y="21"/>
                  <a:pt x="492" y="25"/>
                </a:cubicBezTo>
                <a:lnTo>
                  <a:pt x="459" y="161"/>
                </a:lnTo>
                <a:cubicBezTo>
                  <a:pt x="457" y="173"/>
                  <a:pt x="449" y="182"/>
                  <a:pt x="435" y="182"/>
                </a:cubicBezTo>
                <a:cubicBezTo>
                  <a:pt x="422" y="182"/>
                  <a:pt x="413" y="174"/>
                  <a:pt x="410" y="162"/>
                </a:cubicBezTo>
                <a:lnTo>
                  <a:pt x="381" y="66"/>
                </a:lnTo>
                <a:lnTo>
                  <a:pt x="380" y="66"/>
                </a:lnTo>
                <a:lnTo>
                  <a:pt x="351" y="162"/>
                </a:lnTo>
                <a:cubicBezTo>
                  <a:pt x="348" y="174"/>
                  <a:pt x="339" y="182"/>
                  <a:pt x="327" y="182"/>
                </a:cubicBezTo>
                <a:cubicBezTo>
                  <a:pt x="313" y="182"/>
                  <a:pt x="304" y="173"/>
                  <a:pt x="302" y="161"/>
                </a:cubicBezTo>
                <a:lnTo>
                  <a:pt x="270"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24" name="TextBox 2423"/>
          <p:cNvSpPr txBox="1"/>
          <p:nvPr/>
        </p:nvSpPr>
        <p:spPr>
          <a:xfrm>
            <a:off x="880920" y="5987520"/>
            <a:ext cx="23385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Employer Validation Rules</a:t>
            </a:r>
            <a:endParaRPr lang="en-GB" sz="1500" b="0" u="none" strike="noStrike">
              <a:solidFill>
                <a:srgbClr val="000000"/>
              </a:solidFill>
              <a:effectLst/>
              <a:uFillTx/>
              <a:latin typeface="Times New Roman"/>
            </a:endParaRPr>
          </a:p>
        </p:txBody>
      </p:sp>
      <p:sp>
        <p:nvSpPr>
          <p:cNvPr id="2425" name="Freeform: Shape 2424"/>
          <p:cNvSpPr/>
          <p:nvPr/>
        </p:nvSpPr>
        <p:spPr>
          <a:xfrm>
            <a:off x="6544080" y="6000480"/>
            <a:ext cx="181080" cy="181080"/>
          </a:xfrm>
          <a:custGeom>
            <a:avLst/>
            <a:gdLst/>
            <a:ahLst/>
            <a:cxnLst/>
            <a:rect l="0" t="0" r="r" b="b"/>
            <a:pathLst>
              <a:path w="503" h="503">
                <a:moveTo>
                  <a:pt x="477" y="93"/>
                </a:moveTo>
                <a:lnTo>
                  <a:pt x="437" y="135"/>
                </a:lnTo>
                <a:cubicBezTo>
                  <a:pt x="437" y="135"/>
                  <a:pt x="410" y="148"/>
                  <a:pt x="383" y="121"/>
                </a:cubicBezTo>
                <a:cubicBezTo>
                  <a:pt x="356" y="93"/>
                  <a:pt x="370" y="66"/>
                  <a:pt x="370" y="66"/>
                </a:cubicBezTo>
                <a:lnTo>
                  <a:pt x="410" y="26"/>
                </a:lnTo>
                <a:cubicBezTo>
                  <a:pt x="424" y="13"/>
                  <a:pt x="407" y="0"/>
                  <a:pt x="395" y="0"/>
                </a:cubicBezTo>
                <a:cubicBezTo>
                  <a:pt x="336" y="0"/>
                  <a:pt x="287" y="49"/>
                  <a:pt x="287" y="108"/>
                </a:cubicBezTo>
                <a:cubicBezTo>
                  <a:pt x="287" y="117"/>
                  <a:pt x="289" y="126"/>
                  <a:pt x="290" y="133"/>
                </a:cubicBezTo>
                <a:lnTo>
                  <a:pt x="199" y="224"/>
                </a:lnTo>
                <a:lnTo>
                  <a:pt x="280" y="305"/>
                </a:lnTo>
                <a:lnTo>
                  <a:pt x="371" y="214"/>
                </a:lnTo>
                <a:cubicBezTo>
                  <a:pt x="379" y="216"/>
                  <a:pt x="387" y="217"/>
                  <a:pt x="395" y="217"/>
                </a:cubicBezTo>
                <a:cubicBezTo>
                  <a:pt x="455" y="217"/>
                  <a:pt x="503" y="169"/>
                  <a:pt x="503" y="108"/>
                </a:cubicBezTo>
                <a:cubicBezTo>
                  <a:pt x="503" y="96"/>
                  <a:pt x="491" y="80"/>
                  <a:pt x="477" y="93"/>
                </a:cubicBezTo>
                <a:moveTo>
                  <a:pt x="198" y="227"/>
                </a:moveTo>
                <a:lnTo>
                  <a:pt x="17" y="406"/>
                </a:lnTo>
                <a:cubicBezTo>
                  <a:pt x="-5" y="428"/>
                  <a:pt x="-5" y="464"/>
                  <a:pt x="17" y="486"/>
                </a:cubicBezTo>
                <a:cubicBezTo>
                  <a:pt x="39" y="508"/>
                  <a:pt x="75" y="508"/>
                  <a:pt x="97" y="486"/>
                </a:cubicBezTo>
                <a:lnTo>
                  <a:pt x="277" y="307"/>
                </a:lnTo>
                <a:lnTo>
                  <a:pt x="198" y="227"/>
                </a:lnTo>
                <a:moveTo>
                  <a:pt x="58" y="469"/>
                </a:moveTo>
                <a:cubicBezTo>
                  <a:pt x="46" y="469"/>
                  <a:pt x="36" y="459"/>
                  <a:pt x="36" y="447"/>
                </a:cubicBezTo>
                <a:cubicBezTo>
                  <a:pt x="36" y="435"/>
                  <a:pt x="46" y="426"/>
                  <a:pt x="58" y="426"/>
                </a:cubicBezTo>
                <a:cubicBezTo>
                  <a:pt x="70" y="426"/>
                  <a:pt x="79" y="435"/>
                  <a:pt x="79" y="447"/>
                </a:cubicBezTo>
                <a:cubicBezTo>
                  <a:pt x="79" y="459"/>
                  <a:pt x="70" y="469"/>
                  <a:pt x="58" y="469"/>
                </a:cubicBezTo>
                <a:close/>
              </a:path>
            </a:pathLst>
          </a:custGeom>
          <a:solidFill>
            <a:srgbClr val="8899A6"/>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426" name="Freeform: Shape 2425"/>
          <p:cNvSpPr/>
          <p:nvPr/>
        </p:nvSpPr>
        <p:spPr>
          <a:xfrm>
            <a:off x="6569280" y="6027480"/>
            <a:ext cx="154440" cy="154440"/>
          </a:xfrm>
          <a:custGeom>
            <a:avLst/>
            <a:gdLst/>
            <a:ahLst/>
            <a:cxnLst/>
            <a:rect l="0" t="0" r="r" b="b"/>
            <a:pathLst>
              <a:path w="429" h="429">
                <a:moveTo>
                  <a:pt x="356" y="415"/>
                </a:moveTo>
                <a:cubicBezTo>
                  <a:pt x="373" y="433"/>
                  <a:pt x="401" y="433"/>
                  <a:pt x="417" y="417"/>
                </a:cubicBezTo>
                <a:cubicBezTo>
                  <a:pt x="433" y="401"/>
                  <a:pt x="432" y="374"/>
                  <a:pt x="415" y="357"/>
                </a:cubicBezTo>
                <a:lnTo>
                  <a:pt x="72" y="14"/>
                </a:lnTo>
                <a:cubicBezTo>
                  <a:pt x="55" y="-4"/>
                  <a:pt x="28" y="-4"/>
                  <a:pt x="11" y="12"/>
                </a:cubicBezTo>
                <a:cubicBezTo>
                  <a:pt x="-5" y="28"/>
                  <a:pt x="-4" y="55"/>
                  <a:pt x="13" y="72"/>
                </a:cubicBezTo>
                <a:lnTo>
                  <a:pt x="356" y="415"/>
                </a:lnTo>
                <a:close/>
              </a:path>
            </a:pathLst>
          </a:custGeom>
          <a:solidFill>
            <a:srgbClr val="F4900C"/>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27" name="Freeform: Shape 2426"/>
          <p:cNvSpPr/>
          <p:nvPr/>
        </p:nvSpPr>
        <p:spPr>
          <a:xfrm>
            <a:off x="6534000" y="6000480"/>
            <a:ext cx="115200" cy="92160"/>
          </a:xfrm>
          <a:custGeom>
            <a:avLst/>
            <a:gdLst/>
            <a:ahLst/>
            <a:cxnLst/>
            <a:rect l="0" t="0" r="r" b="b"/>
            <a:pathLst>
              <a:path w="320" h="256">
                <a:moveTo>
                  <a:pt x="316" y="13"/>
                </a:moveTo>
                <a:cubicBezTo>
                  <a:pt x="316" y="13"/>
                  <a:pt x="228" y="-31"/>
                  <a:pt x="154" y="43"/>
                </a:cubicBezTo>
                <a:lnTo>
                  <a:pt x="51" y="146"/>
                </a:lnTo>
                <a:cubicBezTo>
                  <a:pt x="51" y="146"/>
                  <a:pt x="36" y="131"/>
                  <a:pt x="21" y="146"/>
                </a:cubicBezTo>
                <a:lnTo>
                  <a:pt x="6" y="160"/>
                </a:lnTo>
                <a:cubicBezTo>
                  <a:pt x="6" y="160"/>
                  <a:pt x="0" y="167"/>
                  <a:pt x="0" y="175"/>
                </a:cubicBezTo>
                <a:lnTo>
                  <a:pt x="0" y="176"/>
                </a:lnTo>
                <a:cubicBezTo>
                  <a:pt x="0" y="180"/>
                  <a:pt x="2" y="185"/>
                  <a:pt x="6" y="190"/>
                </a:cubicBezTo>
                <a:lnTo>
                  <a:pt x="65" y="250"/>
                </a:lnTo>
                <a:cubicBezTo>
                  <a:pt x="65" y="250"/>
                  <a:pt x="80" y="264"/>
                  <a:pt x="95" y="250"/>
                </a:cubicBezTo>
                <a:lnTo>
                  <a:pt x="109" y="235"/>
                </a:lnTo>
                <a:cubicBezTo>
                  <a:pt x="109" y="235"/>
                  <a:pt x="124" y="219"/>
                  <a:pt x="109" y="204"/>
                </a:cubicBezTo>
                <a:lnTo>
                  <a:pt x="108" y="203"/>
                </a:lnTo>
                <a:cubicBezTo>
                  <a:pt x="120" y="192"/>
                  <a:pt x="137" y="181"/>
                  <a:pt x="154" y="190"/>
                </a:cubicBezTo>
                <a:lnTo>
                  <a:pt x="213" y="131"/>
                </a:lnTo>
                <a:cubicBezTo>
                  <a:pt x="213" y="131"/>
                  <a:pt x="199" y="87"/>
                  <a:pt x="228" y="57"/>
                </a:cubicBezTo>
                <a:cubicBezTo>
                  <a:pt x="257" y="28"/>
                  <a:pt x="272" y="28"/>
                  <a:pt x="301" y="28"/>
                </a:cubicBezTo>
                <a:cubicBezTo>
                  <a:pt x="331" y="28"/>
                  <a:pt x="316" y="13"/>
                  <a:pt x="316" y="13"/>
                </a:cubicBezTo>
                <a:close/>
              </a:path>
            </a:pathLst>
          </a:custGeom>
          <a:solidFill>
            <a:srgbClr val="66757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428" name="TextBox 2427"/>
          <p:cNvSpPr txBox="1"/>
          <p:nvPr/>
        </p:nvSpPr>
        <p:spPr>
          <a:xfrm>
            <a:off x="4520520" y="598752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429" name="TextBox 2428"/>
          <p:cNvSpPr txBox="1"/>
          <p:nvPr/>
        </p:nvSpPr>
        <p:spPr>
          <a:xfrm>
            <a:off x="6732000" y="5987520"/>
            <a:ext cx="10749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In progress</a:t>
            </a:r>
            <a:endParaRPr lang="en-GB" sz="1500" b="0" u="none" strike="noStrike">
              <a:solidFill>
                <a:srgbClr val="000000"/>
              </a:solidFill>
              <a:effectLst/>
              <a:uFillTx/>
              <a:latin typeface="Times New Roman"/>
            </a:endParaRPr>
          </a:p>
        </p:txBody>
      </p:sp>
      <p:sp>
        <p:nvSpPr>
          <p:cNvPr id="2430" name="TextBox 2429"/>
          <p:cNvSpPr txBox="1"/>
          <p:nvPr/>
        </p:nvSpPr>
        <p:spPr>
          <a:xfrm>
            <a:off x="8550000" y="5835240"/>
            <a:ext cx="2853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Employerspecific rules not yet</a:t>
            </a:r>
            <a:endParaRPr lang="en-GB" sz="1500" b="0" u="none" strike="noStrike">
              <a:solidFill>
                <a:srgbClr val="000000"/>
              </a:solidFill>
              <a:effectLst/>
              <a:uFillTx/>
              <a:latin typeface="Times New Roman"/>
            </a:endParaRPr>
          </a:p>
        </p:txBody>
      </p:sp>
      <p:sp>
        <p:nvSpPr>
          <p:cNvPr id="2431" name="TextBox 2430"/>
          <p:cNvSpPr txBox="1"/>
          <p:nvPr/>
        </p:nvSpPr>
        <p:spPr>
          <a:xfrm>
            <a:off x="8550000" y="6140160"/>
            <a:ext cx="981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configured</a:t>
            </a:r>
            <a:endParaRPr lang="en-GB" sz="1500" b="0" u="none" strike="noStrike">
              <a:solidFill>
                <a:srgbClr val="000000"/>
              </a:solidFill>
              <a:effectLst/>
              <a:uFillTx/>
              <a:latin typeface="Times New Roman"/>
            </a:endParaRPr>
          </a:p>
        </p:txBody>
      </p:sp>
      <p:sp>
        <p:nvSpPr>
          <p:cNvPr id="2432" name="TextBox 2431"/>
          <p:cNvSpPr txBox="1"/>
          <p:nvPr/>
        </p:nvSpPr>
        <p:spPr>
          <a:xfrm>
            <a:off x="11659680" y="6335280"/>
            <a:ext cx="24732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21</a:t>
            </a:r>
            <a:endParaRPr lang="en-GB" sz="1800" b="0" u="none" strike="noStrike">
              <a:solidFill>
                <a:srgbClr val="000000"/>
              </a:solidFill>
              <a:effectLst/>
              <a:uFillTx/>
              <a:latin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3" name="Freeform: Shape 243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34" name="Freeform: Shape 243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35" name="Freeform: Shape 243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36" name="Freeform: Shape 2435"/>
          <p:cNvSpPr/>
          <p:nvPr/>
        </p:nvSpPr>
        <p:spPr>
          <a:xfrm>
            <a:off x="752400" y="1295280"/>
            <a:ext cx="10696680" cy="5191560"/>
          </a:xfrm>
          <a:custGeom>
            <a:avLst/>
            <a:gdLst/>
            <a:ahLst/>
            <a:cxnLst/>
            <a:rect l="0" t="0" r="r" b="b"/>
            <a:pathLst>
              <a:path w="29713" h="14421">
                <a:moveTo>
                  <a:pt x="0" y="0"/>
                </a:moveTo>
                <a:lnTo>
                  <a:pt x="29713" y="0"/>
                </a:lnTo>
                <a:lnTo>
                  <a:pt x="29713" y="14421"/>
                </a:lnTo>
                <a:lnTo>
                  <a:pt x="0" y="1442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37" name="Freeform: Shape 2436"/>
          <p:cNvSpPr/>
          <p:nvPr/>
        </p:nvSpPr>
        <p:spPr>
          <a:xfrm>
            <a:off x="752400" y="1295280"/>
            <a:ext cx="2962440" cy="438480"/>
          </a:xfrm>
          <a:custGeom>
            <a:avLst/>
            <a:gdLst/>
            <a:ahLst/>
            <a:cxnLst/>
            <a:rect l="0" t="0" r="r" b="b"/>
            <a:pathLst>
              <a:path w="8229" h="1218">
                <a:moveTo>
                  <a:pt x="0" y="0"/>
                </a:moveTo>
                <a:lnTo>
                  <a:pt x="8229" y="0"/>
                </a:lnTo>
                <a:lnTo>
                  <a:pt x="8229"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38" name="Freeform: Shape 2437"/>
          <p:cNvSpPr/>
          <p:nvPr/>
        </p:nvSpPr>
        <p:spPr>
          <a:xfrm>
            <a:off x="3714480" y="1295280"/>
            <a:ext cx="2429280" cy="438480"/>
          </a:xfrm>
          <a:custGeom>
            <a:avLst/>
            <a:gdLst/>
            <a:ahLst/>
            <a:cxnLst/>
            <a:rect l="0" t="0" r="r" b="b"/>
            <a:pathLst>
              <a:path w="6748" h="1218">
                <a:moveTo>
                  <a:pt x="0" y="0"/>
                </a:moveTo>
                <a:lnTo>
                  <a:pt x="6748" y="0"/>
                </a:lnTo>
                <a:lnTo>
                  <a:pt x="6748"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39" name="Freeform: Shape 2438"/>
          <p:cNvSpPr/>
          <p:nvPr/>
        </p:nvSpPr>
        <p:spPr>
          <a:xfrm>
            <a:off x="6143400" y="1295280"/>
            <a:ext cx="2467440" cy="438480"/>
          </a:xfrm>
          <a:custGeom>
            <a:avLst/>
            <a:gdLst/>
            <a:ahLst/>
            <a:cxnLst/>
            <a:rect l="0" t="0" r="r" b="b"/>
            <a:pathLst>
              <a:path w="6854" h="1218">
                <a:moveTo>
                  <a:pt x="0" y="0"/>
                </a:moveTo>
                <a:lnTo>
                  <a:pt x="6854" y="0"/>
                </a:lnTo>
                <a:lnTo>
                  <a:pt x="6854"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40" name="Freeform: Shape 2439"/>
          <p:cNvSpPr/>
          <p:nvPr/>
        </p:nvSpPr>
        <p:spPr>
          <a:xfrm>
            <a:off x="8610480" y="1295280"/>
            <a:ext cx="2829240" cy="438480"/>
          </a:xfrm>
          <a:custGeom>
            <a:avLst/>
            <a:gdLst/>
            <a:ahLst/>
            <a:cxnLst/>
            <a:rect l="0" t="0" r="r" b="b"/>
            <a:pathLst>
              <a:path w="7859" h="1218">
                <a:moveTo>
                  <a:pt x="0" y="0"/>
                </a:moveTo>
                <a:lnTo>
                  <a:pt x="7859" y="0"/>
                </a:lnTo>
                <a:lnTo>
                  <a:pt x="7859"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41" name="Freeform: Shape 2440"/>
          <p:cNvSpPr/>
          <p:nvPr/>
        </p:nvSpPr>
        <p:spPr>
          <a:xfrm>
            <a:off x="752400" y="1295280"/>
            <a:ext cx="2962440" cy="438480"/>
          </a:xfrm>
          <a:custGeom>
            <a:avLst/>
            <a:gdLst/>
            <a:ahLst/>
            <a:cxnLst/>
            <a:rect l="0" t="0" r="r" b="b"/>
            <a:pathLst>
              <a:path w="8229" h="1218">
                <a:moveTo>
                  <a:pt x="0" y="0"/>
                </a:moveTo>
                <a:lnTo>
                  <a:pt x="8229" y="0"/>
                </a:lnTo>
                <a:lnTo>
                  <a:pt x="8229"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42" name="Freeform: Shape 2441"/>
          <p:cNvSpPr/>
          <p:nvPr/>
        </p:nvSpPr>
        <p:spPr>
          <a:xfrm>
            <a:off x="3714480" y="1295280"/>
            <a:ext cx="2429280" cy="438480"/>
          </a:xfrm>
          <a:custGeom>
            <a:avLst/>
            <a:gdLst/>
            <a:ahLst/>
            <a:cxnLst/>
            <a:rect l="0" t="0" r="r" b="b"/>
            <a:pathLst>
              <a:path w="6748" h="1218">
                <a:moveTo>
                  <a:pt x="0" y="0"/>
                </a:moveTo>
                <a:lnTo>
                  <a:pt x="6748" y="0"/>
                </a:lnTo>
                <a:lnTo>
                  <a:pt x="6748"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43" name="Freeform: Shape 2442"/>
          <p:cNvSpPr/>
          <p:nvPr/>
        </p:nvSpPr>
        <p:spPr>
          <a:xfrm>
            <a:off x="6143400" y="1295280"/>
            <a:ext cx="2467440" cy="438480"/>
          </a:xfrm>
          <a:custGeom>
            <a:avLst/>
            <a:gdLst/>
            <a:ahLst/>
            <a:cxnLst/>
            <a:rect l="0" t="0" r="r" b="b"/>
            <a:pathLst>
              <a:path w="6854" h="1218">
                <a:moveTo>
                  <a:pt x="0" y="0"/>
                </a:moveTo>
                <a:lnTo>
                  <a:pt x="6854" y="0"/>
                </a:lnTo>
                <a:lnTo>
                  <a:pt x="685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44" name="Freeform: Shape 2443"/>
          <p:cNvSpPr/>
          <p:nvPr/>
        </p:nvSpPr>
        <p:spPr>
          <a:xfrm>
            <a:off x="8610480" y="1295280"/>
            <a:ext cx="2829240" cy="438480"/>
          </a:xfrm>
          <a:custGeom>
            <a:avLst/>
            <a:gdLst/>
            <a:ahLst/>
            <a:cxnLst/>
            <a:rect l="0" t="0" r="r" b="b"/>
            <a:pathLst>
              <a:path w="7859" h="1218">
                <a:moveTo>
                  <a:pt x="0" y="0"/>
                </a:moveTo>
                <a:lnTo>
                  <a:pt x="7859" y="0"/>
                </a:lnTo>
                <a:lnTo>
                  <a:pt x="7859"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45" name="Freeform: Shape 2444"/>
          <p:cNvSpPr/>
          <p:nvPr/>
        </p:nvSpPr>
        <p:spPr>
          <a:xfrm>
            <a:off x="752400" y="1733400"/>
            <a:ext cx="2962440" cy="429120"/>
          </a:xfrm>
          <a:custGeom>
            <a:avLst/>
            <a:gdLst/>
            <a:ahLst/>
            <a:cxnLst/>
            <a:rect l="0" t="0" r="r" b="b"/>
            <a:pathLst>
              <a:path w="8229" h="1192">
                <a:moveTo>
                  <a:pt x="0" y="0"/>
                </a:moveTo>
                <a:lnTo>
                  <a:pt x="8229" y="0"/>
                </a:lnTo>
                <a:lnTo>
                  <a:pt x="8229"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46" name="Freeform: Shape 2445"/>
          <p:cNvSpPr/>
          <p:nvPr/>
        </p:nvSpPr>
        <p:spPr>
          <a:xfrm>
            <a:off x="3714480" y="1733400"/>
            <a:ext cx="2429280" cy="429120"/>
          </a:xfrm>
          <a:custGeom>
            <a:avLst/>
            <a:gdLst/>
            <a:ahLst/>
            <a:cxnLst/>
            <a:rect l="0" t="0" r="r" b="b"/>
            <a:pathLst>
              <a:path w="6748" h="1192">
                <a:moveTo>
                  <a:pt x="0" y="0"/>
                </a:moveTo>
                <a:lnTo>
                  <a:pt x="6748" y="0"/>
                </a:lnTo>
                <a:lnTo>
                  <a:pt x="6748"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47" name="Freeform: Shape 2446"/>
          <p:cNvSpPr/>
          <p:nvPr/>
        </p:nvSpPr>
        <p:spPr>
          <a:xfrm>
            <a:off x="6143400" y="1733400"/>
            <a:ext cx="2467440" cy="429120"/>
          </a:xfrm>
          <a:custGeom>
            <a:avLst/>
            <a:gdLst/>
            <a:ahLst/>
            <a:cxnLst/>
            <a:rect l="0" t="0" r="r" b="b"/>
            <a:pathLst>
              <a:path w="6854" h="1192">
                <a:moveTo>
                  <a:pt x="0" y="0"/>
                </a:moveTo>
                <a:lnTo>
                  <a:pt x="6854" y="0"/>
                </a:lnTo>
                <a:lnTo>
                  <a:pt x="6854"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48" name="Freeform: Shape 2447"/>
          <p:cNvSpPr/>
          <p:nvPr/>
        </p:nvSpPr>
        <p:spPr>
          <a:xfrm>
            <a:off x="8610480" y="1733400"/>
            <a:ext cx="2829240" cy="429120"/>
          </a:xfrm>
          <a:custGeom>
            <a:avLst/>
            <a:gdLst/>
            <a:ahLst/>
            <a:cxnLst/>
            <a:rect l="0" t="0" r="r" b="b"/>
            <a:pathLst>
              <a:path w="7859" h="1192">
                <a:moveTo>
                  <a:pt x="0" y="0"/>
                </a:moveTo>
                <a:lnTo>
                  <a:pt x="7859" y="0"/>
                </a:lnTo>
                <a:lnTo>
                  <a:pt x="7859"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49" name="Freeform: Shape 2448"/>
          <p:cNvSpPr/>
          <p:nvPr/>
        </p:nvSpPr>
        <p:spPr>
          <a:xfrm>
            <a:off x="752400" y="1733400"/>
            <a:ext cx="2962440" cy="429120"/>
          </a:xfrm>
          <a:custGeom>
            <a:avLst/>
            <a:gdLst/>
            <a:ahLst/>
            <a:cxnLst/>
            <a:rect l="0" t="0" r="r" b="b"/>
            <a:pathLst>
              <a:path w="8229" h="1192">
                <a:moveTo>
                  <a:pt x="0" y="0"/>
                </a:moveTo>
                <a:lnTo>
                  <a:pt x="8229" y="0"/>
                </a:lnTo>
                <a:lnTo>
                  <a:pt x="822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50" name="Freeform: Shape 2449"/>
          <p:cNvSpPr/>
          <p:nvPr/>
        </p:nvSpPr>
        <p:spPr>
          <a:xfrm>
            <a:off x="3714480" y="1733400"/>
            <a:ext cx="2429280" cy="429120"/>
          </a:xfrm>
          <a:custGeom>
            <a:avLst/>
            <a:gdLst/>
            <a:ahLst/>
            <a:cxnLst/>
            <a:rect l="0" t="0" r="r" b="b"/>
            <a:pathLst>
              <a:path w="6748" h="1192">
                <a:moveTo>
                  <a:pt x="0" y="0"/>
                </a:moveTo>
                <a:lnTo>
                  <a:pt x="6748" y="0"/>
                </a:lnTo>
                <a:lnTo>
                  <a:pt x="6748"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51" name="Freeform: Shape 2450"/>
          <p:cNvSpPr/>
          <p:nvPr/>
        </p:nvSpPr>
        <p:spPr>
          <a:xfrm>
            <a:off x="6143400" y="1733400"/>
            <a:ext cx="2467440" cy="429120"/>
          </a:xfrm>
          <a:custGeom>
            <a:avLst/>
            <a:gdLst/>
            <a:ahLst/>
            <a:cxnLst/>
            <a:rect l="0" t="0" r="r" b="b"/>
            <a:pathLst>
              <a:path w="6854" h="1192">
                <a:moveTo>
                  <a:pt x="0" y="0"/>
                </a:moveTo>
                <a:lnTo>
                  <a:pt x="6854" y="0"/>
                </a:lnTo>
                <a:lnTo>
                  <a:pt x="685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52" name="Freeform: Shape 2451"/>
          <p:cNvSpPr/>
          <p:nvPr/>
        </p:nvSpPr>
        <p:spPr>
          <a:xfrm>
            <a:off x="8610480" y="1733400"/>
            <a:ext cx="2829240" cy="429120"/>
          </a:xfrm>
          <a:custGeom>
            <a:avLst/>
            <a:gdLst/>
            <a:ahLst/>
            <a:cxnLst/>
            <a:rect l="0" t="0" r="r" b="b"/>
            <a:pathLst>
              <a:path w="7859" h="1192">
                <a:moveTo>
                  <a:pt x="0" y="0"/>
                </a:moveTo>
                <a:lnTo>
                  <a:pt x="7859" y="0"/>
                </a:lnTo>
                <a:lnTo>
                  <a:pt x="785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53" name="Freeform: Shape 2452"/>
          <p:cNvSpPr/>
          <p:nvPr/>
        </p:nvSpPr>
        <p:spPr>
          <a:xfrm>
            <a:off x="752400" y="2162160"/>
            <a:ext cx="2962440" cy="428760"/>
          </a:xfrm>
          <a:custGeom>
            <a:avLst/>
            <a:gdLst/>
            <a:ahLst/>
            <a:cxnLst/>
            <a:rect l="0" t="0" r="r" b="b"/>
            <a:pathLst>
              <a:path w="8229" h="1191">
                <a:moveTo>
                  <a:pt x="0" y="0"/>
                </a:moveTo>
                <a:lnTo>
                  <a:pt x="8229" y="0"/>
                </a:lnTo>
                <a:lnTo>
                  <a:pt x="8229"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54" name="Freeform: Shape 2453"/>
          <p:cNvSpPr/>
          <p:nvPr/>
        </p:nvSpPr>
        <p:spPr>
          <a:xfrm>
            <a:off x="3714480" y="2162160"/>
            <a:ext cx="2429280" cy="428760"/>
          </a:xfrm>
          <a:custGeom>
            <a:avLst/>
            <a:gdLst/>
            <a:ahLst/>
            <a:cxnLst/>
            <a:rect l="0" t="0" r="r" b="b"/>
            <a:pathLst>
              <a:path w="6748" h="1191">
                <a:moveTo>
                  <a:pt x="0" y="0"/>
                </a:moveTo>
                <a:lnTo>
                  <a:pt x="6748" y="0"/>
                </a:lnTo>
                <a:lnTo>
                  <a:pt x="6748"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55" name="Freeform: Shape 2454"/>
          <p:cNvSpPr/>
          <p:nvPr/>
        </p:nvSpPr>
        <p:spPr>
          <a:xfrm>
            <a:off x="6143400" y="2162160"/>
            <a:ext cx="2467440" cy="428760"/>
          </a:xfrm>
          <a:custGeom>
            <a:avLst/>
            <a:gdLst/>
            <a:ahLst/>
            <a:cxnLst/>
            <a:rect l="0" t="0" r="r" b="b"/>
            <a:pathLst>
              <a:path w="6854" h="1191">
                <a:moveTo>
                  <a:pt x="0" y="0"/>
                </a:moveTo>
                <a:lnTo>
                  <a:pt x="6854" y="0"/>
                </a:lnTo>
                <a:lnTo>
                  <a:pt x="6854"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56" name="Freeform: Shape 2455"/>
          <p:cNvSpPr/>
          <p:nvPr/>
        </p:nvSpPr>
        <p:spPr>
          <a:xfrm>
            <a:off x="8610480" y="2162160"/>
            <a:ext cx="2829240" cy="428760"/>
          </a:xfrm>
          <a:custGeom>
            <a:avLst/>
            <a:gdLst/>
            <a:ahLst/>
            <a:cxnLst/>
            <a:rect l="0" t="0" r="r" b="b"/>
            <a:pathLst>
              <a:path w="7859" h="1191">
                <a:moveTo>
                  <a:pt x="0" y="0"/>
                </a:moveTo>
                <a:lnTo>
                  <a:pt x="7859" y="0"/>
                </a:lnTo>
                <a:lnTo>
                  <a:pt x="7859"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57" name="Freeform: Shape 2456"/>
          <p:cNvSpPr/>
          <p:nvPr/>
        </p:nvSpPr>
        <p:spPr>
          <a:xfrm>
            <a:off x="752400" y="2162160"/>
            <a:ext cx="2962440" cy="428760"/>
          </a:xfrm>
          <a:custGeom>
            <a:avLst/>
            <a:gdLst/>
            <a:ahLst/>
            <a:cxnLst/>
            <a:rect l="0" t="0" r="r" b="b"/>
            <a:pathLst>
              <a:path w="8229" h="1191">
                <a:moveTo>
                  <a:pt x="0" y="0"/>
                </a:moveTo>
                <a:lnTo>
                  <a:pt x="8229" y="0"/>
                </a:lnTo>
                <a:lnTo>
                  <a:pt x="8229"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58" name="Freeform: Shape 2457"/>
          <p:cNvSpPr/>
          <p:nvPr/>
        </p:nvSpPr>
        <p:spPr>
          <a:xfrm>
            <a:off x="3714480" y="2162160"/>
            <a:ext cx="2429280" cy="428760"/>
          </a:xfrm>
          <a:custGeom>
            <a:avLst/>
            <a:gdLst/>
            <a:ahLst/>
            <a:cxnLst/>
            <a:rect l="0" t="0" r="r" b="b"/>
            <a:pathLst>
              <a:path w="6748" h="1191">
                <a:moveTo>
                  <a:pt x="0" y="0"/>
                </a:moveTo>
                <a:lnTo>
                  <a:pt x="6748" y="0"/>
                </a:lnTo>
                <a:lnTo>
                  <a:pt x="6748"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59" name="Freeform: Shape 2458"/>
          <p:cNvSpPr/>
          <p:nvPr/>
        </p:nvSpPr>
        <p:spPr>
          <a:xfrm>
            <a:off x="6143400" y="2162160"/>
            <a:ext cx="2467440" cy="428760"/>
          </a:xfrm>
          <a:custGeom>
            <a:avLst/>
            <a:gdLst/>
            <a:ahLst/>
            <a:cxnLst/>
            <a:rect l="0" t="0" r="r" b="b"/>
            <a:pathLst>
              <a:path w="6854" h="1191">
                <a:moveTo>
                  <a:pt x="0" y="0"/>
                </a:moveTo>
                <a:lnTo>
                  <a:pt x="6854" y="0"/>
                </a:lnTo>
                <a:lnTo>
                  <a:pt x="6854"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60" name="Freeform: Shape 2459"/>
          <p:cNvSpPr/>
          <p:nvPr/>
        </p:nvSpPr>
        <p:spPr>
          <a:xfrm>
            <a:off x="8610480" y="2162160"/>
            <a:ext cx="2829240" cy="428760"/>
          </a:xfrm>
          <a:custGeom>
            <a:avLst/>
            <a:gdLst/>
            <a:ahLst/>
            <a:cxnLst/>
            <a:rect l="0" t="0" r="r" b="b"/>
            <a:pathLst>
              <a:path w="7859" h="1191">
                <a:moveTo>
                  <a:pt x="0" y="0"/>
                </a:moveTo>
                <a:lnTo>
                  <a:pt x="7859" y="0"/>
                </a:lnTo>
                <a:lnTo>
                  <a:pt x="7859"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61" name="Freeform: Shape 2460"/>
          <p:cNvSpPr/>
          <p:nvPr/>
        </p:nvSpPr>
        <p:spPr>
          <a:xfrm>
            <a:off x="752400" y="2590560"/>
            <a:ext cx="2962440" cy="438480"/>
          </a:xfrm>
          <a:custGeom>
            <a:avLst/>
            <a:gdLst/>
            <a:ahLst/>
            <a:cxnLst/>
            <a:rect l="0" t="0" r="r" b="b"/>
            <a:pathLst>
              <a:path w="8229" h="1218">
                <a:moveTo>
                  <a:pt x="0" y="0"/>
                </a:moveTo>
                <a:lnTo>
                  <a:pt x="8229" y="0"/>
                </a:lnTo>
                <a:lnTo>
                  <a:pt x="8229"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62" name="Freeform: Shape 2461"/>
          <p:cNvSpPr/>
          <p:nvPr/>
        </p:nvSpPr>
        <p:spPr>
          <a:xfrm>
            <a:off x="3714480" y="2590560"/>
            <a:ext cx="2429280" cy="438480"/>
          </a:xfrm>
          <a:custGeom>
            <a:avLst/>
            <a:gdLst/>
            <a:ahLst/>
            <a:cxnLst/>
            <a:rect l="0" t="0" r="r" b="b"/>
            <a:pathLst>
              <a:path w="6748" h="1218">
                <a:moveTo>
                  <a:pt x="0" y="0"/>
                </a:moveTo>
                <a:lnTo>
                  <a:pt x="6748" y="0"/>
                </a:lnTo>
                <a:lnTo>
                  <a:pt x="6748"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63" name="Freeform: Shape 2462"/>
          <p:cNvSpPr/>
          <p:nvPr/>
        </p:nvSpPr>
        <p:spPr>
          <a:xfrm>
            <a:off x="6143400" y="2590560"/>
            <a:ext cx="2467440" cy="438480"/>
          </a:xfrm>
          <a:custGeom>
            <a:avLst/>
            <a:gdLst/>
            <a:ahLst/>
            <a:cxnLst/>
            <a:rect l="0" t="0" r="r" b="b"/>
            <a:pathLst>
              <a:path w="6854" h="1218">
                <a:moveTo>
                  <a:pt x="0" y="0"/>
                </a:moveTo>
                <a:lnTo>
                  <a:pt x="6854" y="0"/>
                </a:lnTo>
                <a:lnTo>
                  <a:pt x="6854"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64" name="Freeform: Shape 2463"/>
          <p:cNvSpPr/>
          <p:nvPr/>
        </p:nvSpPr>
        <p:spPr>
          <a:xfrm>
            <a:off x="8610480" y="2590560"/>
            <a:ext cx="2829240" cy="438480"/>
          </a:xfrm>
          <a:custGeom>
            <a:avLst/>
            <a:gdLst/>
            <a:ahLst/>
            <a:cxnLst/>
            <a:rect l="0" t="0" r="r" b="b"/>
            <a:pathLst>
              <a:path w="7859" h="1218">
                <a:moveTo>
                  <a:pt x="0" y="0"/>
                </a:moveTo>
                <a:lnTo>
                  <a:pt x="7859" y="0"/>
                </a:lnTo>
                <a:lnTo>
                  <a:pt x="7859"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65" name="Freeform: Shape 2464"/>
          <p:cNvSpPr/>
          <p:nvPr/>
        </p:nvSpPr>
        <p:spPr>
          <a:xfrm>
            <a:off x="752400" y="2590560"/>
            <a:ext cx="2962440" cy="438480"/>
          </a:xfrm>
          <a:custGeom>
            <a:avLst/>
            <a:gdLst/>
            <a:ahLst/>
            <a:cxnLst/>
            <a:rect l="0" t="0" r="r" b="b"/>
            <a:pathLst>
              <a:path w="8229" h="1218">
                <a:moveTo>
                  <a:pt x="0" y="0"/>
                </a:moveTo>
                <a:lnTo>
                  <a:pt x="8229" y="0"/>
                </a:lnTo>
                <a:lnTo>
                  <a:pt x="8229"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66" name="Freeform: Shape 2465"/>
          <p:cNvSpPr/>
          <p:nvPr/>
        </p:nvSpPr>
        <p:spPr>
          <a:xfrm>
            <a:off x="3714480" y="2590560"/>
            <a:ext cx="2429280" cy="438480"/>
          </a:xfrm>
          <a:custGeom>
            <a:avLst/>
            <a:gdLst/>
            <a:ahLst/>
            <a:cxnLst/>
            <a:rect l="0" t="0" r="r" b="b"/>
            <a:pathLst>
              <a:path w="6748" h="1218">
                <a:moveTo>
                  <a:pt x="0" y="0"/>
                </a:moveTo>
                <a:lnTo>
                  <a:pt x="6748" y="0"/>
                </a:lnTo>
                <a:lnTo>
                  <a:pt x="6748"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67" name="Freeform: Shape 2466"/>
          <p:cNvSpPr/>
          <p:nvPr/>
        </p:nvSpPr>
        <p:spPr>
          <a:xfrm>
            <a:off x="6143400" y="2590560"/>
            <a:ext cx="2467440" cy="438480"/>
          </a:xfrm>
          <a:custGeom>
            <a:avLst/>
            <a:gdLst/>
            <a:ahLst/>
            <a:cxnLst/>
            <a:rect l="0" t="0" r="r" b="b"/>
            <a:pathLst>
              <a:path w="6854" h="1218">
                <a:moveTo>
                  <a:pt x="0" y="0"/>
                </a:moveTo>
                <a:lnTo>
                  <a:pt x="6854" y="0"/>
                </a:lnTo>
                <a:lnTo>
                  <a:pt x="685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68" name="Freeform: Shape 2467"/>
          <p:cNvSpPr/>
          <p:nvPr/>
        </p:nvSpPr>
        <p:spPr>
          <a:xfrm>
            <a:off x="8610480" y="2590560"/>
            <a:ext cx="2829240" cy="438480"/>
          </a:xfrm>
          <a:custGeom>
            <a:avLst/>
            <a:gdLst/>
            <a:ahLst/>
            <a:cxnLst/>
            <a:rect l="0" t="0" r="r" b="b"/>
            <a:pathLst>
              <a:path w="7859" h="1218">
                <a:moveTo>
                  <a:pt x="0" y="0"/>
                </a:moveTo>
                <a:lnTo>
                  <a:pt x="7859" y="0"/>
                </a:lnTo>
                <a:lnTo>
                  <a:pt x="7859"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69" name="Freeform: Shape 2468"/>
          <p:cNvSpPr/>
          <p:nvPr/>
        </p:nvSpPr>
        <p:spPr>
          <a:xfrm>
            <a:off x="752400" y="3028680"/>
            <a:ext cx="2962440" cy="429120"/>
          </a:xfrm>
          <a:custGeom>
            <a:avLst/>
            <a:gdLst/>
            <a:ahLst/>
            <a:cxnLst/>
            <a:rect l="0" t="0" r="r" b="b"/>
            <a:pathLst>
              <a:path w="8229" h="1192">
                <a:moveTo>
                  <a:pt x="0" y="0"/>
                </a:moveTo>
                <a:lnTo>
                  <a:pt x="8229" y="0"/>
                </a:lnTo>
                <a:lnTo>
                  <a:pt x="8229"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70" name="Freeform: Shape 2469"/>
          <p:cNvSpPr/>
          <p:nvPr/>
        </p:nvSpPr>
        <p:spPr>
          <a:xfrm>
            <a:off x="3714480" y="3028680"/>
            <a:ext cx="2429280" cy="429120"/>
          </a:xfrm>
          <a:custGeom>
            <a:avLst/>
            <a:gdLst/>
            <a:ahLst/>
            <a:cxnLst/>
            <a:rect l="0" t="0" r="r" b="b"/>
            <a:pathLst>
              <a:path w="6748" h="1192">
                <a:moveTo>
                  <a:pt x="0" y="0"/>
                </a:moveTo>
                <a:lnTo>
                  <a:pt x="6748" y="0"/>
                </a:lnTo>
                <a:lnTo>
                  <a:pt x="6748"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71" name="Freeform: Shape 2470"/>
          <p:cNvSpPr/>
          <p:nvPr/>
        </p:nvSpPr>
        <p:spPr>
          <a:xfrm>
            <a:off x="6143400" y="3028680"/>
            <a:ext cx="2467440" cy="429120"/>
          </a:xfrm>
          <a:custGeom>
            <a:avLst/>
            <a:gdLst/>
            <a:ahLst/>
            <a:cxnLst/>
            <a:rect l="0" t="0" r="r" b="b"/>
            <a:pathLst>
              <a:path w="6854" h="1192">
                <a:moveTo>
                  <a:pt x="0" y="0"/>
                </a:moveTo>
                <a:lnTo>
                  <a:pt x="6854" y="0"/>
                </a:lnTo>
                <a:lnTo>
                  <a:pt x="6854"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72" name="Freeform: Shape 2471"/>
          <p:cNvSpPr/>
          <p:nvPr/>
        </p:nvSpPr>
        <p:spPr>
          <a:xfrm>
            <a:off x="8610480" y="3028680"/>
            <a:ext cx="2829240" cy="429120"/>
          </a:xfrm>
          <a:custGeom>
            <a:avLst/>
            <a:gdLst/>
            <a:ahLst/>
            <a:cxnLst/>
            <a:rect l="0" t="0" r="r" b="b"/>
            <a:pathLst>
              <a:path w="7859" h="1192">
                <a:moveTo>
                  <a:pt x="0" y="0"/>
                </a:moveTo>
                <a:lnTo>
                  <a:pt x="7859" y="0"/>
                </a:lnTo>
                <a:lnTo>
                  <a:pt x="7859"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73" name="Freeform: Shape 2472"/>
          <p:cNvSpPr/>
          <p:nvPr/>
        </p:nvSpPr>
        <p:spPr>
          <a:xfrm>
            <a:off x="752400" y="3028680"/>
            <a:ext cx="2962440" cy="429120"/>
          </a:xfrm>
          <a:custGeom>
            <a:avLst/>
            <a:gdLst/>
            <a:ahLst/>
            <a:cxnLst/>
            <a:rect l="0" t="0" r="r" b="b"/>
            <a:pathLst>
              <a:path w="8229" h="1192">
                <a:moveTo>
                  <a:pt x="0" y="0"/>
                </a:moveTo>
                <a:lnTo>
                  <a:pt x="8229" y="0"/>
                </a:lnTo>
                <a:lnTo>
                  <a:pt x="822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74" name="Freeform: Shape 2473"/>
          <p:cNvSpPr/>
          <p:nvPr/>
        </p:nvSpPr>
        <p:spPr>
          <a:xfrm>
            <a:off x="3714480" y="3028680"/>
            <a:ext cx="2429280" cy="429120"/>
          </a:xfrm>
          <a:custGeom>
            <a:avLst/>
            <a:gdLst/>
            <a:ahLst/>
            <a:cxnLst/>
            <a:rect l="0" t="0" r="r" b="b"/>
            <a:pathLst>
              <a:path w="6748" h="1192">
                <a:moveTo>
                  <a:pt x="0" y="0"/>
                </a:moveTo>
                <a:lnTo>
                  <a:pt x="6748" y="0"/>
                </a:lnTo>
                <a:lnTo>
                  <a:pt x="6748"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75" name="Freeform: Shape 2474"/>
          <p:cNvSpPr/>
          <p:nvPr/>
        </p:nvSpPr>
        <p:spPr>
          <a:xfrm>
            <a:off x="6143400" y="3028680"/>
            <a:ext cx="2467440" cy="429120"/>
          </a:xfrm>
          <a:custGeom>
            <a:avLst/>
            <a:gdLst/>
            <a:ahLst/>
            <a:cxnLst/>
            <a:rect l="0" t="0" r="r" b="b"/>
            <a:pathLst>
              <a:path w="6854" h="1192">
                <a:moveTo>
                  <a:pt x="0" y="0"/>
                </a:moveTo>
                <a:lnTo>
                  <a:pt x="6854" y="0"/>
                </a:lnTo>
                <a:lnTo>
                  <a:pt x="685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76" name="Freeform: Shape 2475"/>
          <p:cNvSpPr/>
          <p:nvPr/>
        </p:nvSpPr>
        <p:spPr>
          <a:xfrm>
            <a:off x="8610480" y="3028680"/>
            <a:ext cx="2829240" cy="429120"/>
          </a:xfrm>
          <a:custGeom>
            <a:avLst/>
            <a:gdLst/>
            <a:ahLst/>
            <a:cxnLst/>
            <a:rect l="0" t="0" r="r" b="b"/>
            <a:pathLst>
              <a:path w="7859" h="1192">
                <a:moveTo>
                  <a:pt x="0" y="0"/>
                </a:moveTo>
                <a:lnTo>
                  <a:pt x="7859" y="0"/>
                </a:lnTo>
                <a:lnTo>
                  <a:pt x="785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77" name="Freeform: Shape 2476"/>
          <p:cNvSpPr/>
          <p:nvPr/>
        </p:nvSpPr>
        <p:spPr>
          <a:xfrm>
            <a:off x="752400" y="3457440"/>
            <a:ext cx="2962440" cy="428760"/>
          </a:xfrm>
          <a:custGeom>
            <a:avLst/>
            <a:gdLst/>
            <a:ahLst/>
            <a:cxnLst/>
            <a:rect l="0" t="0" r="r" b="b"/>
            <a:pathLst>
              <a:path w="8229" h="1191">
                <a:moveTo>
                  <a:pt x="0" y="0"/>
                </a:moveTo>
                <a:lnTo>
                  <a:pt x="8229" y="0"/>
                </a:lnTo>
                <a:lnTo>
                  <a:pt x="8229"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78" name="Freeform: Shape 2477"/>
          <p:cNvSpPr/>
          <p:nvPr/>
        </p:nvSpPr>
        <p:spPr>
          <a:xfrm>
            <a:off x="3714480" y="3457440"/>
            <a:ext cx="2429280" cy="428760"/>
          </a:xfrm>
          <a:custGeom>
            <a:avLst/>
            <a:gdLst/>
            <a:ahLst/>
            <a:cxnLst/>
            <a:rect l="0" t="0" r="r" b="b"/>
            <a:pathLst>
              <a:path w="6748" h="1191">
                <a:moveTo>
                  <a:pt x="0" y="0"/>
                </a:moveTo>
                <a:lnTo>
                  <a:pt x="6748" y="0"/>
                </a:lnTo>
                <a:lnTo>
                  <a:pt x="6748"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79" name="Freeform: Shape 2478"/>
          <p:cNvSpPr/>
          <p:nvPr/>
        </p:nvSpPr>
        <p:spPr>
          <a:xfrm>
            <a:off x="6143400" y="3457440"/>
            <a:ext cx="2467440" cy="428760"/>
          </a:xfrm>
          <a:custGeom>
            <a:avLst/>
            <a:gdLst/>
            <a:ahLst/>
            <a:cxnLst/>
            <a:rect l="0" t="0" r="r" b="b"/>
            <a:pathLst>
              <a:path w="6854" h="1191">
                <a:moveTo>
                  <a:pt x="0" y="0"/>
                </a:moveTo>
                <a:lnTo>
                  <a:pt x="6854" y="0"/>
                </a:lnTo>
                <a:lnTo>
                  <a:pt x="6854"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80" name="Freeform: Shape 2479"/>
          <p:cNvSpPr/>
          <p:nvPr/>
        </p:nvSpPr>
        <p:spPr>
          <a:xfrm>
            <a:off x="8610480" y="3457440"/>
            <a:ext cx="2829240" cy="428760"/>
          </a:xfrm>
          <a:custGeom>
            <a:avLst/>
            <a:gdLst/>
            <a:ahLst/>
            <a:cxnLst/>
            <a:rect l="0" t="0" r="r" b="b"/>
            <a:pathLst>
              <a:path w="7859" h="1191">
                <a:moveTo>
                  <a:pt x="0" y="0"/>
                </a:moveTo>
                <a:lnTo>
                  <a:pt x="7859" y="0"/>
                </a:lnTo>
                <a:lnTo>
                  <a:pt x="7859"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81" name="Freeform: Shape 2480"/>
          <p:cNvSpPr/>
          <p:nvPr/>
        </p:nvSpPr>
        <p:spPr>
          <a:xfrm>
            <a:off x="752400" y="3457440"/>
            <a:ext cx="2962440" cy="428760"/>
          </a:xfrm>
          <a:custGeom>
            <a:avLst/>
            <a:gdLst/>
            <a:ahLst/>
            <a:cxnLst/>
            <a:rect l="0" t="0" r="r" b="b"/>
            <a:pathLst>
              <a:path w="8229" h="1191">
                <a:moveTo>
                  <a:pt x="0" y="0"/>
                </a:moveTo>
                <a:lnTo>
                  <a:pt x="8229" y="0"/>
                </a:lnTo>
                <a:lnTo>
                  <a:pt x="8229"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82" name="Freeform: Shape 2481"/>
          <p:cNvSpPr/>
          <p:nvPr/>
        </p:nvSpPr>
        <p:spPr>
          <a:xfrm>
            <a:off x="3714480" y="3457440"/>
            <a:ext cx="2429280" cy="428760"/>
          </a:xfrm>
          <a:custGeom>
            <a:avLst/>
            <a:gdLst/>
            <a:ahLst/>
            <a:cxnLst/>
            <a:rect l="0" t="0" r="r" b="b"/>
            <a:pathLst>
              <a:path w="6748" h="1191">
                <a:moveTo>
                  <a:pt x="0" y="0"/>
                </a:moveTo>
                <a:lnTo>
                  <a:pt x="6748" y="0"/>
                </a:lnTo>
                <a:lnTo>
                  <a:pt x="6748"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83" name="Freeform: Shape 2482"/>
          <p:cNvSpPr/>
          <p:nvPr/>
        </p:nvSpPr>
        <p:spPr>
          <a:xfrm>
            <a:off x="6143400" y="3457440"/>
            <a:ext cx="2467440" cy="428760"/>
          </a:xfrm>
          <a:custGeom>
            <a:avLst/>
            <a:gdLst/>
            <a:ahLst/>
            <a:cxnLst/>
            <a:rect l="0" t="0" r="r" b="b"/>
            <a:pathLst>
              <a:path w="6854" h="1191">
                <a:moveTo>
                  <a:pt x="0" y="0"/>
                </a:moveTo>
                <a:lnTo>
                  <a:pt x="6854" y="0"/>
                </a:lnTo>
                <a:lnTo>
                  <a:pt x="6854"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84" name="Freeform: Shape 2483"/>
          <p:cNvSpPr/>
          <p:nvPr/>
        </p:nvSpPr>
        <p:spPr>
          <a:xfrm>
            <a:off x="8610480" y="3457440"/>
            <a:ext cx="2829240" cy="428760"/>
          </a:xfrm>
          <a:custGeom>
            <a:avLst/>
            <a:gdLst/>
            <a:ahLst/>
            <a:cxnLst/>
            <a:rect l="0" t="0" r="r" b="b"/>
            <a:pathLst>
              <a:path w="7859" h="1191">
                <a:moveTo>
                  <a:pt x="0" y="0"/>
                </a:moveTo>
                <a:lnTo>
                  <a:pt x="7859" y="0"/>
                </a:lnTo>
                <a:lnTo>
                  <a:pt x="7859"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85" name="Freeform: Shape 2484"/>
          <p:cNvSpPr/>
          <p:nvPr/>
        </p:nvSpPr>
        <p:spPr>
          <a:xfrm>
            <a:off x="752400" y="3885840"/>
            <a:ext cx="2962440" cy="438840"/>
          </a:xfrm>
          <a:custGeom>
            <a:avLst/>
            <a:gdLst/>
            <a:ahLst/>
            <a:cxnLst/>
            <a:rect l="0" t="0" r="r" b="b"/>
            <a:pathLst>
              <a:path w="8229" h="1219">
                <a:moveTo>
                  <a:pt x="0" y="0"/>
                </a:moveTo>
                <a:lnTo>
                  <a:pt x="8229" y="0"/>
                </a:lnTo>
                <a:lnTo>
                  <a:pt x="8229" y="1219"/>
                </a:lnTo>
                <a:lnTo>
                  <a:pt x="0" y="1219"/>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86" name="Freeform: Shape 2485"/>
          <p:cNvSpPr/>
          <p:nvPr/>
        </p:nvSpPr>
        <p:spPr>
          <a:xfrm>
            <a:off x="3714480" y="3885840"/>
            <a:ext cx="2429280" cy="438840"/>
          </a:xfrm>
          <a:custGeom>
            <a:avLst/>
            <a:gdLst/>
            <a:ahLst/>
            <a:cxnLst/>
            <a:rect l="0" t="0" r="r" b="b"/>
            <a:pathLst>
              <a:path w="6748" h="1219">
                <a:moveTo>
                  <a:pt x="0" y="0"/>
                </a:moveTo>
                <a:lnTo>
                  <a:pt x="6748" y="0"/>
                </a:lnTo>
                <a:lnTo>
                  <a:pt x="6748" y="1219"/>
                </a:lnTo>
                <a:lnTo>
                  <a:pt x="0" y="1219"/>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87" name="Freeform: Shape 2486"/>
          <p:cNvSpPr/>
          <p:nvPr/>
        </p:nvSpPr>
        <p:spPr>
          <a:xfrm>
            <a:off x="6143400" y="3885840"/>
            <a:ext cx="2467440" cy="438840"/>
          </a:xfrm>
          <a:custGeom>
            <a:avLst/>
            <a:gdLst/>
            <a:ahLst/>
            <a:cxnLst/>
            <a:rect l="0" t="0" r="r" b="b"/>
            <a:pathLst>
              <a:path w="6854" h="1219">
                <a:moveTo>
                  <a:pt x="0" y="0"/>
                </a:moveTo>
                <a:lnTo>
                  <a:pt x="6854" y="0"/>
                </a:lnTo>
                <a:lnTo>
                  <a:pt x="6854" y="1219"/>
                </a:lnTo>
                <a:lnTo>
                  <a:pt x="0" y="1219"/>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88" name="Freeform: Shape 2487"/>
          <p:cNvSpPr/>
          <p:nvPr/>
        </p:nvSpPr>
        <p:spPr>
          <a:xfrm>
            <a:off x="8610480" y="3885840"/>
            <a:ext cx="2829240" cy="438840"/>
          </a:xfrm>
          <a:custGeom>
            <a:avLst/>
            <a:gdLst/>
            <a:ahLst/>
            <a:cxnLst/>
            <a:rect l="0" t="0" r="r" b="b"/>
            <a:pathLst>
              <a:path w="7859" h="1219">
                <a:moveTo>
                  <a:pt x="0" y="0"/>
                </a:moveTo>
                <a:lnTo>
                  <a:pt x="7859" y="0"/>
                </a:lnTo>
                <a:lnTo>
                  <a:pt x="7859" y="1219"/>
                </a:lnTo>
                <a:lnTo>
                  <a:pt x="0" y="1219"/>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89" name="Freeform: Shape 2488"/>
          <p:cNvSpPr/>
          <p:nvPr/>
        </p:nvSpPr>
        <p:spPr>
          <a:xfrm>
            <a:off x="752400" y="3885840"/>
            <a:ext cx="2962440" cy="438840"/>
          </a:xfrm>
          <a:custGeom>
            <a:avLst/>
            <a:gdLst/>
            <a:ahLst/>
            <a:cxnLst/>
            <a:rect l="0" t="0" r="r" b="b"/>
            <a:pathLst>
              <a:path w="8229" h="1219">
                <a:moveTo>
                  <a:pt x="0" y="0"/>
                </a:moveTo>
                <a:lnTo>
                  <a:pt x="8229" y="0"/>
                </a:lnTo>
                <a:lnTo>
                  <a:pt x="8229" y="1219"/>
                </a:lnTo>
                <a:lnTo>
                  <a:pt x="0" y="1219"/>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90" name="Freeform: Shape 2489"/>
          <p:cNvSpPr/>
          <p:nvPr/>
        </p:nvSpPr>
        <p:spPr>
          <a:xfrm>
            <a:off x="3714480" y="3885840"/>
            <a:ext cx="2429280" cy="438840"/>
          </a:xfrm>
          <a:custGeom>
            <a:avLst/>
            <a:gdLst/>
            <a:ahLst/>
            <a:cxnLst/>
            <a:rect l="0" t="0" r="r" b="b"/>
            <a:pathLst>
              <a:path w="6748" h="1219">
                <a:moveTo>
                  <a:pt x="0" y="0"/>
                </a:moveTo>
                <a:lnTo>
                  <a:pt x="6748" y="0"/>
                </a:lnTo>
                <a:lnTo>
                  <a:pt x="6748" y="1219"/>
                </a:lnTo>
                <a:lnTo>
                  <a:pt x="0" y="1219"/>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91" name="Freeform: Shape 2490"/>
          <p:cNvSpPr/>
          <p:nvPr/>
        </p:nvSpPr>
        <p:spPr>
          <a:xfrm>
            <a:off x="6143400" y="3885840"/>
            <a:ext cx="2467440" cy="438840"/>
          </a:xfrm>
          <a:custGeom>
            <a:avLst/>
            <a:gdLst/>
            <a:ahLst/>
            <a:cxnLst/>
            <a:rect l="0" t="0" r="r" b="b"/>
            <a:pathLst>
              <a:path w="6854" h="1219">
                <a:moveTo>
                  <a:pt x="0" y="0"/>
                </a:moveTo>
                <a:lnTo>
                  <a:pt x="6854" y="0"/>
                </a:lnTo>
                <a:lnTo>
                  <a:pt x="6854" y="1219"/>
                </a:lnTo>
                <a:lnTo>
                  <a:pt x="0" y="1219"/>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92" name="Freeform: Shape 2491"/>
          <p:cNvSpPr/>
          <p:nvPr/>
        </p:nvSpPr>
        <p:spPr>
          <a:xfrm>
            <a:off x="8610480" y="3885840"/>
            <a:ext cx="2829240" cy="438840"/>
          </a:xfrm>
          <a:custGeom>
            <a:avLst/>
            <a:gdLst/>
            <a:ahLst/>
            <a:cxnLst/>
            <a:rect l="0" t="0" r="r" b="b"/>
            <a:pathLst>
              <a:path w="7859" h="1219">
                <a:moveTo>
                  <a:pt x="0" y="0"/>
                </a:moveTo>
                <a:lnTo>
                  <a:pt x="7859" y="0"/>
                </a:lnTo>
                <a:lnTo>
                  <a:pt x="7859" y="1219"/>
                </a:lnTo>
                <a:lnTo>
                  <a:pt x="0" y="1219"/>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93" name="Freeform: Shape 2492"/>
          <p:cNvSpPr/>
          <p:nvPr/>
        </p:nvSpPr>
        <p:spPr>
          <a:xfrm>
            <a:off x="752400" y="4324320"/>
            <a:ext cx="2962440" cy="428760"/>
          </a:xfrm>
          <a:custGeom>
            <a:avLst/>
            <a:gdLst/>
            <a:ahLst/>
            <a:cxnLst/>
            <a:rect l="0" t="0" r="r" b="b"/>
            <a:pathLst>
              <a:path w="8229" h="1191">
                <a:moveTo>
                  <a:pt x="0" y="0"/>
                </a:moveTo>
                <a:lnTo>
                  <a:pt x="8229" y="0"/>
                </a:lnTo>
                <a:lnTo>
                  <a:pt x="8229"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94" name="Freeform: Shape 2493"/>
          <p:cNvSpPr/>
          <p:nvPr/>
        </p:nvSpPr>
        <p:spPr>
          <a:xfrm>
            <a:off x="3714480" y="4324320"/>
            <a:ext cx="2429280" cy="428760"/>
          </a:xfrm>
          <a:custGeom>
            <a:avLst/>
            <a:gdLst/>
            <a:ahLst/>
            <a:cxnLst/>
            <a:rect l="0" t="0" r="r" b="b"/>
            <a:pathLst>
              <a:path w="6748" h="1191">
                <a:moveTo>
                  <a:pt x="0" y="0"/>
                </a:moveTo>
                <a:lnTo>
                  <a:pt x="6748" y="0"/>
                </a:lnTo>
                <a:lnTo>
                  <a:pt x="6748"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95" name="Freeform: Shape 2494"/>
          <p:cNvSpPr/>
          <p:nvPr/>
        </p:nvSpPr>
        <p:spPr>
          <a:xfrm>
            <a:off x="6143400" y="4324320"/>
            <a:ext cx="2467440" cy="428760"/>
          </a:xfrm>
          <a:custGeom>
            <a:avLst/>
            <a:gdLst/>
            <a:ahLst/>
            <a:cxnLst/>
            <a:rect l="0" t="0" r="r" b="b"/>
            <a:pathLst>
              <a:path w="6854" h="1191">
                <a:moveTo>
                  <a:pt x="0" y="0"/>
                </a:moveTo>
                <a:lnTo>
                  <a:pt x="6854" y="0"/>
                </a:lnTo>
                <a:lnTo>
                  <a:pt x="6854"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96" name="Freeform: Shape 2495"/>
          <p:cNvSpPr/>
          <p:nvPr/>
        </p:nvSpPr>
        <p:spPr>
          <a:xfrm>
            <a:off x="8610480" y="4324320"/>
            <a:ext cx="2829240" cy="428760"/>
          </a:xfrm>
          <a:custGeom>
            <a:avLst/>
            <a:gdLst/>
            <a:ahLst/>
            <a:cxnLst/>
            <a:rect l="0" t="0" r="r" b="b"/>
            <a:pathLst>
              <a:path w="7859" h="1191">
                <a:moveTo>
                  <a:pt x="0" y="0"/>
                </a:moveTo>
                <a:lnTo>
                  <a:pt x="7859" y="0"/>
                </a:lnTo>
                <a:lnTo>
                  <a:pt x="7859"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97" name="Freeform: Shape 2496"/>
          <p:cNvSpPr/>
          <p:nvPr/>
        </p:nvSpPr>
        <p:spPr>
          <a:xfrm>
            <a:off x="752400" y="4324320"/>
            <a:ext cx="2962440" cy="428760"/>
          </a:xfrm>
          <a:custGeom>
            <a:avLst/>
            <a:gdLst/>
            <a:ahLst/>
            <a:cxnLst/>
            <a:rect l="0" t="0" r="r" b="b"/>
            <a:pathLst>
              <a:path w="8229" h="1191">
                <a:moveTo>
                  <a:pt x="0" y="0"/>
                </a:moveTo>
                <a:lnTo>
                  <a:pt x="8229" y="0"/>
                </a:lnTo>
                <a:lnTo>
                  <a:pt x="8229"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98" name="Freeform: Shape 2497"/>
          <p:cNvSpPr/>
          <p:nvPr/>
        </p:nvSpPr>
        <p:spPr>
          <a:xfrm>
            <a:off x="3714480" y="4324320"/>
            <a:ext cx="2429280" cy="428760"/>
          </a:xfrm>
          <a:custGeom>
            <a:avLst/>
            <a:gdLst/>
            <a:ahLst/>
            <a:cxnLst/>
            <a:rect l="0" t="0" r="r" b="b"/>
            <a:pathLst>
              <a:path w="6748" h="1191">
                <a:moveTo>
                  <a:pt x="0" y="0"/>
                </a:moveTo>
                <a:lnTo>
                  <a:pt x="6748" y="0"/>
                </a:lnTo>
                <a:lnTo>
                  <a:pt x="6748"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499" name="Freeform: Shape 2498"/>
          <p:cNvSpPr/>
          <p:nvPr/>
        </p:nvSpPr>
        <p:spPr>
          <a:xfrm>
            <a:off x="6143400" y="4324320"/>
            <a:ext cx="2467440" cy="428760"/>
          </a:xfrm>
          <a:custGeom>
            <a:avLst/>
            <a:gdLst/>
            <a:ahLst/>
            <a:cxnLst/>
            <a:rect l="0" t="0" r="r" b="b"/>
            <a:pathLst>
              <a:path w="6854" h="1191">
                <a:moveTo>
                  <a:pt x="0" y="0"/>
                </a:moveTo>
                <a:lnTo>
                  <a:pt x="6854" y="0"/>
                </a:lnTo>
                <a:lnTo>
                  <a:pt x="6854"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00" name="Freeform: Shape 2499"/>
          <p:cNvSpPr/>
          <p:nvPr/>
        </p:nvSpPr>
        <p:spPr>
          <a:xfrm>
            <a:off x="8610480" y="4324320"/>
            <a:ext cx="2829240" cy="428760"/>
          </a:xfrm>
          <a:custGeom>
            <a:avLst/>
            <a:gdLst/>
            <a:ahLst/>
            <a:cxnLst/>
            <a:rect l="0" t="0" r="r" b="b"/>
            <a:pathLst>
              <a:path w="7859" h="1191">
                <a:moveTo>
                  <a:pt x="0" y="0"/>
                </a:moveTo>
                <a:lnTo>
                  <a:pt x="7859" y="0"/>
                </a:lnTo>
                <a:lnTo>
                  <a:pt x="7859"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01" name="Freeform: Shape 2500"/>
          <p:cNvSpPr/>
          <p:nvPr/>
        </p:nvSpPr>
        <p:spPr>
          <a:xfrm>
            <a:off x="752400" y="4752720"/>
            <a:ext cx="2962440" cy="429120"/>
          </a:xfrm>
          <a:custGeom>
            <a:avLst/>
            <a:gdLst/>
            <a:ahLst/>
            <a:cxnLst/>
            <a:rect l="0" t="0" r="r" b="b"/>
            <a:pathLst>
              <a:path w="8229" h="1192">
                <a:moveTo>
                  <a:pt x="0" y="0"/>
                </a:moveTo>
                <a:lnTo>
                  <a:pt x="8229" y="0"/>
                </a:lnTo>
                <a:lnTo>
                  <a:pt x="8229"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02" name="Freeform: Shape 2501"/>
          <p:cNvSpPr/>
          <p:nvPr/>
        </p:nvSpPr>
        <p:spPr>
          <a:xfrm>
            <a:off x="3714480" y="4752720"/>
            <a:ext cx="2429280" cy="429120"/>
          </a:xfrm>
          <a:custGeom>
            <a:avLst/>
            <a:gdLst/>
            <a:ahLst/>
            <a:cxnLst/>
            <a:rect l="0" t="0" r="r" b="b"/>
            <a:pathLst>
              <a:path w="6748" h="1192">
                <a:moveTo>
                  <a:pt x="0" y="0"/>
                </a:moveTo>
                <a:lnTo>
                  <a:pt x="6748" y="0"/>
                </a:lnTo>
                <a:lnTo>
                  <a:pt x="6748"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03" name="Freeform: Shape 2502"/>
          <p:cNvSpPr/>
          <p:nvPr/>
        </p:nvSpPr>
        <p:spPr>
          <a:xfrm>
            <a:off x="6143400" y="4752720"/>
            <a:ext cx="2467440" cy="429120"/>
          </a:xfrm>
          <a:custGeom>
            <a:avLst/>
            <a:gdLst/>
            <a:ahLst/>
            <a:cxnLst/>
            <a:rect l="0" t="0" r="r" b="b"/>
            <a:pathLst>
              <a:path w="6854" h="1192">
                <a:moveTo>
                  <a:pt x="0" y="0"/>
                </a:moveTo>
                <a:lnTo>
                  <a:pt x="6854" y="0"/>
                </a:lnTo>
                <a:lnTo>
                  <a:pt x="6854"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04" name="Freeform: Shape 2503"/>
          <p:cNvSpPr/>
          <p:nvPr/>
        </p:nvSpPr>
        <p:spPr>
          <a:xfrm>
            <a:off x="8610480" y="4752720"/>
            <a:ext cx="2829240" cy="429120"/>
          </a:xfrm>
          <a:custGeom>
            <a:avLst/>
            <a:gdLst/>
            <a:ahLst/>
            <a:cxnLst/>
            <a:rect l="0" t="0" r="r" b="b"/>
            <a:pathLst>
              <a:path w="7859" h="1192">
                <a:moveTo>
                  <a:pt x="0" y="0"/>
                </a:moveTo>
                <a:lnTo>
                  <a:pt x="7859" y="0"/>
                </a:lnTo>
                <a:lnTo>
                  <a:pt x="7859"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05" name="Freeform: Shape 2504"/>
          <p:cNvSpPr/>
          <p:nvPr/>
        </p:nvSpPr>
        <p:spPr>
          <a:xfrm>
            <a:off x="752400" y="4752720"/>
            <a:ext cx="2962440" cy="429120"/>
          </a:xfrm>
          <a:custGeom>
            <a:avLst/>
            <a:gdLst/>
            <a:ahLst/>
            <a:cxnLst/>
            <a:rect l="0" t="0" r="r" b="b"/>
            <a:pathLst>
              <a:path w="8229" h="1192">
                <a:moveTo>
                  <a:pt x="0" y="0"/>
                </a:moveTo>
                <a:lnTo>
                  <a:pt x="8229" y="0"/>
                </a:lnTo>
                <a:lnTo>
                  <a:pt x="822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06" name="Freeform: Shape 2505"/>
          <p:cNvSpPr/>
          <p:nvPr/>
        </p:nvSpPr>
        <p:spPr>
          <a:xfrm>
            <a:off x="3714480" y="4752720"/>
            <a:ext cx="2429280" cy="429120"/>
          </a:xfrm>
          <a:custGeom>
            <a:avLst/>
            <a:gdLst/>
            <a:ahLst/>
            <a:cxnLst/>
            <a:rect l="0" t="0" r="r" b="b"/>
            <a:pathLst>
              <a:path w="6748" h="1192">
                <a:moveTo>
                  <a:pt x="0" y="0"/>
                </a:moveTo>
                <a:lnTo>
                  <a:pt x="6748" y="0"/>
                </a:lnTo>
                <a:lnTo>
                  <a:pt x="6748"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07" name="Freeform: Shape 2506"/>
          <p:cNvSpPr/>
          <p:nvPr/>
        </p:nvSpPr>
        <p:spPr>
          <a:xfrm>
            <a:off x="6143400" y="4752720"/>
            <a:ext cx="2467440" cy="429120"/>
          </a:xfrm>
          <a:custGeom>
            <a:avLst/>
            <a:gdLst/>
            <a:ahLst/>
            <a:cxnLst/>
            <a:rect l="0" t="0" r="r" b="b"/>
            <a:pathLst>
              <a:path w="6854" h="1192">
                <a:moveTo>
                  <a:pt x="0" y="0"/>
                </a:moveTo>
                <a:lnTo>
                  <a:pt x="6854" y="0"/>
                </a:lnTo>
                <a:lnTo>
                  <a:pt x="685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08" name="Freeform: Shape 2507"/>
          <p:cNvSpPr/>
          <p:nvPr/>
        </p:nvSpPr>
        <p:spPr>
          <a:xfrm>
            <a:off x="8610480" y="4752720"/>
            <a:ext cx="2829240" cy="429120"/>
          </a:xfrm>
          <a:custGeom>
            <a:avLst/>
            <a:gdLst/>
            <a:ahLst/>
            <a:cxnLst/>
            <a:rect l="0" t="0" r="r" b="b"/>
            <a:pathLst>
              <a:path w="7859" h="1192">
                <a:moveTo>
                  <a:pt x="0" y="0"/>
                </a:moveTo>
                <a:lnTo>
                  <a:pt x="7859" y="0"/>
                </a:lnTo>
                <a:lnTo>
                  <a:pt x="785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09" name="Freeform: Shape 2508"/>
          <p:cNvSpPr/>
          <p:nvPr/>
        </p:nvSpPr>
        <p:spPr>
          <a:xfrm>
            <a:off x="752400" y="5181480"/>
            <a:ext cx="2962440" cy="438480"/>
          </a:xfrm>
          <a:custGeom>
            <a:avLst/>
            <a:gdLst/>
            <a:ahLst/>
            <a:cxnLst/>
            <a:rect l="0" t="0" r="r" b="b"/>
            <a:pathLst>
              <a:path w="8229" h="1218">
                <a:moveTo>
                  <a:pt x="0" y="0"/>
                </a:moveTo>
                <a:lnTo>
                  <a:pt x="8229" y="0"/>
                </a:lnTo>
                <a:lnTo>
                  <a:pt x="8229"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10" name="Freeform: Shape 2509"/>
          <p:cNvSpPr/>
          <p:nvPr/>
        </p:nvSpPr>
        <p:spPr>
          <a:xfrm>
            <a:off x="3714480" y="5181480"/>
            <a:ext cx="2429280" cy="438480"/>
          </a:xfrm>
          <a:custGeom>
            <a:avLst/>
            <a:gdLst/>
            <a:ahLst/>
            <a:cxnLst/>
            <a:rect l="0" t="0" r="r" b="b"/>
            <a:pathLst>
              <a:path w="6748" h="1218">
                <a:moveTo>
                  <a:pt x="0" y="0"/>
                </a:moveTo>
                <a:lnTo>
                  <a:pt x="6748" y="0"/>
                </a:lnTo>
                <a:lnTo>
                  <a:pt x="6748"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11" name="Freeform: Shape 2510"/>
          <p:cNvSpPr/>
          <p:nvPr/>
        </p:nvSpPr>
        <p:spPr>
          <a:xfrm>
            <a:off x="6143400" y="5181480"/>
            <a:ext cx="2467440" cy="438480"/>
          </a:xfrm>
          <a:custGeom>
            <a:avLst/>
            <a:gdLst/>
            <a:ahLst/>
            <a:cxnLst/>
            <a:rect l="0" t="0" r="r" b="b"/>
            <a:pathLst>
              <a:path w="6854" h="1218">
                <a:moveTo>
                  <a:pt x="0" y="0"/>
                </a:moveTo>
                <a:lnTo>
                  <a:pt x="6854" y="0"/>
                </a:lnTo>
                <a:lnTo>
                  <a:pt x="6854"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12" name="Freeform: Shape 2511"/>
          <p:cNvSpPr/>
          <p:nvPr/>
        </p:nvSpPr>
        <p:spPr>
          <a:xfrm>
            <a:off x="8610480" y="5181480"/>
            <a:ext cx="2829240" cy="438480"/>
          </a:xfrm>
          <a:custGeom>
            <a:avLst/>
            <a:gdLst/>
            <a:ahLst/>
            <a:cxnLst/>
            <a:rect l="0" t="0" r="r" b="b"/>
            <a:pathLst>
              <a:path w="7859" h="1218">
                <a:moveTo>
                  <a:pt x="0" y="0"/>
                </a:moveTo>
                <a:lnTo>
                  <a:pt x="7859" y="0"/>
                </a:lnTo>
                <a:lnTo>
                  <a:pt x="7859"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13" name="Freeform: Shape 2512"/>
          <p:cNvSpPr/>
          <p:nvPr/>
        </p:nvSpPr>
        <p:spPr>
          <a:xfrm>
            <a:off x="752400" y="5181480"/>
            <a:ext cx="2962440" cy="438480"/>
          </a:xfrm>
          <a:custGeom>
            <a:avLst/>
            <a:gdLst/>
            <a:ahLst/>
            <a:cxnLst/>
            <a:rect l="0" t="0" r="r" b="b"/>
            <a:pathLst>
              <a:path w="8229" h="1218">
                <a:moveTo>
                  <a:pt x="0" y="0"/>
                </a:moveTo>
                <a:lnTo>
                  <a:pt x="8229" y="0"/>
                </a:lnTo>
                <a:lnTo>
                  <a:pt x="8229"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14" name="Freeform: Shape 2513"/>
          <p:cNvSpPr/>
          <p:nvPr/>
        </p:nvSpPr>
        <p:spPr>
          <a:xfrm>
            <a:off x="3714480" y="5181480"/>
            <a:ext cx="2429280" cy="438480"/>
          </a:xfrm>
          <a:custGeom>
            <a:avLst/>
            <a:gdLst/>
            <a:ahLst/>
            <a:cxnLst/>
            <a:rect l="0" t="0" r="r" b="b"/>
            <a:pathLst>
              <a:path w="6748" h="1218">
                <a:moveTo>
                  <a:pt x="0" y="0"/>
                </a:moveTo>
                <a:lnTo>
                  <a:pt x="6748" y="0"/>
                </a:lnTo>
                <a:lnTo>
                  <a:pt x="6748"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15" name="Freeform: Shape 2514"/>
          <p:cNvSpPr/>
          <p:nvPr/>
        </p:nvSpPr>
        <p:spPr>
          <a:xfrm>
            <a:off x="6143400" y="5181480"/>
            <a:ext cx="2467440" cy="438480"/>
          </a:xfrm>
          <a:custGeom>
            <a:avLst/>
            <a:gdLst/>
            <a:ahLst/>
            <a:cxnLst/>
            <a:rect l="0" t="0" r="r" b="b"/>
            <a:pathLst>
              <a:path w="6854" h="1218">
                <a:moveTo>
                  <a:pt x="0" y="0"/>
                </a:moveTo>
                <a:lnTo>
                  <a:pt x="6854" y="0"/>
                </a:lnTo>
                <a:lnTo>
                  <a:pt x="6854"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16" name="Freeform: Shape 2515"/>
          <p:cNvSpPr/>
          <p:nvPr/>
        </p:nvSpPr>
        <p:spPr>
          <a:xfrm>
            <a:off x="8610480" y="5181480"/>
            <a:ext cx="2829240" cy="438480"/>
          </a:xfrm>
          <a:custGeom>
            <a:avLst/>
            <a:gdLst/>
            <a:ahLst/>
            <a:cxnLst/>
            <a:rect l="0" t="0" r="r" b="b"/>
            <a:pathLst>
              <a:path w="7859" h="1218">
                <a:moveTo>
                  <a:pt x="0" y="0"/>
                </a:moveTo>
                <a:lnTo>
                  <a:pt x="7859" y="0"/>
                </a:lnTo>
                <a:lnTo>
                  <a:pt x="7859"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17" name="Freeform: Shape 2516"/>
          <p:cNvSpPr/>
          <p:nvPr/>
        </p:nvSpPr>
        <p:spPr>
          <a:xfrm>
            <a:off x="752400" y="5619600"/>
            <a:ext cx="2962440" cy="429120"/>
          </a:xfrm>
          <a:custGeom>
            <a:avLst/>
            <a:gdLst/>
            <a:ahLst/>
            <a:cxnLst/>
            <a:rect l="0" t="0" r="r" b="b"/>
            <a:pathLst>
              <a:path w="8229" h="1192">
                <a:moveTo>
                  <a:pt x="0" y="0"/>
                </a:moveTo>
                <a:lnTo>
                  <a:pt x="8229" y="0"/>
                </a:lnTo>
                <a:lnTo>
                  <a:pt x="8229"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18" name="Freeform: Shape 2517"/>
          <p:cNvSpPr/>
          <p:nvPr/>
        </p:nvSpPr>
        <p:spPr>
          <a:xfrm>
            <a:off x="3714480" y="5619600"/>
            <a:ext cx="2429280" cy="429120"/>
          </a:xfrm>
          <a:custGeom>
            <a:avLst/>
            <a:gdLst/>
            <a:ahLst/>
            <a:cxnLst/>
            <a:rect l="0" t="0" r="r" b="b"/>
            <a:pathLst>
              <a:path w="6748" h="1192">
                <a:moveTo>
                  <a:pt x="0" y="0"/>
                </a:moveTo>
                <a:lnTo>
                  <a:pt x="6748" y="0"/>
                </a:lnTo>
                <a:lnTo>
                  <a:pt x="6748"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19" name="Freeform: Shape 2518"/>
          <p:cNvSpPr/>
          <p:nvPr/>
        </p:nvSpPr>
        <p:spPr>
          <a:xfrm>
            <a:off x="6143400" y="5619600"/>
            <a:ext cx="2467440" cy="429120"/>
          </a:xfrm>
          <a:custGeom>
            <a:avLst/>
            <a:gdLst/>
            <a:ahLst/>
            <a:cxnLst/>
            <a:rect l="0" t="0" r="r" b="b"/>
            <a:pathLst>
              <a:path w="6854" h="1192">
                <a:moveTo>
                  <a:pt x="0" y="0"/>
                </a:moveTo>
                <a:lnTo>
                  <a:pt x="6854" y="0"/>
                </a:lnTo>
                <a:lnTo>
                  <a:pt x="6854"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20" name="Freeform: Shape 2519"/>
          <p:cNvSpPr/>
          <p:nvPr/>
        </p:nvSpPr>
        <p:spPr>
          <a:xfrm>
            <a:off x="8610480" y="5619600"/>
            <a:ext cx="2829240" cy="429120"/>
          </a:xfrm>
          <a:custGeom>
            <a:avLst/>
            <a:gdLst/>
            <a:ahLst/>
            <a:cxnLst/>
            <a:rect l="0" t="0" r="r" b="b"/>
            <a:pathLst>
              <a:path w="7859" h="1192">
                <a:moveTo>
                  <a:pt x="0" y="0"/>
                </a:moveTo>
                <a:lnTo>
                  <a:pt x="7859" y="0"/>
                </a:lnTo>
                <a:lnTo>
                  <a:pt x="7859"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21" name="Freeform: Shape 2520"/>
          <p:cNvSpPr/>
          <p:nvPr/>
        </p:nvSpPr>
        <p:spPr>
          <a:xfrm>
            <a:off x="752400" y="5619600"/>
            <a:ext cx="2962440" cy="429120"/>
          </a:xfrm>
          <a:custGeom>
            <a:avLst/>
            <a:gdLst/>
            <a:ahLst/>
            <a:cxnLst/>
            <a:rect l="0" t="0" r="r" b="b"/>
            <a:pathLst>
              <a:path w="8229" h="1192">
                <a:moveTo>
                  <a:pt x="0" y="0"/>
                </a:moveTo>
                <a:lnTo>
                  <a:pt x="8229" y="0"/>
                </a:lnTo>
                <a:lnTo>
                  <a:pt x="822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22" name="Freeform: Shape 2521"/>
          <p:cNvSpPr/>
          <p:nvPr/>
        </p:nvSpPr>
        <p:spPr>
          <a:xfrm>
            <a:off x="3714480" y="5619600"/>
            <a:ext cx="2429280" cy="429120"/>
          </a:xfrm>
          <a:custGeom>
            <a:avLst/>
            <a:gdLst/>
            <a:ahLst/>
            <a:cxnLst/>
            <a:rect l="0" t="0" r="r" b="b"/>
            <a:pathLst>
              <a:path w="6748" h="1192">
                <a:moveTo>
                  <a:pt x="0" y="0"/>
                </a:moveTo>
                <a:lnTo>
                  <a:pt x="6748" y="0"/>
                </a:lnTo>
                <a:lnTo>
                  <a:pt x="6748"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23" name="Freeform: Shape 2522"/>
          <p:cNvSpPr/>
          <p:nvPr/>
        </p:nvSpPr>
        <p:spPr>
          <a:xfrm>
            <a:off x="6143400" y="5619600"/>
            <a:ext cx="2467440" cy="429120"/>
          </a:xfrm>
          <a:custGeom>
            <a:avLst/>
            <a:gdLst/>
            <a:ahLst/>
            <a:cxnLst/>
            <a:rect l="0" t="0" r="r" b="b"/>
            <a:pathLst>
              <a:path w="6854" h="1192">
                <a:moveTo>
                  <a:pt x="0" y="0"/>
                </a:moveTo>
                <a:lnTo>
                  <a:pt x="6854" y="0"/>
                </a:lnTo>
                <a:lnTo>
                  <a:pt x="6854"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24" name="Freeform: Shape 2523"/>
          <p:cNvSpPr/>
          <p:nvPr/>
        </p:nvSpPr>
        <p:spPr>
          <a:xfrm>
            <a:off x="8610480" y="5619600"/>
            <a:ext cx="2829240" cy="429120"/>
          </a:xfrm>
          <a:custGeom>
            <a:avLst/>
            <a:gdLst/>
            <a:ahLst/>
            <a:cxnLst/>
            <a:rect l="0" t="0" r="r" b="b"/>
            <a:pathLst>
              <a:path w="7859" h="1192">
                <a:moveTo>
                  <a:pt x="0" y="0"/>
                </a:moveTo>
                <a:lnTo>
                  <a:pt x="7859" y="0"/>
                </a:lnTo>
                <a:lnTo>
                  <a:pt x="785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25" name="Freeform: Shape 2524"/>
          <p:cNvSpPr/>
          <p:nvPr/>
        </p:nvSpPr>
        <p:spPr>
          <a:xfrm>
            <a:off x="752400" y="6048360"/>
            <a:ext cx="2962440" cy="428760"/>
          </a:xfrm>
          <a:custGeom>
            <a:avLst/>
            <a:gdLst/>
            <a:ahLst/>
            <a:cxnLst/>
            <a:rect l="0" t="0" r="r" b="b"/>
            <a:pathLst>
              <a:path w="8229" h="1191">
                <a:moveTo>
                  <a:pt x="0" y="0"/>
                </a:moveTo>
                <a:lnTo>
                  <a:pt x="8229" y="0"/>
                </a:lnTo>
                <a:lnTo>
                  <a:pt x="8229"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26" name="Freeform: Shape 2525"/>
          <p:cNvSpPr/>
          <p:nvPr/>
        </p:nvSpPr>
        <p:spPr>
          <a:xfrm>
            <a:off x="3714480" y="6048360"/>
            <a:ext cx="2429280" cy="428760"/>
          </a:xfrm>
          <a:custGeom>
            <a:avLst/>
            <a:gdLst/>
            <a:ahLst/>
            <a:cxnLst/>
            <a:rect l="0" t="0" r="r" b="b"/>
            <a:pathLst>
              <a:path w="6748" h="1191">
                <a:moveTo>
                  <a:pt x="0" y="0"/>
                </a:moveTo>
                <a:lnTo>
                  <a:pt x="6748" y="0"/>
                </a:lnTo>
                <a:lnTo>
                  <a:pt x="6748"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27" name="Freeform: Shape 2526"/>
          <p:cNvSpPr/>
          <p:nvPr/>
        </p:nvSpPr>
        <p:spPr>
          <a:xfrm>
            <a:off x="6143400" y="6048360"/>
            <a:ext cx="2467440" cy="428760"/>
          </a:xfrm>
          <a:custGeom>
            <a:avLst/>
            <a:gdLst/>
            <a:ahLst/>
            <a:cxnLst/>
            <a:rect l="0" t="0" r="r" b="b"/>
            <a:pathLst>
              <a:path w="6854" h="1191">
                <a:moveTo>
                  <a:pt x="0" y="0"/>
                </a:moveTo>
                <a:lnTo>
                  <a:pt x="6854" y="0"/>
                </a:lnTo>
                <a:lnTo>
                  <a:pt x="6854"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28" name="Freeform: Shape 2527"/>
          <p:cNvSpPr/>
          <p:nvPr/>
        </p:nvSpPr>
        <p:spPr>
          <a:xfrm>
            <a:off x="8610480" y="6048360"/>
            <a:ext cx="2829240" cy="428760"/>
          </a:xfrm>
          <a:custGeom>
            <a:avLst/>
            <a:gdLst/>
            <a:ahLst/>
            <a:cxnLst/>
            <a:rect l="0" t="0" r="r" b="b"/>
            <a:pathLst>
              <a:path w="7859" h="1191">
                <a:moveTo>
                  <a:pt x="0" y="0"/>
                </a:moveTo>
                <a:lnTo>
                  <a:pt x="7859" y="0"/>
                </a:lnTo>
                <a:lnTo>
                  <a:pt x="7859"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29" name="Freeform: Shape 2528"/>
          <p:cNvSpPr/>
          <p:nvPr/>
        </p:nvSpPr>
        <p:spPr>
          <a:xfrm>
            <a:off x="752400" y="6048360"/>
            <a:ext cx="2962440" cy="428760"/>
          </a:xfrm>
          <a:custGeom>
            <a:avLst/>
            <a:gdLst/>
            <a:ahLst/>
            <a:cxnLst/>
            <a:rect l="0" t="0" r="r" b="b"/>
            <a:pathLst>
              <a:path w="8229" h="1191">
                <a:moveTo>
                  <a:pt x="0" y="0"/>
                </a:moveTo>
                <a:lnTo>
                  <a:pt x="8229" y="0"/>
                </a:lnTo>
                <a:lnTo>
                  <a:pt x="8229"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30" name="Freeform: Shape 2529"/>
          <p:cNvSpPr/>
          <p:nvPr/>
        </p:nvSpPr>
        <p:spPr>
          <a:xfrm>
            <a:off x="3714480" y="6048360"/>
            <a:ext cx="2429280" cy="428760"/>
          </a:xfrm>
          <a:custGeom>
            <a:avLst/>
            <a:gdLst/>
            <a:ahLst/>
            <a:cxnLst/>
            <a:rect l="0" t="0" r="r" b="b"/>
            <a:pathLst>
              <a:path w="6748" h="1191">
                <a:moveTo>
                  <a:pt x="0" y="0"/>
                </a:moveTo>
                <a:lnTo>
                  <a:pt x="6748" y="0"/>
                </a:lnTo>
                <a:lnTo>
                  <a:pt x="6748"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31" name="Freeform: Shape 2530"/>
          <p:cNvSpPr/>
          <p:nvPr/>
        </p:nvSpPr>
        <p:spPr>
          <a:xfrm>
            <a:off x="6143400" y="6048360"/>
            <a:ext cx="2467440" cy="428760"/>
          </a:xfrm>
          <a:custGeom>
            <a:avLst/>
            <a:gdLst/>
            <a:ahLst/>
            <a:cxnLst/>
            <a:rect l="0" t="0" r="r" b="b"/>
            <a:pathLst>
              <a:path w="6854" h="1191">
                <a:moveTo>
                  <a:pt x="0" y="0"/>
                </a:moveTo>
                <a:lnTo>
                  <a:pt x="6854" y="0"/>
                </a:lnTo>
                <a:lnTo>
                  <a:pt x="6854"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32" name="Freeform: Shape 2531"/>
          <p:cNvSpPr/>
          <p:nvPr/>
        </p:nvSpPr>
        <p:spPr>
          <a:xfrm>
            <a:off x="8610480" y="6048360"/>
            <a:ext cx="2829240" cy="428760"/>
          </a:xfrm>
          <a:custGeom>
            <a:avLst/>
            <a:gdLst/>
            <a:ahLst/>
            <a:cxnLst/>
            <a:rect l="0" t="0" r="r" b="b"/>
            <a:pathLst>
              <a:path w="7859" h="1191">
                <a:moveTo>
                  <a:pt x="0" y="0"/>
                </a:moveTo>
                <a:lnTo>
                  <a:pt x="7859" y="0"/>
                </a:lnTo>
                <a:lnTo>
                  <a:pt x="7859"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33" name="Freeform: Shape 2532"/>
          <p:cNvSpPr/>
          <p:nvPr/>
        </p:nvSpPr>
        <p:spPr>
          <a:xfrm>
            <a:off x="75240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34" name="Freeform: Shape 2533"/>
          <p:cNvSpPr/>
          <p:nvPr/>
        </p:nvSpPr>
        <p:spPr>
          <a:xfrm>
            <a:off x="752400" y="1295280"/>
            <a:ext cx="2972160" cy="9720"/>
          </a:xfrm>
          <a:custGeom>
            <a:avLst/>
            <a:gdLst/>
            <a:ahLst/>
            <a:cxnLst/>
            <a:rect l="0" t="0" r="r" b="b"/>
            <a:pathLst>
              <a:path w="8256" h="27">
                <a:moveTo>
                  <a:pt x="0" y="0"/>
                </a:moveTo>
                <a:lnTo>
                  <a:pt x="8256" y="0"/>
                </a:lnTo>
                <a:lnTo>
                  <a:pt x="825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35" name="Freeform: Shape 2534"/>
          <p:cNvSpPr/>
          <p:nvPr/>
        </p:nvSpPr>
        <p:spPr>
          <a:xfrm>
            <a:off x="3714480" y="129528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36" name="Freeform: Shape 2535"/>
          <p:cNvSpPr/>
          <p:nvPr/>
        </p:nvSpPr>
        <p:spPr>
          <a:xfrm>
            <a:off x="3724200" y="1295280"/>
            <a:ext cx="2429280" cy="9720"/>
          </a:xfrm>
          <a:custGeom>
            <a:avLst/>
            <a:gdLst/>
            <a:ahLst/>
            <a:cxnLst/>
            <a:rect l="0" t="0" r="r" b="b"/>
            <a:pathLst>
              <a:path w="6748" h="27">
                <a:moveTo>
                  <a:pt x="0" y="0"/>
                </a:moveTo>
                <a:lnTo>
                  <a:pt x="6748" y="0"/>
                </a:lnTo>
                <a:lnTo>
                  <a:pt x="674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37" name="Freeform: Shape 2536"/>
          <p:cNvSpPr/>
          <p:nvPr/>
        </p:nvSpPr>
        <p:spPr>
          <a:xfrm>
            <a:off x="6143400" y="129528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38" name="Freeform: Shape 2537"/>
          <p:cNvSpPr/>
          <p:nvPr/>
        </p:nvSpPr>
        <p:spPr>
          <a:xfrm>
            <a:off x="6153120" y="1295280"/>
            <a:ext cx="2467080" cy="9720"/>
          </a:xfrm>
          <a:custGeom>
            <a:avLst/>
            <a:gdLst/>
            <a:ahLst/>
            <a:cxnLst/>
            <a:rect l="0" t="0" r="r" b="b"/>
            <a:pathLst>
              <a:path w="6853" h="27">
                <a:moveTo>
                  <a:pt x="0" y="0"/>
                </a:moveTo>
                <a:lnTo>
                  <a:pt x="6853" y="0"/>
                </a:lnTo>
                <a:lnTo>
                  <a:pt x="685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39" name="Freeform: Shape 2538"/>
          <p:cNvSpPr/>
          <p:nvPr/>
        </p:nvSpPr>
        <p:spPr>
          <a:xfrm>
            <a:off x="861048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40" name="Freeform: Shape 2539"/>
          <p:cNvSpPr/>
          <p:nvPr/>
        </p:nvSpPr>
        <p:spPr>
          <a:xfrm>
            <a:off x="8619840" y="1295280"/>
            <a:ext cx="2829240" cy="9720"/>
          </a:xfrm>
          <a:custGeom>
            <a:avLst/>
            <a:gdLst/>
            <a:ahLst/>
            <a:cxnLst/>
            <a:rect l="0" t="0" r="r" b="b"/>
            <a:pathLst>
              <a:path w="7859" h="27">
                <a:moveTo>
                  <a:pt x="0" y="0"/>
                </a:moveTo>
                <a:lnTo>
                  <a:pt x="7859" y="0"/>
                </a:lnTo>
                <a:lnTo>
                  <a:pt x="7859"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41" name="Freeform: Shape 2540"/>
          <p:cNvSpPr/>
          <p:nvPr/>
        </p:nvSpPr>
        <p:spPr>
          <a:xfrm>
            <a:off x="1143936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42" name="Freeform: Shape 2541"/>
          <p:cNvSpPr/>
          <p:nvPr/>
        </p:nvSpPr>
        <p:spPr>
          <a:xfrm>
            <a:off x="752400" y="1723680"/>
            <a:ext cx="2972160" cy="10080"/>
          </a:xfrm>
          <a:custGeom>
            <a:avLst/>
            <a:gdLst/>
            <a:ahLst/>
            <a:cxnLst/>
            <a:rect l="0" t="0" r="r" b="b"/>
            <a:pathLst>
              <a:path w="8256" h="28">
                <a:moveTo>
                  <a:pt x="0" y="0"/>
                </a:moveTo>
                <a:lnTo>
                  <a:pt x="8256" y="0"/>
                </a:lnTo>
                <a:lnTo>
                  <a:pt x="825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43" name="Freeform: Shape 2542"/>
          <p:cNvSpPr/>
          <p:nvPr/>
        </p:nvSpPr>
        <p:spPr>
          <a:xfrm>
            <a:off x="3724200" y="1723680"/>
            <a:ext cx="2429280" cy="10080"/>
          </a:xfrm>
          <a:custGeom>
            <a:avLst/>
            <a:gdLst/>
            <a:ahLst/>
            <a:cxnLst/>
            <a:rect l="0" t="0" r="r" b="b"/>
            <a:pathLst>
              <a:path w="6748" h="28">
                <a:moveTo>
                  <a:pt x="0" y="0"/>
                </a:moveTo>
                <a:lnTo>
                  <a:pt x="6748" y="0"/>
                </a:lnTo>
                <a:lnTo>
                  <a:pt x="674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44" name="Freeform: Shape 2543"/>
          <p:cNvSpPr/>
          <p:nvPr/>
        </p:nvSpPr>
        <p:spPr>
          <a:xfrm>
            <a:off x="6153120" y="1723680"/>
            <a:ext cx="2467080" cy="10080"/>
          </a:xfrm>
          <a:custGeom>
            <a:avLst/>
            <a:gdLst/>
            <a:ahLst/>
            <a:cxnLst/>
            <a:rect l="0" t="0" r="r" b="b"/>
            <a:pathLst>
              <a:path w="6853" h="28">
                <a:moveTo>
                  <a:pt x="0" y="0"/>
                </a:moveTo>
                <a:lnTo>
                  <a:pt x="6853" y="0"/>
                </a:lnTo>
                <a:lnTo>
                  <a:pt x="685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45" name="Freeform: Shape 2544"/>
          <p:cNvSpPr/>
          <p:nvPr/>
        </p:nvSpPr>
        <p:spPr>
          <a:xfrm>
            <a:off x="8619840" y="1723680"/>
            <a:ext cx="2829240" cy="10080"/>
          </a:xfrm>
          <a:custGeom>
            <a:avLst/>
            <a:gdLst/>
            <a:ahLst/>
            <a:cxnLst/>
            <a:rect l="0" t="0" r="r" b="b"/>
            <a:pathLst>
              <a:path w="7859" h="28">
                <a:moveTo>
                  <a:pt x="0" y="0"/>
                </a:moveTo>
                <a:lnTo>
                  <a:pt x="7859" y="0"/>
                </a:lnTo>
                <a:lnTo>
                  <a:pt x="785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46" name="Freeform: Shape 2545"/>
          <p:cNvSpPr/>
          <p:nvPr/>
        </p:nvSpPr>
        <p:spPr>
          <a:xfrm>
            <a:off x="752400" y="17334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47" name="Freeform: Shape 2546"/>
          <p:cNvSpPr/>
          <p:nvPr/>
        </p:nvSpPr>
        <p:spPr>
          <a:xfrm>
            <a:off x="3714480" y="173340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48" name="Freeform: Shape 2547"/>
          <p:cNvSpPr/>
          <p:nvPr/>
        </p:nvSpPr>
        <p:spPr>
          <a:xfrm>
            <a:off x="6143400" y="173340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49" name="Freeform: Shape 2548"/>
          <p:cNvSpPr/>
          <p:nvPr/>
        </p:nvSpPr>
        <p:spPr>
          <a:xfrm>
            <a:off x="8610480" y="17334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50" name="Freeform: Shape 2549"/>
          <p:cNvSpPr/>
          <p:nvPr/>
        </p:nvSpPr>
        <p:spPr>
          <a:xfrm>
            <a:off x="11439360" y="17334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51" name="Freeform: Shape 2550"/>
          <p:cNvSpPr/>
          <p:nvPr/>
        </p:nvSpPr>
        <p:spPr>
          <a:xfrm>
            <a:off x="752400" y="21621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52" name="Freeform: Shape 2551"/>
          <p:cNvSpPr/>
          <p:nvPr/>
        </p:nvSpPr>
        <p:spPr>
          <a:xfrm>
            <a:off x="752400" y="2152440"/>
            <a:ext cx="2972160" cy="10080"/>
          </a:xfrm>
          <a:custGeom>
            <a:avLst/>
            <a:gdLst/>
            <a:ahLst/>
            <a:cxnLst/>
            <a:rect l="0" t="0" r="r" b="b"/>
            <a:pathLst>
              <a:path w="8256" h="28">
                <a:moveTo>
                  <a:pt x="0" y="0"/>
                </a:moveTo>
                <a:lnTo>
                  <a:pt x="8256" y="0"/>
                </a:lnTo>
                <a:lnTo>
                  <a:pt x="825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53" name="Freeform: Shape 2552"/>
          <p:cNvSpPr/>
          <p:nvPr/>
        </p:nvSpPr>
        <p:spPr>
          <a:xfrm>
            <a:off x="3714480" y="216216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54" name="Freeform: Shape 2553"/>
          <p:cNvSpPr/>
          <p:nvPr/>
        </p:nvSpPr>
        <p:spPr>
          <a:xfrm>
            <a:off x="3724200" y="2152440"/>
            <a:ext cx="2429280" cy="10080"/>
          </a:xfrm>
          <a:custGeom>
            <a:avLst/>
            <a:gdLst/>
            <a:ahLst/>
            <a:cxnLst/>
            <a:rect l="0" t="0" r="r" b="b"/>
            <a:pathLst>
              <a:path w="6748" h="28">
                <a:moveTo>
                  <a:pt x="0" y="0"/>
                </a:moveTo>
                <a:lnTo>
                  <a:pt x="6748" y="0"/>
                </a:lnTo>
                <a:lnTo>
                  <a:pt x="674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55" name="Freeform: Shape 2554"/>
          <p:cNvSpPr/>
          <p:nvPr/>
        </p:nvSpPr>
        <p:spPr>
          <a:xfrm>
            <a:off x="6143400" y="216216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56" name="Freeform: Shape 2555"/>
          <p:cNvSpPr/>
          <p:nvPr/>
        </p:nvSpPr>
        <p:spPr>
          <a:xfrm>
            <a:off x="6153120" y="2152440"/>
            <a:ext cx="2467080" cy="10080"/>
          </a:xfrm>
          <a:custGeom>
            <a:avLst/>
            <a:gdLst/>
            <a:ahLst/>
            <a:cxnLst/>
            <a:rect l="0" t="0" r="r" b="b"/>
            <a:pathLst>
              <a:path w="6853" h="28">
                <a:moveTo>
                  <a:pt x="0" y="0"/>
                </a:moveTo>
                <a:lnTo>
                  <a:pt x="6853" y="0"/>
                </a:lnTo>
                <a:lnTo>
                  <a:pt x="685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57" name="Freeform: Shape 2556"/>
          <p:cNvSpPr/>
          <p:nvPr/>
        </p:nvSpPr>
        <p:spPr>
          <a:xfrm>
            <a:off x="8610480" y="21621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58" name="Freeform: Shape 2557"/>
          <p:cNvSpPr/>
          <p:nvPr/>
        </p:nvSpPr>
        <p:spPr>
          <a:xfrm>
            <a:off x="8619840" y="2152440"/>
            <a:ext cx="2829240" cy="10080"/>
          </a:xfrm>
          <a:custGeom>
            <a:avLst/>
            <a:gdLst/>
            <a:ahLst/>
            <a:cxnLst/>
            <a:rect l="0" t="0" r="r" b="b"/>
            <a:pathLst>
              <a:path w="7859" h="28">
                <a:moveTo>
                  <a:pt x="0" y="0"/>
                </a:moveTo>
                <a:lnTo>
                  <a:pt x="7859" y="0"/>
                </a:lnTo>
                <a:lnTo>
                  <a:pt x="785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59" name="Freeform: Shape 2558"/>
          <p:cNvSpPr/>
          <p:nvPr/>
        </p:nvSpPr>
        <p:spPr>
          <a:xfrm>
            <a:off x="11439360" y="216216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60" name="Freeform: Shape 2559"/>
          <p:cNvSpPr/>
          <p:nvPr/>
        </p:nvSpPr>
        <p:spPr>
          <a:xfrm>
            <a:off x="752400" y="260028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61" name="Freeform: Shape 2560"/>
          <p:cNvSpPr/>
          <p:nvPr/>
        </p:nvSpPr>
        <p:spPr>
          <a:xfrm>
            <a:off x="752400" y="2590560"/>
            <a:ext cx="2972160" cy="10080"/>
          </a:xfrm>
          <a:custGeom>
            <a:avLst/>
            <a:gdLst/>
            <a:ahLst/>
            <a:cxnLst/>
            <a:rect l="0" t="0" r="r" b="b"/>
            <a:pathLst>
              <a:path w="8256" h="28">
                <a:moveTo>
                  <a:pt x="0" y="0"/>
                </a:moveTo>
                <a:lnTo>
                  <a:pt x="8256" y="0"/>
                </a:lnTo>
                <a:lnTo>
                  <a:pt x="825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62" name="Freeform: Shape 2561"/>
          <p:cNvSpPr/>
          <p:nvPr/>
        </p:nvSpPr>
        <p:spPr>
          <a:xfrm>
            <a:off x="3714480" y="2600280"/>
            <a:ext cx="10080" cy="428760"/>
          </a:xfrm>
          <a:custGeom>
            <a:avLst/>
            <a:gdLst/>
            <a:ahLst/>
            <a:cxnLst/>
            <a:rect l="0" t="0" r="r" b="b"/>
            <a:pathLst>
              <a:path w="28" h="1191">
                <a:moveTo>
                  <a:pt x="0" y="0"/>
                </a:moveTo>
                <a:lnTo>
                  <a:pt x="28" y="0"/>
                </a:lnTo>
                <a:lnTo>
                  <a:pt x="28"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63" name="Freeform: Shape 2562"/>
          <p:cNvSpPr/>
          <p:nvPr/>
        </p:nvSpPr>
        <p:spPr>
          <a:xfrm>
            <a:off x="3724200" y="2590560"/>
            <a:ext cx="2429280" cy="10080"/>
          </a:xfrm>
          <a:custGeom>
            <a:avLst/>
            <a:gdLst/>
            <a:ahLst/>
            <a:cxnLst/>
            <a:rect l="0" t="0" r="r" b="b"/>
            <a:pathLst>
              <a:path w="6748" h="28">
                <a:moveTo>
                  <a:pt x="0" y="0"/>
                </a:moveTo>
                <a:lnTo>
                  <a:pt x="6748" y="0"/>
                </a:lnTo>
                <a:lnTo>
                  <a:pt x="674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64" name="Freeform: Shape 2563"/>
          <p:cNvSpPr/>
          <p:nvPr/>
        </p:nvSpPr>
        <p:spPr>
          <a:xfrm>
            <a:off x="6143400" y="2600280"/>
            <a:ext cx="10080" cy="428760"/>
          </a:xfrm>
          <a:custGeom>
            <a:avLst/>
            <a:gdLst/>
            <a:ahLst/>
            <a:cxnLst/>
            <a:rect l="0" t="0" r="r" b="b"/>
            <a:pathLst>
              <a:path w="28" h="1191">
                <a:moveTo>
                  <a:pt x="0" y="0"/>
                </a:moveTo>
                <a:lnTo>
                  <a:pt x="28" y="0"/>
                </a:lnTo>
                <a:lnTo>
                  <a:pt x="28"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65" name="Freeform: Shape 2564"/>
          <p:cNvSpPr/>
          <p:nvPr/>
        </p:nvSpPr>
        <p:spPr>
          <a:xfrm>
            <a:off x="6153120" y="2590560"/>
            <a:ext cx="2467080" cy="10080"/>
          </a:xfrm>
          <a:custGeom>
            <a:avLst/>
            <a:gdLst/>
            <a:ahLst/>
            <a:cxnLst/>
            <a:rect l="0" t="0" r="r" b="b"/>
            <a:pathLst>
              <a:path w="6853" h="28">
                <a:moveTo>
                  <a:pt x="0" y="0"/>
                </a:moveTo>
                <a:lnTo>
                  <a:pt x="6853" y="0"/>
                </a:lnTo>
                <a:lnTo>
                  <a:pt x="685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66" name="Freeform: Shape 2565"/>
          <p:cNvSpPr/>
          <p:nvPr/>
        </p:nvSpPr>
        <p:spPr>
          <a:xfrm>
            <a:off x="8610480" y="260028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67" name="Freeform: Shape 2566"/>
          <p:cNvSpPr/>
          <p:nvPr/>
        </p:nvSpPr>
        <p:spPr>
          <a:xfrm>
            <a:off x="8619840" y="2590560"/>
            <a:ext cx="2829240" cy="10080"/>
          </a:xfrm>
          <a:custGeom>
            <a:avLst/>
            <a:gdLst/>
            <a:ahLst/>
            <a:cxnLst/>
            <a:rect l="0" t="0" r="r" b="b"/>
            <a:pathLst>
              <a:path w="7859" h="28">
                <a:moveTo>
                  <a:pt x="0" y="0"/>
                </a:moveTo>
                <a:lnTo>
                  <a:pt x="7859" y="0"/>
                </a:lnTo>
                <a:lnTo>
                  <a:pt x="785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68" name="Freeform: Shape 2567"/>
          <p:cNvSpPr/>
          <p:nvPr/>
        </p:nvSpPr>
        <p:spPr>
          <a:xfrm>
            <a:off x="11439360" y="260028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69" name="Freeform: Shape 2568"/>
          <p:cNvSpPr/>
          <p:nvPr/>
        </p:nvSpPr>
        <p:spPr>
          <a:xfrm>
            <a:off x="752400" y="302868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70" name="Freeform: Shape 2569"/>
          <p:cNvSpPr/>
          <p:nvPr/>
        </p:nvSpPr>
        <p:spPr>
          <a:xfrm>
            <a:off x="752400" y="3019320"/>
            <a:ext cx="2972160" cy="9720"/>
          </a:xfrm>
          <a:custGeom>
            <a:avLst/>
            <a:gdLst/>
            <a:ahLst/>
            <a:cxnLst/>
            <a:rect l="0" t="0" r="r" b="b"/>
            <a:pathLst>
              <a:path w="8256" h="27">
                <a:moveTo>
                  <a:pt x="0" y="0"/>
                </a:moveTo>
                <a:lnTo>
                  <a:pt x="8256" y="0"/>
                </a:lnTo>
                <a:lnTo>
                  <a:pt x="825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71" name="Freeform: Shape 2570"/>
          <p:cNvSpPr/>
          <p:nvPr/>
        </p:nvSpPr>
        <p:spPr>
          <a:xfrm>
            <a:off x="3714480" y="302868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72" name="Freeform: Shape 2571"/>
          <p:cNvSpPr/>
          <p:nvPr/>
        </p:nvSpPr>
        <p:spPr>
          <a:xfrm>
            <a:off x="3724200" y="3019320"/>
            <a:ext cx="2429280" cy="9720"/>
          </a:xfrm>
          <a:custGeom>
            <a:avLst/>
            <a:gdLst/>
            <a:ahLst/>
            <a:cxnLst/>
            <a:rect l="0" t="0" r="r" b="b"/>
            <a:pathLst>
              <a:path w="6748" h="27">
                <a:moveTo>
                  <a:pt x="0" y="0"/>
                </a:moveTo>
                <a:lnTo>
                  <a:pt x="6748" y="0"/>
                </a:lnTo>
                <a:lnTo>
                  <a:pt x="674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73" name="Freeform: Shape 2572"/>
          <p:cNvSpPr/>
          <p:nvPr/>
        </p:nvSpPr>
        <p:spPr>
          <a:xfrm>
            <a:off x="6143400" y="302868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74" name="Freeform: Shape 2573"/>
          <p:cNvSpPr/>
          <p:nvPr/>
        </p:nvSpPr>
        <p:spPr>
          <a:xfrm>
            <a:off x="6153120" y="3019320"/>
            <a:ext cx="2467080" cy="9720"/>
          </a:xfrm>
          <a:custGeom>
            <a:avLst/>
            <a:gdLst/>
            <a:ahLst/>
            <a:cxnLst/>
            <a:rect l="0" t="0" r="r" b="b"/>
            <a:pathLst>
              <a:path w="6853" h="27">
                <a:moveTo>
                  <a:pt x="0" y="0"/>
                </a:moveTo>
                <a:lnTo>
                  <a:pt x="6853" y="0"/>
                </a:lnTo>
                <a:lnTo>
                  <a:pt x="685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75" name="Freeform: Shape 2574"/>
          <p:cNvSpPr/>
          <p:nvPr/>
        </p:nvSpPr>
        <p:spPr>
          <a:xfrm>
            <a:off x="8610480" y="302868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76" name="Freeform: Shape 2575"/>
          <p:cNvSpPr/>
          <p:nvPr/>
        </p:nvSpPr>
        <p:spPr>
          <a:xfrm>
            <a:off x="8619840" y="3019320"/>
            <a:ext cx="2829240" cy="9720"/>
          </a:xfrm>
          <a:custGeom>
            <a:avLst/>
            <a:gdLst/>
            <a:ahLst/>
            <a:cxnLst/>
            <a:rect l="0" t="0" r="r" b="b"/>
            <a:pathLst>
              <a:path w="7859" h="27">
                <a:moveTo>
                  <a:pt x="0" y="0"/>
                </a:moveTo>
                <a:lnTo>
                  <a:pt x="7859" y="0"/>
                </a:lnTo>
                <a:lnTo>
                  <a:pt x="7859"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77" name="Freeform: Shape 2576"/>
          <p:cNvSpPr/>
          <p:nvPr/>
        </p:nvSpPr>
        <p:spPr>
          <a:xfrm>
            <a:off x="11439360" y="302868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78" name="Freeform: Shape 2577"/>
          <p:cNvSpPr/>
          <p:nvPr/>
        </p:nvSpPr>
        <p:spPr>
          <a:xfrm>
            <a:off x="752400" y="345744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79" name="Freeform: Shape 2578"/>
          <p:cNvSpPr/>
          <p:nvPr/>
        </p:nvSpPr>
        <p:spPr>
          <a:xfrm>
            <a:off x="752400" y="3447720"/>
            <a:ext cx="2972160" cy="10080"/>
          </a:xfrm>
          <a:custGeom>
            <a:avLst/>
            <a:gdLst/>
            <a:ahLst/>
            <a:cxnLst/>
            <a:rect l="0" t="0" r="r" b="b"/>
            <a:pathLst>
              <a:path w="8256" h="28">
                <a:moveTo>
                  <a:pt x="0" y="0"/>
                </a:moveTo>
                <a:lnTo>
                  <a:pt x="8256" y="0"/>
                </a:lnTo>
                <a:lnTo>
                  <a:pt x="825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80" name="Freeform: Shape 2579"/>
          <p:cNvSpPr/>
          <p:nvPr/>
        </p:nvSpPr>
        <p:spPr>
          <a:xfrm>
            <a:off x="3714480" y="345744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81" name="Freeform: Shape 2580"/>
          <p:cNvSpPr/>
          <p:nvPr/>
        </p:nvSpPr>
        <p:spPr>
          <a:xfrm>
            <a:off x="3724200" y="3447720"/>
            <a:ext cx="2429280" cy="10080"/>
          </a:xfrm>
          <a:custGeom>
            <a:avLst/>
            <a:gdLst/>
            <a:ahLst/>
            <a:cxnLst/>
            <a:rect l="0" t="0" r="r" b="b"/>
            <a:pathLst>
              <a:path w="6748" h="28">
                <a:moveTo>
                  <a:pt x="0" y="0"/>
                </a:moveTo>
                <a:lnTo>
                  <a:pt x="6748" y="0"/>
                </a:lnTo>
                <a:lnTo>
                  <a:pt x="674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82" name="Freeform: Shape 2581"/>
          <p:cNvSpPr/>
          <p:nvPr/>
        </p:nvSpPr>
        <p:spPr>
          <a:xfrm>
            <a:off x="6143400" y="345744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83" name="Freeform: Shape 2582"/>
          <p:cNvSpPr/>
          <p:nvPr/>
        </p:nvSpPr>
        <p:spPr>
          <a:xfrm>
            <a:off x="6153120" y="3447720"/>
            <a:ext cx="2467080" cy="10080"/>
          </a:xfrm>
          <a:custGeom>
            <a:avLst/>
            <a:gdLst/>
            <a:ahLst/>
            <a:cxnLst/>
            <a:rect l="0" t="0" r="r" b="b"/>
            <a:pathLst>
              <a:path w="6853" h="28">
                <a:moveTo>
                  <a:pt x="0" y="0"/>
                </a:moveTo>
                <a:lnTo>
                  <a:pt x="6853" y="0"/>
                </a:lnTo>
                <a:lnTo>
                  <a:pt x="685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84" name="Freeform: Shape 2583"/>
          <p:cNvSpPr/>
          <p:nvPr/>
        </p:nvSpPr>
        <p:spPr>
          <a:xfrm>
            <a:off x="8610480" y="345744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85" name="Freeform: Shape 2584"/>
          <p:cNvSpPr/>
          <p:nvPr/>
        </p:nvSpPr>
        <p:spPr>
          <a:xfrm>
            <a:off x="8619840" y="3447720"/>
            <a:ext cx="2829240" cy="10080"/>
          </a:xfrm>
          <a:custGeom>
            <a:avLst/>
            <a:gdLst/>
            <a:ahLst/>
            <a:cxnLst/>
            <a:rect l="0" t="0" r="r" b="b"/>
            <a:pathLst>
              <a:path w="7859" h="28">
                <a:moveTo>
                  <a:pt x="0" y="0"/>
                </a:moveTo>
                <a:lnTo>
                  <a:pt x="7859" y="0"/>
                </a:lnTo>
                <a:lnTo>
                  <a:pt x="785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86" name="Freeform: Shape 2585"/>
          <p:cNvSpPr/>
          <p:nvPr/>
        </p:nvSpPr>
        <p:spPr>
          <a:xfrm>
            <a:off x="11439360" y="345744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87" name="Freeform: Shape 2586"/>
          <p:cNvSpPr/>
          <p:nvPr/>
        </p:nvSpPr>
        <p:spPr>
          <a:xfrm>
            <a:off x="752400" y="389556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88" name="Freeform: Shape 2587"/>
          <p:cNvSpPr/>
          <p:nvPr/>
        </p:nvSpPr>
        <p:spPr>
          <a:xfrm>
            <a:off x="752400" y="3885840"/>
            <a:ext cx="2972160" cy="10080"/>
          </a:xfrm>
          <a:custGeom>
            <a:avLst/>
            <a:gdLst/>
            <a:ahLst/>
            <a:cxnLst/>
            <a:rect l="0" t="0" r="r" b="b"/>
            <a:pathLst>
              <a:path w="8256" h="28">
                <a:moveTo>
                  <a:pt x="0" y="0"/>
                </a:moveTo>
                <a:lnTo>
                  <a:pt x="8256" y="0"/>
                </a:lnTo>
                <a:lnTo>
                  <a:pt x="825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89" name="Freeform: Shape 2588"/>
          <p:cNvSpPr/>
          <p:nvPr/>
        </p:nvSpPr>
        <p:spPr>
          <a:xfrm>
            <a:off x="3714480" y="389556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90" name="Freeform: Shape 2589"/>
          <p:cNvSpPr/>
          <p:nvPr/>
        </p:nvSpPr>
        <p:spPr>
          <a:xfrm>
            <a:off x="3724200" y="3885840"/>
            <a:ext cx="2429280" cy="10080"/>
          </a:xfrm>
          <a:custGeom>
            <a:avLst/>
            <a:gdLst/>
            <a:ahLst/>
            <a:cxnLst/>
            <a:rect l="0" t="0" r="r" b="b"/>
            <a:pathLst>
              <a:path w="6748" h="28">
                <a:moveTo>
                  <a:pt x="0" y="0"/>
                </a:moveTo>
                <a:lnTo>
                  <a:pt x="6748" y="0"/>
                </a:lnTo>
                <a:lnTo>
                  <a:pt x="674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91" name="Freeform: Shape 2590"/>
          <p:cNvSpPr/>
          <p:nvPr/>
        </p:nvSpPr>
        <p:spPr>
          <a:xfrm>
            <a:off x="6143400" y="389556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92" name="Freeform: Shape 2591"/>
          <p:cNvSpPr/>
          <p:nvPr/>
        </p:nvSpPr>
        <p:spPr>
          <a:xfrm>
            <a:off x="6153120" y="3885840"/>
            <a:ext cx="2467080" cy="10080"/>
          </a:xfrm>
          <a:custGeom>
            <a:avLst/>
            <a:gdLst/>
            <a:ahLst/>
            <a:cxnLst/>
            <a:rect l="0" t="0" r="r" b="b"/>
            <a:pathLst>
              <a:path w="6853" h="28">
                <a:moveTo>
                  <a:pt x="0" y="0"/>
                </a:moveTo>
                <a:lnTo>
                  <a:pt x="6853" y="0"/>
                </a:lnTo>
                <a:lnTo>
                  <a:pt x="685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93" name="Freeform: Shape 2592"/>
          <p:cNvSpPr/>
          <p:nvPr/>
        </p:nvSpPr>
        <p:spPr>
          <a:xfrm>
            <a:off x="8610480" y="389556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94" name="Freeform: Shape 2593"/>
          <p:cNvSpPr/>
          <p:nvPr/>
        </p:nvSpPr>
        <p:spPr>
          <a:xfrm>
            <a:off x="8619840" y="3885840"/>
            <a:ext cx="2829240" cy="10080"/>
          </a:xfrm>
          <a:custGeom>
            <a:avLst/>
            <a:gdLst/>
            <a:ahLst/>
            <a:cxnLst/>
            <a:rect l="0" t="0" r="r" b="b"/>
            <a:pathLst>
              <a:path w="7859" h="28">
                <a:moveTo>
                  <a:pt x="0" y="0"/>
                </a:moveTo>
                <a:lnTo>
                  <a:pt x="7859" y="0"/>
                </a:lnTo>
                <a:lnTo>
                  <a:pt x="785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95" name="Freeform: Shape 2594"/>
          <p:cNvSpPr/>
          <p:nvPr/>
        </p:nvSpPr>
        <p:spPr>
          <a:xfrm>
            <a:off x="11439360" y="389556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96" name="Freeform: Shape 2595"/>
          <p:cNvSpPr/>
          <p:nvPr/>
        </p:nvSpPr>
        <p:spPr>
          <a:xfrm>
            <a:off x="752400" y="432432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97" name="Freeform: Shape 2596"/>
          <p:cNvSpPr/>
          <p:nvPr/>
        </p:nvSpPr>
        <p:spPr>
          <a:xfrm>
            <a:off x="752400" y="4314600"/>
            <a:ext cx="2972160" cy="10080"/>
          </a:xfrm>
          <a:custGeom>
            <a:avLst/>
            <a:gdLst/>
            <a:ahLst/>
            <a:cxnLst/>
            <a:rect l="0" t="0" r="r" b="b"/>
            <a:pathLst>
              <a:path w="8256" h="28">
                <a:moveTo>
                  <a:pt x="0" y="0"/>
                </a:moveTo>
                <a:lnTo>
                  <a:pt x="8256" y="0"/>
                </a:lnTo>
                <a:lnTo>
                  <a:pt x="825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98" name="Freeform: Shape 2597"/>
          <p:cNvSpPr/>
          <p:nvPr/>
        </p:nvSpPr>
        <p:spPr>
          <a:xfrm>
            <a:off x="3714480" y="432432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599" name="Freeform: Shape 2598"/>
          <p:cNvSpPr/>
          <p:nvPr/>
        </p:nvSpPr>
        <p:spPr>
          <a:xfrm>
            <a:off x="3724200" y="4314600"/>
            <a:ext cx="2429280" cy="10080"/>
          </a:xfrm>
          <a:custGeom>
            <a:avLst/>
            <a:gdLst/>
            <a:ahLst/>
            <a:cxnLst/>
            <a:rect l="0" t="0" r="r" b="b"/>
            <a:pathLst>
              <a:path w="6748" h="28">
                <a:moveTo>
                  <a:pt x="0" y="0"/>
                </a:moveTo>
                <a:lnTo>
                  <a:pt x="6748" y="0"/>
                </a:lnTo>
                <a:lnTo>
                  <a:pt x="674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00" name="Freeform: Shape 2599"/>
          <p:cNvSpPr/>
          <p:nvPr/>
        </p:nvSpPr>
        <p:spPr>
          <a:xfrm>
            <a:off x="6143400" y="432432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01" name="Freeform: Shape 2600"/>
          <p:cNvSpPr/>
          <p:nvPr/>
        </p:nvSpPr>
        <p:spPr>
          <a:xfrm>
            <a:off x="6153120" y="4314600"/>
            <a:ext cx="2467080" cy="10080"/>
          </a:xfrm>
          <a:custGeom>
            <a:avLst/>
            <a:gdLst/>
            <a:ahLst/>
            <a:cxnLst/>
            <a:rect l="0" t="0" r="r" b="b"/>
            <a:pathLst>
              <a:path w="6853" h="28">
                <a:moveTo>
                  <a:pt x="0" y="0"/>
                </a:moveTo>
                <a:lnTo>
                  <a:pt x="6853" y="0"/>
                </a:lnTo>
                <a:lnTo>
                  <a:pt x="685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02" name="Freeform: Shape 2601"/>
          <p:cNvSpPr/>
          <p:nvPr/>
        </p:nvSpPr>
        <p:spPr>
          <a:xfrm>
            <a:off x="8610480" y="432432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03" name="Freeform: Shape 2602"/>
          <p:cNvSpPr/>
          <p:nvPr/>
        </p:nvSpPr>
        <p:spPr>
          <a:xfrm>
            <a:off x="8619840" y="4314600"/>
            <a:ext cx="2829240" cy="10080"/>
          </a:xfrm>
          <a:custGeom>
            <a:avLst/>
            <a:gdLst/>
            <a:ahLst/>
            <a:cxnLst/>
            <a:rect l="0" t="0" r="r" b="b"/>
            <a:pathLst>
              <a:path w="7859" h="28">
                <a:moveTo>
                  <a:pt x="0" y="0"/>
                </a:moveTo>
                <a:lnTo>
                  <a:pt x="7859" y="0"/>
                </a:lnTo>
                <a:lnTo>
                  <a:pt x="785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04" name="Freeform: Shape 2603"/>
          <p:cNvSpPr/>
          <p:nvPr/>
        </p:nvSpPr>
        <p:spPr>
          <a:xfrm>
            <a:off x="11439360" y="432432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05" name="Freeform: Shape 2604"/>
          <p:cNvSpPr/>
          <p:nvPr/>
        </p:nvSpPr>
        <p:spPr>
          <a:xfrm>
            <a:off x="752400" y="47624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06" name="Freeform: Shape 2605"/>
          <p:cNvSpPr/>
          <p:nvPr/>
        </p:nvSpPr>
        <p:spPr>
          <a:xfrm>
            <a:off x="752400" y="4752720"/>
            <a:ext cx="2972160" cy="10080"/>
          </a:xfrm>
          <a:custGeom>
            <a:avLst/>
            <a:gdLst/>
            <a:ahLst/>
            <a:cxnLst/>
            <a:rect l="0" t="0" r="r" b="b"/>
            <a:pathLst>
              <a:path w="8256" h="28">
                <a:moveTo>
                  <a:pt x="0" y="0"/>
                </a:moveTo>
                <a:lnTo>
                  <a:pt x="8256" y="0"/>
                </a:lnTo>
                <a:lnTo>
                  <a:pt x="825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07" name="Freeform: Shape 2606"/>
          <p:cNvSpPr/>
          <p:nvPr/>
        </p:nvSpPr>
        <p:spPr>
          <a:xfrm>
            <a:off x="3714480" y="4762440"/>
            <a:ext cx="10080" cy="428760"/>
          </a:xfrm>
          <a:custGeom>
            <a:avLst/>
            <a:gdLst/>
            <a:ahLst/>
            <a:cxnLst/>
            <a:rect l="0" t="0" r="r" b="b"/>
            <a:pathLst>
              <a:path w="28" h="1191">
                <a:moveTo>
                  <a:pt x="0" y="0"/>
                </a:moveTo>
                <a:lnTo>
                  <a:pt x="28" y="0"/>
                </a:lnTo>
                <a:lnTo>
                  <a:pt x="28"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08" name="Freeform: Shape 2607"/>
          <p:cNvSpPr/>
          <p:nvPr/>
        </p:nvSpPr>
        <p:spPr>
          <a:xfrm>
            <a:off x="3724200" y="4752720"/>
            <a:ext cx="2429280" cy="10080"/>
          </a:xfrm>
          <a:custGeom>
            <a:avLst/>
            <a:gdLst/>
            <a:ahLst/>
            <a:cxnLst/>
            <a:rect l="0" t="0" r="r" b="b"/>
            <a:pathLst>
              <a:path w="6748" h="28">
                <a:moveTo>
                  <a:pt x="0" y="0"/>
                </a:moveTo>
                <a:lnTo>
                  <a:pt x="6748" y="0"/>
                </a:lnTo>
                <a:lnTo>
                  <a:pt x="674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09" name="Freeform: Shape 2608"/>
          <p:cNvSpPr/>
          <p:nvPr/>
        </p:nvSpPr>
        <p:spPr>
          <a:xfrm>
            <a:off x="6143400" y="4762440"/>
            <a:ext cx="10080" cy="428760"/>
          </a:xfrm>
          <a:custGeom>
            <a:avLst/>
            <a:gdLst/>
            <a:ahLst/>
            <a:cxnLst/>
            <a:rect l="0" t="0" r="r" b="b"/>
            <a:pathLst>
              <a:path w="28" h="1191">
                <a:moveTo>
                  <a:pt x="0" y="0"/>
                </a:moveTo>
                <a:lnTo>
                  <a:pt x="28" y="0"/>
                </a:lnTo>
                <a:lnTo>
                  <a:pt x="28"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10" name="Freeform: Shape 2609"/>
          <p:cNvSpPr/>
          <p:nvPr/>
        </p:nvSpPr>
        <p:spPr>
          <a:xfrm>
            <a:off x="6153120" y="4752720"/>
            <a:ext cx="2467080" cy="10080"/>
          </a:xfrm>
          <a:custGeom>
            <a:avLst/>
            <a:gdLst/>
            <a:ahLst/>
            <a:cxnLst/>
            <a:rect l="0" t="0" r="r" b="b"/>
            <a:pathLst>
              <a:path w="6853" h="28">
                <a:moveTo>
                  <a:pt x="0" y="0"/>
                </a:moveTo>
                <a:lnTo>
                  <a:pt x="6853" y="0"/>
                </a:lnTo>
                <a:lnTo>
                  <a:pt x="685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11" name="Freeform: Shape 2610"/>
          <p:cNvSpPr/>
          <p:nvPr/>
        </p:nvSpPr>
        <p:spPr>
          <a:xfrm>
            <a:off x="8610480" y="47624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12" name="Freeform: Shape 2611"/>
          <p:cNvSpPr/>
          <p:nvPr/>
        </p:nvSpPr>
        <p:spPr>
          <a:xfrm>
            <a:off x="8619840" y="4752720"/>
            <a:ext cx="2829240" cy="10080"/>
          </a:xfrm>
          <a:custGeom>
            <a:avLst/>
            <a:gdLst/>
            <a:ahLst/>
            <a:cxnLst/>
            <a:rect l="0" t="0" r="r" b="b"/>
            <a:pathLst>
              <a:path w="7859" h="28">
                <a:moveTo>
                  <a:pt x="0" y="0"/>
                </a:moveTo>
                <a:lnTo>
                  <a:pt x="7859" y="0"/>
                </a:lnTo>
                <a:lnTo>
                  <a:pt x="785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13" name="Freeform: Shape 2612"/>
          <p:cNvSpPr/>
          <p:nvPr/>
        </p:nvSpPr>
        <p:spPr>
          <a:xfrm>
            <a:off x="11439360" y="47624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14" name="Freeform: Shape 2613"/>
          <p:cNvSpPr/>
          <p:nvPr/>
        </p:nvSpPr>
        <p:spPr>
          <a:xfrm>
            <a:off x="752400" y="5190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15" name="Freeform: Shape 2614"/>
          <p:cNvSpPr/>
          <p:nvPr/>
        </p:nvSpPr>
        <p:spPr>
          <a:xfrm>
            <a:off x="752400" y="5181480"/>
            <a:ext cx="2972160" cy="9720"/>
          </a:xfrm>
          <a:custGeom>
            <a:avLst/>
            <a:gdLst/>
            <a:ahLst/>
            <a:cxnLst/>
            <a:rect l="0" t="0" r="r" b="b"/>
            <a:pathLst>
              <a:path w="8256" h="27">
                <a:moveTo>
                  <a:pt x="0" y="0"/>
                </a:moveTo>
                <a:lnTo>
                  <a:pt x="8256" y="0"/>
                </a:lnTo>
                <a:lnTo>
                  <a:pt x="825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16" name="Freeform: Shape 2615"/>
          <p:cNvSpPr/>
          <p:nvPr/>
        </p:nvSpPr>
        <p:spPr>
          <a:xfrm>
            <a:off x="3714480" y="519084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17" name="Freeform: Shape 2616"/>
          <p:cNvSpPr/>
          <p:nvPr/>
        </p:nvSpPr>
        <p:spPr>
          <a:xfrm>
            <a:off x="3724200" y="5181480"/>
            <a:ext cx="2429280" cy="9720"/>
          </a:xfrm>
          <a:custGeom>
            <a:avLst/>
            <a:gdLst/>
            <a:ahLst/>
            <a:cxnLst/>
            <a:rect l="0" t="0" r="r" b="b"/>
            <a:pathLst>
              <a:path w="6748" h="27">
                <a:moveTo>
                  <a:pt x="0" y="0"/>
                </a:moveTo>
                <a:lnTo>
                  <a:pt x="6748" y="0"/>
                </a:lnTo>
                <a:lnTo>
                  <a:pt x="674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18" name="Freeform: Shape 2617"/>
          <p:cNvSpPr/>
          <p:nvPr/>
        </p:nvSpPr>
        <p:spPr>
          <a:xfrm>
            <a:off x="6143400" y="519084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19" name="Freeform: Shape 2618"/>
          <p:cNvSpPr/>
          <p:nvPr/>
        </p:nvSpPr>
        <p:spPr>
          <a:xfrm>
            <a:off x="6153120" y="5181480"/>
            <a:ext cx="2467080" cy="9720"/>
          </a:xfrm>
          <a:custGeom>
            <a:avLst/>
            <a:gdLst/>
            <a:ahLst/>
            <a:cxnLst/>
            <a:rect l="0" t="0" r="r" b="b"/>
            <a:pathLst>
              <a:path w="6853" h="27">
                <a:moveTo>
                  <a:pt x="0" y="0"/>
                </a:moveTo>
                <a:lnTo>
                  <a:pt x="6853" y="0"/>
                </a:lnTo>
                <a:lnTo>
                  <a:pt x="685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20" name="Freeform: Shape 2619"/>
          <p:cNvSpPr/>
          <p:nvPr/>
        </p:nvSpPr>
        <p:spPr>
          <a:xfrm>
            <a:off x="8610480" y="5190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21" name="Freeform: Shape 2620"/>
          <p:cNvSpPr/>
          <p:nvPr/>
        </p:nvSpPr>
        <p:spPr>
          <a:xfrm>
            <a:off x="8619840" y="5181480"/>
            <a:ext cx="2829240" cy="9720"/>
          </a:xfrm>
          <a:custGeom>
            <a:avLst/>
            <a:gdLst/>
            <a:ahLst/>
            <a:cxnLst/>
            <a:rect l="0" t="0" r="r" b="b"/>
            <a:pathLst>
              <a:path w="7859" h="27">
                <a:moveTo>
                  <a:pt x="0" y="0"/>
                </a:moveTo>
                <a:lnTo>
                  <a:pt x="7859" y="0"/>
                </a:lnTo>
                <a:lnTo>
                  <a:pt x="7859"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22" name="Freeform: Shape 2621"/>
          <p:cNvSpPr/>
          <p:nvPr/>
        </p:nvSpPr>
        <p:spPr>
          <a:xfrm>
            <a:off x="11439360" y="5190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23" name="Freeform: Shape 2622"/>
          <p:cNvSpPr/>
          <p:nvPr/>
        </p:nvSpPr>
        <p:spPr>
          <a:xfrm>
            <a:off x="752400" y="5619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24" name="Freeform: Shape 2623"/>
          <p:cNvSpPr/>
          <p:nvPr/>
        </p:nvSpPr>
        <p:spPr>
          <a:xfrm>
            <a:off x="752400" y="5609880"/>
            <a:ext cx="2972160" cy="10080"/>
          </a:xfrm>
          <a:custGeom>
            <a:avLst/>
            <a:gdLst/>
            <a:ahLst/>
            <a:cxnLst/>
            <a:rect l="0" t="0" r="r" b="b"/>
            <a:pathLst>
              <a:path w="8256" h="28">
                <a:moveTo>
                  <a:pt x="0" y="0"/>
                </a:moveTo>
                <a:lnTo>
                  <a:pt x="8256" y="0"/>
                </a:lnTo>
                <a:lnTo>
                  <a:pt x="825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25" name="Freeform: Shape 2624"/>
          <p:cNvSpPr/>
          <p:nvPr/>
        </p:nvSpPr>
        <p:spPr>
          <a:xfrm>
            <a:off x="3714480" y="561960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26" name="Freeform: Shape 2625"/>
          <p:cNvSpPr/>
          <p:nvPr/>
        </p:nvSpPr>
        <p:spPr>
          <a:xfrm>
            <a:off x="3724200" y="5609880"/>
            <a:ext cx="2429280" cy="10080"/>
          </a:xfrm>
          <a:custGeom>
            <a:avLst/>
            <a:gdLst/>
            <a:ahLst/>
            <a:cxnLst/>
            <a:rect l="0" t="0" r="r" b="b"/>
            <a:pathLst>
              <a:path w="6748" h="28">
                <a:moveTo>
                  <a:pt x="0" y="0"/>
                </a:moveTo>
                <a:lnTo>
                  <a:pt x="6748" y="0"/>
                </a:lnTo>
                <a:lnTo>
                  <a:pt x="674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27" name="Freeform: Shape 2626"/>
          <p:cNvSpPr/>
          <p:nvPr/>
        </p:nvSpPr>
        <p:spPr>
          <a:xfrm>
            <a:off x="6143400" y="561960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28" name="Freeform: Shape 2627"/>
          <p:cNvSpPr/>
          <p:nvPr/>
        </p:nvSpPr>
        <p:spPr>
          <a:xfrm>
            <a:off x="6153120" y="5609880"/>
            <a:ext cx="2467080" cy="10080"/>
          </a:xfrm>
          <a:custGeom>
            <a:avLst/>
            <a:gdLst/>
            <a:ahLst/>
            <a:cxnLst/>
            <a:rect l="0" t="0" r="r" b="b"/>
            <a:pathLst>
              <a:path w="6853" h="28">
                <a:moveTo>
                  <a:pt x="0" y="0"/>
                </a:moveTo>
                <a:lnTo>
                  <a:pt x="6853" y="0"/>
                </a:lnTo>
                <a:lnTo>
                  <a:pt x="685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29" name="Freeform: Shape 2628"/>
          <p:cNvSpPr/>
          <p:nvPr/>
        </p:nvSpPr>
        <p:spPr>
          <a:xfrm>
            <a:off x="8610480" y="5619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30" name="Freeform: Shape 2629"/>
          <p:cNvSpPr/>
          <p:nvPr/>
        </p:nvSpPr>
        <p:spPr>
          <a:xfrm>
            <a:off x="8619840" y="5609880"/>
            <a:ext cx="2829240" cy="10080"/>
          </a:xfrm>
          <a:custGeom>
            <a:avLst/>
            <a:gdLst/>
            <a:ahLst/>
            <a:cxnLst/>
            <a:rect l="0" t="0" r="r" b="b"/>
            <a:pathLst>
              <a:path w="7859" h="28">
                <a:moveTo>
                  <a:pt x="0" y="0"/>
                </a:moveTo>
                <a:lnTo>
                  <a:pt x="7859" y="0"/>
                </a:lnTo>
                <a:lnTo>
                  <a:pt x="785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31" name="Freeform: Shape 2630"/>
          <p:cNvSpPr/>
          <p:nvPr/>
        </p:nvSpPr>
        <p:spPr>
          <a:xfrm>
            <a:off x="11439360" y="5619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32" name="Freeform: Shape 2631"/>
          <p:cNvSpPr/>
          <p:nvPr/>
        </p:nvSpPr>
        <p:spPr>
          <a:xfrm>
            <a:off x="752400" y="6057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33" name="Freeform: Shape 2632"/>
          <p:cNvSpPr/>
          <p:nvPr/>
        </p:nvSpPr>
        <p:spPr>
          <a:xfrm>
            <a:off x="752400" y="6048360"/>
            <a:ext cx="2972160" cy="9720"/>
          </a:xfrm>
          <a:custGeom>
            <a:avLst/>
            <a:gdLst/>
            <a:ahLst/>
            <a:cxnLst/>
            <a:rect l="0" t="0" r="r" b="b"/>
            <a:pathLst>
              <a:path w="8256" h="27">
                <a:moveTo>
                  <a:pt x="0" y="0"/>
                </a:moveTo>
                <a:lnTo>
                  <a:pt x="8256" y="0"/>
                </a:lnTo>
                <a:lnTo>
                  <a:pt x="825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34" name="Freeform: Shape 2633"/>
          <p:cNvSpPr/>
          <p:nvPr/>
        </p:nvSpPr>
        <p:spPr>
          <a:xfrm>
            <a:off x="3714480" y="605772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35" name="Freeform: Shape 2634"/>
          <p:cNvSpPr/>
          <p:nvPr/>
        </p:nvSpPr>
        <p:spPr>
          <a:xfrm>
            <a:off x="3724200" y="6048360"/>
            <a:ext cx="2429280" cy="9720"/>
          </a:xfrm>
          <a:custGeom>
            <a:avLst/>
            <a:gdLst/>
            <a:ahLst/>
            <a:cxnLst/>
            <a:rect l="0" t="0" r="r" b="b"/>
            <a:pathLst>
              <a:path w="6748" h="27">
                <a:moveTo>
                  <a:pt x="0" y="0"/>
                </a:moveTo>
                <a:lnTo>
                  <a:pt x="6748" y="0"/>
                </a:lnTo>
                <a:lnTo>
                  <a:pt x="6748"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36" name="Freeform: Shape 2635"/>
          <p:cNvSpPr/>
          <p:nvPr/>
        </p:nvSpPr>
        <p:spPr>
          <a:xfrm>
            <a:off x="6143400" y="605772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37" name="Freeform: Shape 2636"/>
          <p:cNvSpPr/>
          <p:nvPr/>
        </p:nvSpPr>
        <p:spPr>
          <a:xfrm>
            <a:off x="6153120" y="6048360"/>
            <a:ext cx="2467080" cy="9720"/>
          </a:xfrm>
          <a:custGeom>
            <a:avLst/>
            <a:gdLst/>
            <a:ahLst/>
            <a:cxnLst/>
            <a:rect l="0" t="0" r="r" b="b"/>
            <a:pathLst>
              <a:path w="6853" h="27">
                <a:moveTo>
                  <a:pt x="0" y="0"/>
                </a:moveTo>
                <a:lnTo>
                  <a:pt x="6853" y="0"/>
                </a:lnTo>
                <a:lnTo>
                  <a:pt x="685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38" name="Freeform: Shape 2637"/>
          <p:cNvSpPr/>
          <p:nvPr/>
        </p:nvSpPr>
        <p:spPr>
          <a:xfrm>
            <a:off x="8610480" y="6057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39" name="Freeform: Shape 2638"/>
          <p:cNvSpPr/>
          <p:nvPr/>
        </p:nvSpPr>
        <p:spPr>
          <a:xfrm>
            <a:off x="8619840" y="6048360"/>
            <a:ext cx="2829240" cy="9720"/>
          </a:xfrm>
          <a:custGeom>
            <a:avLst/>
            <a:gdLst/>
            <a:ahLst/>
            <a:cxnLst/>
            <a:rect l="0" t="0" r="r" b="b"/>
            <a:pathLst>
              <a:path w="7859" h="27">
                <a:moveTo>
                  <a:pt x="0" y="0"/>
                </a:moveTo>
                <a:lnTo>
                  <a:pt x="7859" y="0"/>
                </a:lnTo>
                <a:lnTo>
                  <a:pt x="7859"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40" name="Freeform: Shape 2639"/>
          <p:cNvSpPr/>
          <p:nvPr/>
        </p:nvSpPr>
        <p:spPr>
          <a:xfrm>
            <a:off x="11439360" y="6057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41" name="Freeform: Shape 2640"/>
          <p:cNvSpPr/>
          <p:nvPr/>
        </p:nvSpPr>
        <p:spPr>
          <a:xfrm>
            <a:off x="752400" y="6476760"/>
            <a:ext cx="2972160" cy="10080"/>
          </a:xfrm>
          <a:custGeom>
            <a:avLst/>
            <a:gdLst/>
            <a:ahLst/>
            <a:cxnLst/>
            <a:rect l="0" t="0" r="r" b="b"/>
            <a:pathLst>
              <a:path w="8256" h="28">
                <a:moveTo>
                  <a:pt x="0" y="0"/>
                </a:moveTo>
                <a:lnTo>
                  <a:pt x="8256" y="0"/>
                </a:lnTo>
                <a:lnTo>
                  <a:pt x="825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42" name="Freeform: Shape 2641"/>
          <p:cNvSpPr/>
          <p:nvPr/>
        </p:nvSpPr>
        <p:spPr>
          <a:xfrm>
            <a:off x="3724200" y="6476760"/>
            <a:ext cx="2429280" cy="10080"/>
          </a:xfrm>
          <a:custGeom>
            <a:avLst/>
            <a:gdLst/>
            <a:ahLst/>
            <a:cxnLst/>
            <a:rect l="0" t="0" r="r" b="b"/>
            <a:pathLst>
              <a:path w="6748" h="28">
                <a:moveTo>
                  <a:pt x="0" y="0"/>
                </a:moveTo>
                <a:lnTo>
                  <a:pt x="6748" y="0"/>
                </a:lnTo>
                <a:lnTo>
                  <a:pt x="6748"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43" name="Freeform: Shape 2642"/>
          <p:cNvSpPr/>
          <p:nvPr/>
        </p:nvSpPr>
        <p:spPr>
          <a:xfrm>
            <a:off x="6153120" y="6476760"/>
            <a:ext cx="2467080" cy="10080"/>
          </a:xfrm>
          <a:custGeom>
            <a:avLst/>
            <a:gdLst/>
            <a:ahLst/>
            <a:cxnLst/>
            <a:rect l="0" t="0" r="r" b="b"/>
            <a:pathLst>
              <a:path w="6853" h="28">
                <a:moveTo>
                  <a:pt x="0" y="0"/>
                </a:moveTo>
                <a:lnTo>
                  <a:pt x="6853" y="0"/>
                </a:lnTo>
                <a:lnTo>
                  <a:pt x="685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44" name="Freeform: Shape 2643"/>
          <p:cNvSpPr/>
          <p:nvPr/>
        </p:nvSpPr>
        <p:spPr>
          <a:xfrm>
            <a:off x="8619840" y="6476760"/>
            <a:ext cx="2829240" cy="10080"/>
          </a:xfrm>
          <a:custGeom>
            <a:avLst/>
            <a:gdLst/>
            <a:ahLst/>
            <a:cxnLst/>
            <a:rect l="0" t="0" r="r" b="b"/>
            <a:pathLst>
              <a:path w="7859" h="28">
                <a:moveTo>
                  <a:pt x="0" y="0"/>
                </a:moveTo>
                <a:lnTo>
                  <a:pt x="7859" y="0"/>
                </a:lnTo>
                <a:lnTo>
                  <a:pt x="785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45" name="TextBox 2644"/>
          <p:cNvSpPr txBox="1"/>
          <p:nvPr/>
        </p:nvSpPr>
        <p:spPr>
          <a:xfrm>
            <a:off x="747720" y="758520"/>
            <a:ext cx="6261120" cy="373680"/>
          </a:xfrm>
          <a:prstGeom prst="rect">
            <a:avLst/>
          </a:prstGeom>
          <a:noFill/>
          <a:ln w="0">
            <a:noFill/>
          </a:ln>
        </p:spPr>
        <p:txBody>
          <a:bodyPr wrap="none" lIns="0" tIns="0" rIns="0" bIns="0" anchor="t">
            <a:spAutoFit/>
          </a:bodyPr>
          <a:lstStyle/>
          <a:p>
            <a:r>
              <a:rPr lang="en-GB" sz="2420" b="0" u="none" strike="noStrike">
                <a:solidFill>
                  <a:srgbClr val="2F2F2F"/>
                </a:solidFill>
                <a:effectLst/>
                <a:uFillTx/>
                <a:latin typeface="Inter"/>
                <a:ea typeface="Inter"/>
              </a:rPr>
              <a:t>3.5 Shopping Cart &amp; Checkout (11 features)</a:t>
            </a:r>
            <a:endParaRPr lang="en-GB" sz="2420" b="0" u="none" strike="noStrike">
              <a:solidFill>
                <a:srgbClr val="000000"/>
              </a:solidFill>
              <a:effectLst/>
              <a:uFillTx/>
              <a:latin typeface="Times New Roman"/>
            </a:endParaRPr>
          </a:p>
        </p:txBody>
      </p:sp>
      <p:sp>
        <p:nvSpPr>
          <p:cNvPr id="2646" name="TextBox 2645"/>
          <p:cNvSpPr txBox="1"/>
          <p:nvPr/>
        </p:nvSpPr>
        <p:spPr>
          <a:xfrm>
            <a:off x="1893960" y="1396440"/>
            <a:ext cx="689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Feature</a:t>
            </a:r>
            <a:endParaRPr lang="en-GB" sz="1500" b="0" u="none" strike="noStrike">
              <a:solidFill>
                <a:srgbClr val="000000"/>
              </a:solidFill>
              <a:effectLst/>
              <a:uFillTx/>
              <a:latin typeface="Times New Roman"/>
            </a:endParaRPr>
          </a:p>
        </p:txBody>
      </p:sp>
      <p:sp>
        <p:nvSpPr>
          <p:cNvPr id="2647" name="TextBox 2646"/>
          <p:cNvSpPr txBox="1"/>
          <p:nvPr/>
        </p:nvSpPr>
        <p:spPr>
          <a:xfrm>
            <a:off x="4706640" y="1396440"/>
            <a:ext cx="458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Type</a:t>
            </a:r>
            <a:endParaRPr lang="en-GB" sz="1500" b="0" u="none" strike="noStrike">
              <a:solidFill>
                <a:srgbClr val="000000"/>
              </a:solidFill>
              <a:effectLst/>
              <a:uFillTx/>
              <a:latin typeface="Times New Roman"/>
            </a:endParaRPr>
          </a:p>
        </p:txBody>
      </p:sp>
      <p:sp>
        <p:nvSpPr>
          <p:cNvPr id="2648" name="TextBox 2647"/>
          <p:cNvSpPr txBox="1"/>
          <p:nvPr/>
        </p:nvSpPr>
        <p:spPr>
          <a:xfrm>
            <a:off x="7090200" y="1396440"/>
            <a:ext cx="567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Status</a:t>
            </a:r>
            <a:endParaRPr lang="en-GB" sz="1500" b="0" u="none" strike="noStrike">
              <a:solidFill>
                <a:srgbClr val="000000"/>
              </a:solidFill>
              <a:effectLst/>
              <a:uFillTx/>
              <a:latin typeface="Times New Roman"/>
            </a:endParaRPr>
          </a:p>
        </p:txBody>
      </p:sp>
      <p:sp>
        <p:nvSpPr>
          <p:cNvPr id="2649" name="TextBox 2648"/>
          <p:cNvSpPr txBox="1"/>
          <p:nvPr/>
        </p:nvSpPr>
        <p:spPr>
          <a:xfrm>
            <a:off x="8864640" y="1396440"/>
            <a:ext cx="2317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Technical Implementation</a:t>
            </a:r>
            <a:endParaRPr lang="en-GB" sz="1500" b="0" u="none" strike="noStrike">
              <a:solidFill>
                <a:srgbClr val="000000"/>
              </a:solidFill>
              <a:effectLst/>
              <a:uFillTx/>
              <a:latin typeface="Times New Roman"/>
            </a:endParaRPr>
          </a:p>
        </p:txBody>
      </p:sp>
      <p:sp>
        <p:nvSpPr>
          <p:cNvPr id="2650" name="Freeform: Shape 2649"/>
          <p:cNvSpPr/>
          <p:nvPr/>
        </p:nvSpPr>
        <p:spPr>
          <a:xfrm>
            <a:off x="4515480" y="1848600"/>
            <a:ext cx="146520" cy="169920"/>
          </a:xfrm>
          <a:custGeom>
            <a:avLst/>
            <a:gdLst/>
            <a:ahLst/>
            <a:cxnLst/>
            <a:rect l="0" t="0" r="r" b="b"/>
            <a:pathLst>
              <a:path w="407" h="472">
                <a:moveTo>
                  <a:pt x="398" y="219"/>
                </a:moveTo>
                <a:lnTo>
                  <a:pt x="267" y="171"/>
                </a:lnTo>
                <a:lnTo>
                  <a:pt x="217" y="11"/>
                </a:lnTo>
                <a:cubicBezTo>
                  <a:pt x="215" y="5"/>
                  <a:pt x="210" y="0"/>
                  <a:pt x="203" y="0"/>
                </a:cubicBezTo>
                <a:cubicBezTo>
                  <a:pt x="197" y="0"/>
                  <a:pt x="191" y="5"/>
                  <a:pt x="189" y="11"/>
                </a:cubicBezTo>
                <a:lnTo>
                  <a:pt x="140" y="171"/>
                </a:lnTo>
                <a:lnTo>
                  <a:pt x="9" y="219"/>
                </a:lnTo>
                <a:cubicBezTo>
                  <a:pt x="4" y="221"/>
                  <a:pt x="0" y="227"/>
                  <a:pt x="0" y="233"/>
                </a:cubicBezTo>
                <a:cubicBezTo>
                  <a:pt x="0" y="239"/>
                  <a:pt x="4" y="245"/>
                  <a:pt x="9" y="247"/>
                </a:cubicBezTo>
                <a:lnTo>
                  <a:pt x="140" y="296"/>
                </a:lnTo>
                <a:lnTo>
                  <a:pt x="189" y="461"/>
                </a:lnTo>
                <a:cubicBezTo>
                  <a:pt x="191" y="467"/>
                  <a:pt x="197" y="472"/>
                  <a:pt x="203" y="472"/>
                </a:cubicBezTo>
                <a:cubicBezTo>
                  <a:pt x="210" y="472"/>
                  <a:pt x="215" y="467"/>
                  <a:pt x="217" y="461"/>
                </a:cubicBezTo>
                <a:lnTo>
                  <a:pt x="267" y="296"/>
                </a:lnTo>
                <a:lnTo>
                  <a:pt x="398" y="247"/>
                </a:lnTo>
                <a:cubicBezTo>
                  <a:pt x="404" y="245"/>
                  <a:pt x="407" y="239"/>
                  <a:pt x="407" y="233"/>
                </a:cubicBezTo>
                <a:cubicBezTo>
                  <a:pt x="407" y="227"/>
                  <a:pt x="404"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51" name="Freeform: Shape 2650"/>
          <p:cNvSpPr/>
          <p:nvPr/>
        </p:nvSpPr>
        <p:spPr>
          <a:xfrm>
            <a:off x="4482000" y="1850400"/>
            <a:ext cx="74160" cy="173160"/>
          </a:xfrm>
          <a:custGeom>
            <a:avLst/>
            <a:gdLst/>
            <a:ahLst/>
            <a:cxnLst/>
            <a:rect l="0" t="0" r="r" b="b"/>
            <a:pathLst>
              <a:path w="206" h="481">
                <a:moveTo>
                  <a:pt x="197" y="376"/>
                </a:moveTo>
                <a:lnTo>
                  <a:pt x="163" y="363"/>
                </a:lnTo>
                <a:lnTo>
                  <a:pt x="149" y="315"/>
                </a:lnTo>
                <a:cubicBezTo>
                  <a:pt x="147" y="308"/>
                  <a:pt x="141" y="304"/>
                  <a:pt x="134" y="304"/>
                </a:cubicBezTo>
                <a:cubicBezTo>
                  <a:pt x="128" y="304"/>
                  <a:pt x="122" y="308"/>
                  <a:pt x="120" y="315"/>
                </a:cubicBezTo>
                <a:lnTo>
                  <a:pt x="107" y="363"/>
                </a:lnTo>
                <a:lnTo>
                  <a:pt x="73" y="376"/>
                </a:lnTo>
                <a:cubicBezTo>
                  <a:pt x="67" y="378"/>
                  <a:pt x="63" y="385"/>
                  <a:pt x="63" y="391"/>
                </a:cubicBezTo>
                <a:cubicBezTo>
                  <a:pt x="63" y="397"/>
                  <a:pt x="67" y="402"/>
                  <a:pt x="73" y="405"/>
                </a:cubicBezTo>
                <a:lnTo>
                  <a:pt x="107" y="417"/>
                </a:lnTo>
                <a:lnTo>
                  <a:pt x="120" y="470"/>
                </a:lnTo>
                <a:cubicBezTo>
                  <a:pt x="122" y="477"/>
                  <a:pt x="128" y="481"/>
                  <a:pt x="134" y="481"/>
                </a:cubicBezTo>
                <a:cubicBezTo>
                  <a:pt x="141" y="481"/>
                  <a:pt x="147" y="477"/>
                  <a:pt x="149" y="470"/>
                </a:cubicBezTo>
                <a:lnTo>
                  <a:pt x="163" y="417"/>
                </a:lnTo>
                <a:lnTo>
                  <a:pt x="197" y="405"/>
                </a:lnTo>
                <a:cubicBezTo>
                  <a:pt x="203" y="402"/>
                  <a:pt x="206" y="397"/>
                  <a:pt x="206" y="391"/>
                </a:cubicBezTo>
                <a:cubicBezTo>
                  <a:pt x="206" y="385"/>
                  <a:pt x="203" y="378"/>
                  <a:pt x="197" y="376"/>
                </a:cubicBezTo>
                <a:moveTo>
                  <a:pt x="132" y="58"/>
                </a:moveTo>
                <a:lnTo>
                  <a:pt x="97" y="45"/>
                </a:lnTo>
                <a:lnTo>
                  <a:pt x="84" y="10"/>
                </a:lnTo>
                <a:cubicBezTo>
                  <a:pt x="82" y="4"/>
                  <a:pt x="77" y="0"/>
                  <a:pt x="71" y="0"/>
                </a:cubicBezTo>
                <a:cubicBezTo>
                  <a:pt x="64" y="0"/>
                  <a:pt x="59" y="4"/>
                  <a:pt x="57" y="10"/>
                </a:cubicBezTo>
                <a:lnTo>
                  <a:pt x="44" y="45"/>
                </a:lnTo>
                <a:lnTo>
                  <a:pt x="9" y="58"/>
                </a:lnTo>
                <a:cubicBezTo>
                  <a:pt x="3" y="60"/>
                  <a:pt x="0" y="65"/>
                  <a:pt x="0" y="71"/>
                </a:cubicBezTo>
                <a:cubicBezTo>
                  <a:pt x="0" y="77"/>
                  <a:pt x="3" y="83"/>
                  <a:pt x="9" y="85"/>
                </a:cubicBezTo>
                <a:lnTo>
                  <a:pt x="44" y="98"/>
                </a:lnTo>
                <a:lnTo>
                  <a:pt x="57" y="133"/>
                </a:lnTo>
                <a:cubicBezTo>
                  <a:pt x="59" y="139"/>
                  <a:pt x="64" y="142"/>
                  <a:pt x="71" y="142"/>
                </a:cubicBezTo>
                <a:cubicBezTo>
                  <a:pt x="77" y="142"/>
                  <a:pt x="82" y="139"/>
                  <a:pt x="84" y="133"/>
                </a:cubicBezTo>
                <a:lnTo>
                  <a:pt x="97" y="98"/>
                </a:lnTo>
                <a:lnTo>
                  <a:pt x="132" y="85"/>
                </a:lnTo>
                <a:cubicBezTo>
                  <a:pt x="138" y="83"/>
                  <a:pt x="142" y="77"/>
                  <a:pt x="142" y="71"/>
                </a:cubicBezTo>
                <a:cubicBezTo>
                  <a:pt x="142" y="65"/>
                  <a:pt x="138" y="60"/>
                  <a:pt x="132"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52" name="TextBox 2651"/>
          <p:cNvSpPr txBox="1"/>
          <p:nvPr/>
        </p:nvSpPr>
        <p:spPr>
          <a:xfrm>
            <a:off x="880920" y="1825200"/>
            <a:ext cx="2159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Add/Update/Empty Cart</a:t>
            </a:r>
            <a:endParaRPr lang="en-GB" sz="1500" b="0" u="none" strike="noStrike">
              <a:solidFill>
                <a:srgbClr val="000000"/>
              </a:solidFill>
              <a:effectLst/>
              <a:uFillTx/>
              <a:latin typeface="Times New Roman"/>
            </a:endParaRPr>
          </a:p>
        </p:txBody>
      </p:sp>
      <p:sp>
        <p:nvSpPr>
          <p:cNvPr id="2653" name="Freeform: Shape 2652"/>
          <p:cNvSpPr/>
          <p:nvPr/>
        </p:nvSpPr>
        <p:spPr>
          <a:xfrm>
            <a:off x="7286400" y="183816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54" name="Freeform: Shape 2653"/>
          <p:cNvSpPr/>
          <p:nvPr/>
        </p:nvSpPr>
        <p:spPr>
          <a:xfrm>
            <a:off x="7316640" y="1869840"/>
            <a:ext cx="131040" cy="128880"/>
          </a:xfrm>
          <a:custGeom>
            <a:avLst/>
            <a:gdLst/>
            <a:ahLst/>
            <a:cxnLst/>
            <a:rect l="0" t="0" r="r" b="b"/>
            <a:pathLst>
              <a:path w="364" h="358">
                <a:moveTo>
                  <a:pt x="348" y="6"/>
                </a:moveTo>
                <a:cubicBezTo>
                  <a:pt x="331" y="-5"/>
                  <a:pt x="308" y="0"/>
                  <a:pt x="297" y="17"/>
                </a:cubicBezTo>
                <a:lnTo>
                  <a:pt x="136" y="264"/>
                </a:lnTo>
                <a:lnTo>
                  <a:pt x="62" y="196"/>
                </a:lnTo>
                <a:cubicBezTo>
                  <a:pt x="47" y="182"/>
                  <a:pt x="24" y="183"/>
                  <a:pt x="10" y="198"/>
                </a:cubicBezTo>
                <a:cubicBezTo>
                  <a:pt x="-4" y="213"/>
                  <a:pt x="-3" y="236"/>
                  <a:pt x="12" y="250"/>
                </a:cubicBezTo>
                <a:lnTo>
                  <a:pt x="118" y="349"/>
                </a:lnTo>
                <a:cubicBezTo>
                  <a:pt x="125" y="355"/>
                  <a:pt x="134" y="358"/>
                  <a:pt x="143" y="358"/>
                </a:cubicBezTo>
                <a:cubicBezTo>
                  <a:pt x="153" y="358"/>
                  <a:pt x="165" y="354"/>
                  <a:pt x="174" y="342"/>
                </a:cubicBezTo>
                <a:cubicBezTo>
                  <a:pt x="178" y="334"/>
                  <a:pt x="358" y="57"/>
                  <a:pt x="358" y="57"/>
                </a:cubicBezTo>
                <a:cubicBezTo>
                  <a:pt x="369" y="40"/>
                  <a:pt x="365" y="18"/>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55" name="TextBox 2654"/>
          <p:cNvSpPr txBox="1"/>
          <p:nvPr/>
        </p:nvSpPr>
        <p:spPr>
          <a:xfrm>
            <a:off x="4674240" y="182520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2656" name="TextBox 2655"/>
          <p:cNvSpPr txBox="1"/>
          <p:nvPr/>
        </p:nvSpPr>
        <p:spPr>
          <a:xfrm>
            <a:off x="8742240" y="1825200"/>
            <a:ext cx="1930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Cart/CartItem models</a:t>
            </a:r>
            <a:endParaRPr lang="en-GB" sz="1500" b="0" u="none" strike="noStrike">
              <a:solidFill>
                <a:srgbClr val="000000"/>
              </a:solidFill>
              <a:effectLst/>
              <a:uFillTx/>
              <a:latin typeface="Times New Roman"/>
            </a:endParaRPr>
          </a:p>
        </p:txBody>
      </p:sp>
      <p:sp>
        <p:nvSpPr>
          <p:cNvPr id="2657" name="Freeform: Shape 2656"/>
          <p:cNvSpPr/>
          <p:nvPr/>
        </p:nvSpPr>
        <p:spPr>
          <a:xfrm>
            <a:off x="4619520" y="2266920"/>
            <a:ext cx="190800" cy="190800"/>
          </a:xfrm>
          <a:custGeom>
            <a:avLst/>
            <a:gdLst/>
            <a:ahLst/>
            <a:cxnLst/>
            <a:rect l="0" t="0" r="r" b="b"/>
            <a:pathLst>
              <a:path w="530" h="530">
                <a:moveTo>
                  <a:pt x="530" y="471"/>
                </a:moveTo>
                <a:cubicBezTo>
                  <a:pt x="530" y="503"/>
                  <a:pt x="504" y="530"/>
                  <a:pt x="471" y="530"/>
                </a:cubicBezTo>
                <a:lnTo>
                  <a:pt x="59" y="530"/>
                </a:lnTo>
                <a:cubicBezTo>
                  <a:pt x="26" y="530"/>
                  <a:pt x="0" y="503"/>
                  <a:pt x="0" y="471"/>
                </a:cubicBezTo>
                <a:lnTo>
                  <a:pt x="0" y="58"/>
                </a:lnTo>
                <a:cubicBezTo>
                  <a:pt x="0" y="26"/>
                  <a:pt x="26" y="0"/>
                  <a:pt x="59" y="0"/>
                </a:cubicBezTo>
                <a:lnTo>
                  <a:pt x="471" y="0"/>
                </a:lnTo>
                <a:cubicBezTo>
                  <a:pt x="504" y="0"/>
                  <a:pt x="530" y="26"/>
                  <a:pt x="530" y="58"/>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658" name="Freeform: Shape 2657"/>
          <p:cNvSpPr/>
          <p:nvPr/>
        </p:nvSpPr>
        <p:spPr>
          <a:xfrm>
            <a:off x="4627440" y="2329200"/>
            <a:ext cx="177480" cy="65520"/>
          </a:xfrm>
          <a:custGeom>
            <a:avLst/>
            <a:gdLst/>
            <a:ahLst/>
            <a:cxnLst/>
            <a:rect l="0" t="0" r="r" b="b"/>
            <a:pathLst>
              <a:path w="493" h="182">
                <a:moveTo>
                  <a:pt x="19" y="0"/>
                </a:moveTo>
                <a:cubicBezTo>
                  <a:pt x="24" y="0"/>
                  <a:pt x="31" y="4"/>
                  <a:pt x="35" y="8"/>
                </a:cubicBezTo>
                <a:lnTo>
                  <a:pt x="114" y="115"/>
                </a:lnTo>
                <a:lnTo>
                  <a:pt x="114" y="19"/>
                </a:lnTo>
                <a:cubicBezTo>
                  <a:pt x="114" y="7"/>
                  <a:pt x="122" y="0"/>
                  <a:pt x="133" y="0"/>
                </a:cubicBezTo>
                <a:cubicBezTo>
                  <a:pt x="144" y="0"/>
                  <a:pt x="152" y="7"/>
                  <a:pt x="152" y="19"/>
                </a:cubicBezTo>
                <a:lnTo>
                  <a:pt x="152" y="162"/>
                </a:lnTo>
                <a:cubicBezTo>
                  <a:pt x="152" y="175"/>
                  <a:pt x="144" y="182"/>
                  <a:pt x="133" y="182"/>
                </a:cubicBezTo>
                <a:cubicBezTo>
                  <a:pt x="128" y="182"/>
                  <a:pt x="121" y="178"/>
                  <a:pt x="117" y="174"/>
                </a:cubicBezTo>
                <a:lnTo>
                  <a:pt x="38" y="68"/>
                </a:lnTo>
                <a:lnTo>
                  <a:pt x="38" y="162"/>
                </a:lnTo>
                <a:cubicBezTo>
                  <a:pt x="38" y="175"/>
                  <a:pt x="30" y="182"/>
                  <a:pt x="19" y="182"/>
                </a:cubicBezTo>
                <a:cubicBezTo>
                  <a:pt x="8" y="182"/>
                  <a:pt x="0" y="175"/>
                  <a:pt x="0" y="162"/>
                </a:cubicBezTo>
                <a:lnTo>
                  <a:pt x="0" y="19"/>
                </a:lnTo>
                <a:cubicBezTo>
                  <a:pt x="0" y="7"/>
                  <a:pt x="8" y="0"/>
                  <a:pt x="19" y="0"/>
                </a:cubicBezTo>
                <a:moveTo>
                  <a:pt x="164" y="23"/>
                </a:moveTo>
                <a:cubicBezTo>
                  <a:pt x="164" y="11"/>
                  <a:pt x="170" y="1"/>
                  <a:pt x="183" y="1"/>
                </a:cubicBezTo>
                <a:lnTo>
                  <a:pt x="245" y="1"/>
                </a:lnTo>
                <a:cubicBezTo>
                  <a:pt x="257" y="1"/>
                  <a:pt x="263" y="10"/>
                  <a:pt x="263" y="19"/>
                </a:cubicBezTo>
                <a:cubicBezTo>
                  <a:pt x="263" y="27"/>
                  <a:pt x="257" y="36"/>
                  <a:pt x="245" y="36"/>
                </a:cubicBezTo>
                <a:lnTo>
                  <a:pt x="201" y="36"/>
                </a:lnTo>
                <a:lnTo>
                  <a:pt x="201" y="72"/>
                </a:lnTo>
                <a:lnTo>
                  <a:pt x="242" y="72"/>
                </a:lnTo>
                <a:cubicBezTo>
                  <a:pt x="255" y="72"/>
                  <a:pt x="261" y="81"/>
                  <a:pt x="261" y="90"/>
                </a:cubicBezTo>
                <a:cubicBezTo>
                  <a:pt x="261" y="98"/>
                  <a:pt x="254" y="108"/>
                  <a:pt x="242" y="108"/>
                </a:cubicBezTo>
                <a:lnTo>
                  <a:pt x="201" y="108"/>
                </a:lnTo>
                <a:lnTo>
                  <a:pt x="201" y="146"/>
                </a:lnTo>
                <a:lnTo>
                  <a:pt x="248" y="146"/>
                </a:lnTo>
                <a:cubicBezTo>
                  <a:pt x="260" y="146"/>
                  <a:pt x="265" y="154"/>
                  <a:pt x="265" y="163"/>
                </a:cubicBezTo>
                <a:cubicBezTo>
                  <a:pt x="265" y="172"/>
                  <a:pt x="259" y="180"/>
                  <a:pt x="248" y="180"/>
                </a:cubicBezTo>
                <a:lnTo>
                  <a:pt x="183" y="180"/>
                </a:lnTo>
                <a:cubicBezTo>
                  <a:pt x="172" y="180"/>
                  <a:pt x="164" y="173"/>
                  <a:pt x="164" y="162"/>
                </a:cubicBezTo>
                <a:lnTo>
                  <a:pt x="164" y="23"/>
                </a:lnTo>
                <a:moveTo>
                  <a:pt x="271" y="25"/>
                </a:moveTo>
                <a:cubicBezTo>
                  <a:pt x="271" y="22"/>
                  <a:pt x="270" y="20"/>
                  <a:pt x="270" y="16"/>
                </a:cubicBezTo>
                <a:cubicBezTo>
                  <a:pt x="270" y="8"/>
                  <a:pt x="277" y="0"/>
                  <a:pt x="288" y="0"/>
                </a:cubicBezTo>
                <a:cubicBezTo>
                  <a:pt x="300" y="0"/>
                  <a:pt x="306" y="7"/>
                  <a:pt x="308" y="18"/>
                </a:cubicBezTo>
                <a:lnTo>
                  <a:pt x="329" y="125"/>
                </a:lnTo>
                <a:lnTo>
                  <a:pt x="330" y="125"/>
                </a:lnTo>
                <a:lnTo>
                  <a:pt x="362" y="15"/>
                </a:lnTo>
                <a:cubicBezTo>
                  <a:pt x="365" y="6"/>
                  <a:pt x="373" y="0"/>
                  <a:pt x="382" y="0"/>
                </a:cubicBezTo>
                <a:cubicBezTo>
                  <a:pt x="391" y="0"/>
                  <a:pt x="399" y="6"/>
                  <a:pt x="401" y="15"/>
                </a:cubicBezTo>
                <a:lnTo>
                  <a:pt x="434" y="125"/>
                </a:lnTo>
                <a:lnTo>
                  <a:pt x="455" y="18"/>
                </a:lnTo>
                <a:cubicBezTo>
                  <a:pt x="458" y="7"/>
                  <a:pt x="463" y="0"/>
                  <a:pt x="475" y="0"/>
                </a:cubicBezTo>
                <a:cubicBezTo>
                  <a:pt x="486" y="0"/>
                  <a:pt x="493" y="8"/>
                  <a:pt x="493" y="16"/>
                </a:cubicBezTo>
                <a:cubicBezTo>
                  <a:pt x="493" y="20"/>
                  <a:pt x="493" y="22"/>
                  <a:pt x="492" y="25"/>
                </a:cubicBezTo>
                <a:lnTo>
                  <a:pt x="460" y="162"/>
                </a:lnTo>
                <a:cubicBezTo>
                  <a:pt x="458" y="173"/>
                  <a:pt x="450" y="182"/>
                  <a:pt x="436" y="182"/>
                </a:cubicBezTo>
                <a:cubicBezTo>
                  <a:pt x="423" y="182"/>
                  <a:pt x="414" y="174"/>
                  <a:pt x="411" y="164"/>
                </a:cubicBezTo>
                <a:lnTo>
                  <a:pt x="382" y="66"/>
                </a:lnTo>
                <a:lnTo>
                  <a:pt x="353" y="164"/>
                </a:lnTo>
                <a:cubicBezTo>
                  <a:pt x="350" y="174"/>
                  <a:pt x="340" y="182"/>
                  <a:pt x="328" y="182"/>
                </a:cubicBezTo>
                <a:cubicBezTo>
                  <a:pt x="314" y="182"/>
                  <a:pt x="306" y="173"/>
                  <a:pt x="303" y="162"/>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59" name="TextBox 2658"/>
          <p:cNvSpPr txBox="1"/>
          <p:nvPr/>
        </p:nvSpPr>
        <p:spPr>
          <a:xfrm>
            <a:off x="880920" y="2253960"/>
            <a:ext cx="932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Cart Panel</a:t>
            </a:r>
            <a:endParaRPr lang="en-GB" sz="1500" b="0" u="none" strike="noStrike">
              <a:solidFill>
                <a:srgbClr val="000000"/>
              </a:solidFill>
              <a:effectLst/>
              <a:uFillTx/>
              <a:latin typeface="Times New Roman"/>
            </a:endParaRPr>
          </a:p>
        </p:txBody>
      </p:sp>
      <p:sp>
        <p:nvSpPr>
          <p:cNvPr id="2660" name="Freeform: Shape 2659"/>
          <p:cNvSpPr/>
          <p:nvPr/>
        </p:nvSpPr>
        <p:spPr>
          <a:xfrm>
            <a:off x="7286400" y="2266920"/>
            <a:ext cx="190800" cy="190800"/>
          </a:xfrm>
          <a:custGeom>
            <a:avLst/>
            <a:gdLst/>
            <a:ahLst/>
            <a:cxnLst/>
            <a:rect l="0" t="0" r="r" b="b"/>
            <a:pathLst>
              <a:path w="530" h="530">
                <a:moveTo>
                  <a:pt x="530" y="471"/>
                </a:moveTo>
                <a:cubicBezTo>
                  <a:pt x="530" y="503"/>
                  <a:pt x="504" y="530"/>
                  <a:pt x="471" y="530"/>
                </a:cubicBezTo>
                <a:lnTo>
                  <a:pt x="59" y="530"/>
                </a:lnTo>
                <a:cubicBezTo>
                  <a:pt x="26" y="530"/>
                  <a:pt x="0" y="503"/>
                  <a:pt x="0" y="471"/>
                </a:cubicBezTo>
                <a:lnTo>
                  <a:pt x="0" y="58"/>
                </a:lnTo>
                <a:cubicBezTo>
                  <a:pt x="0" y="26"/>
                  <a:pt x="26" y="0"/>
                  <a:pt x="59" y="0"/>
                </a:cubicBezTo>
                <a:lnTo>
                  <a:pt x="471" y="0"/>
                </a:lnTo>
                <a:cubicBezTo>
                  <a:pt x="504" y="0"/>
                  <a:pt x="530" y="26"/>
                  <a:pt x="530" y="58"/>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61" name="Freeform: Shape 2660"/>
          <p:cNvSpPr/>
          <p:nvPr/>
        </p:nvSpPr>
        <p:spPr>
          <a:xfrm>
            <a:off x="7316640" y="2298240"/>
            <a:ext cx="131040" cy="128880"/>
          </a:xfrm>
          <a:custGeom>
            <a:avLst/>
            <a:gdLst/>
            <a:ahLst/>
            <a:cxnLst/>
            <a:rect l="0" t="0" r="r" b="b"/>
            <a:pathLst>
              <a:path w="364" h="358">
                <a:moveTo>
                  <a:pt x="348" y="6"/>
                </a:moveTo>
                <a:cubicBezTo>
                  <a:pt x="331" y="-5"/>
                  <a:pt x="308" y="0"/>
                  <a:pt x="297" y="17"/>
                </a:cubicBezTo>
                <a:lnTo>
                  <a:pt x="136" y="265"/>
                </a:lnTo>
                <a:lnTo>
                  <a:pt x="62" y="195"/>
                </a:lnTo>
                <a:cubicBezTo>
                  <a:pt x="47" y="181"/>
                  <a:pt x="24" y="182"/>
                  <a:pt x="10" y="197"/>
                </a:cubicBezTo>
                <a:cubicBezTo>
                  <a:pt x="-4" y="213"/>
                  <a:pt x="-3" y="236"/>
                  <a:pt x="12" y="250"/>
                </a:cubicBezTo>
                <a:lnTo>
                  <a:pt x="118" y="348"/>
                </a:lnTo>
                <a:cubicBezTo>
                  <a:pt x="125" y="355"/>
                  <a:pt x="134" y="358"/>
                  <a:pt x="143" y="358"/>
                </a:cubicBezTo>
                <a:cubicBezTo>
                  <a:pt x="153" y="358"/>
                  <a:pt x="165" y="354"/>
                  <a:pt x="174" y="341"/>
                </a:cubicBezTo>
                <a:cubicBezTo>
                  <a:pt x="178" y="334"/>
                  <a:pt x="358" y="57"/>
                  <a:pt x="358" y="57"/>
                </a:cubicBezTo>
                <a:cubicBezTo>
                  <a:pt x="369"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62" name="TextBox 2661"/>
          <p:cNvSpPr txBox="1"/>
          <p:nvPr/>
        </p:nvSpPr>
        <p:spPr>
          <a:xfrm>
            <a:off x="4816080" y="225396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663" name="TextBox 2662"/>
          <p:cNvSpPr txBox="1"/>
          <p:nvPr/>
        </p:nvSpPr>
        <p:spPr>
          <a:xfrm>
            <a:off x="8742240" y="2253960"/>
            <a:ext cx="1928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Slideout component</a:t>
            </a:r>
            <a:endParaRPr lang="en-GB" sz="1500" b="0" u="none" strike="noStrike">
              <a:solidFill>
                <a:srgbClr val="000000"/>
              </a:solidFill>
              <a:effectLst/>
              <a:uFillTx/>
              <a:latin typeface="Times New Roman"/>
            </a:endParaRPr>
          </a:p>
        </p:txBody>
      </p:sp>
      <p:sp>
        <p:nvSpPr>
          <p:cNvPr id="2664" name="Freeform: Shape 2663"/>
          <p:cNvSpPr/>
          <p:nvPr/>
        </p:nvSpPr>
        <p:spPr>
          <a:xfrm>
            <a:off x="4619520" y="270504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8"/>
                </a:lnTo>
                <a:cubicBezTo>
                  <a:pt x="0" y="26"/>
                  <a:pt x="26" y="0"/>
                  <a:pt x="59" y="0"/>
                </a:cubicBezTo>
                <a:lnTo>
                  <a:pt x="471" y="0"/>
                </a:lnTo>
                <a:cubicBezTo>
                  <a:pt x="504" y="0"/>
                  <a:pt x="530" y="26"/>
                  <a:pt x="530" y="58"/>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665" name="Freeform: Shape 2664"/>
          <p:cNvSpPr/>
          <p:nvPr/>
        </p:nvSpPr>
        <p:spPr>
          <a:xfrm>
            <a:off x="4627440" y="2767320"/>
            <a:ext cx="177480" cy="65520"/>
          </a:xfrm>
          <a:custGeom>
            <a:avLst/>
            <a:gdLst/>
            <a:ahLst/>
            <a:cxnLst/>
            <a:rect l="0" t="0" r="r" b="b"/>
            <a:pathLst>
              <a:path w="493" h="182">
                <a:moveTo>
                  <a:pt x="19" y="0"/>
                </a:moveTo>
                <a:cubicBezTo>
                  <a:pt x="24" y="0"/>
                  <a:pt x="31" y="4"/>
                  <a:pt x="35" y="8"/>
                </a:cubicBezTo>
                <a:lnTo>
                  <a:pt x="114" y="114"/>
                </a:lnTo>
                <a:lnTo>
                  <a:pt x="114" y="20"/>
                </a:lnTo>
                <a:cubicBezTo>
                  <a:pt x="114" y="7"/>
                  <a:pt x="122" y="0"/>
                  <a:pt x="133" y="0"/>
                </a:cubicBezTo>
                <a:cubicBezTo>
                  <a:pt x="144" y="0"/>
                  <a:pt x="152" y="7"/>
                  <a:pt x="152" y="20"/>
                </a:cubicBezTo>
                <a:lnTo>
                  <a:pt x="152" y="162"/>
                </a:lnTo>
                <a:cubicBezTo>
                  <a:pt x="152" y="175"/>
                  <a:pt x="144" y="182"/>
                  <a:pt x="133" y="182"/>
                </a:cubicBezTo>
                <a:cubicBezTo>
                  <a:pt x="128" y="182"/>
                  <a:pt x="121" y="178"/>
                  <a:pt x="117" y="174"/>
                </a:cubicBezTo>
                <a:lnTo>
                  <a:pt x="38" y="68"/>
                </a:lnTo>
                <a:lnTo>
                  <a:pt x="38" y="162"/>
                </a:lnTo>
                <a:cubicBezTo>
                  <a:pt x="38" y="175"/>
                  <a:pt x="30" y="182"/>
                  <a:pt x="19" y="182"/>
                </a:cubicBezTo>
                <a:cubicBezTo>
                  <a:pt x="8" y="182"/>
                  <a:pt x="0" y="175"/>
                  <a:pt x="0" y="162"/>
                </a:cubicBezTo>
                <a:lnTo>
                  <a:pt x="0" y="20"/>
                </a:lnTo>
                <a:cubicBezTo>
                  <a:pt x="0" y="7"/>
                  <a:pt x="8" y="0"/>
                  <a:pt x="19" y="0"/>
                </a:cubicBezTo>
                <a:moveTo>
                  <a:pt x="164" y="23"/>
                </a:moveTo>
                <a:cubicBezTo>
                  <a:pt x="164" y="11"/>
                  <a:pt x="170" y="2"/>
                  <a:pt x="183" y="2"/>
                </a:cubicBezTo>
                <a:lnTo>
                  <a:pt x="245" y="2"/>
                </a:lnTo>
                <a:cubicBezTo>
                  <a:pt x="257" y="2"/>
                  <a:pt x="263" y="10"/>
                  <a:pt x="263" y="19"/>
                </a:cubicBezTo>
                <a:cubicBezTo>
                  <a:pt x="263" y="27"/>
                  <a:pt x="257" y="36"/>
                  <a:pt x="245" y="36"/>
                </a:cubicBezTo>
                <a:lnTo>
                  <a:pt x="201" y="36"/>
                </a:lnTo>
                <a:lnTo>
                  <a:pt x="201" y="72"/>
                </a:lnTo>
                <a:lnTo>
                  <a:pt x="242" y="72"/>
                </a:lnTo>
                <a:cubicBezTo>
                  <a:pt x="255" y="72"/>
                  <a:pt x="261" y="81"/>
                  <a:pt x="261" y="90"/>
                </a:cubicBezTo>
                <a:cubicBezTo>
                  <a:pt x="261" y="98"/>
                  <a:pt x="254" y="107"/>
                  <a:pt x="242" y="107"/>
                </a:cubicBezTo>
                <a:lnTo>
                  <a:pt x="201" y="107"/>
                </a:lnTo>
                <a:lnTo>
                  <a:pt x="201" y="146"/>
                </a:lnTo>
                <a:lnTo>
                  <a:pt x="248" y="146"/>
                </a:lnTo>
                <a:cubicBezTo>
                  <a:pt x="260" y="146"/>
                  <a:pt x="265" y="154"/>
                  <a:pt x="265" y="163"/>
                </a:cubicBezTo>
                <a:cubicBezTo>
                  <a:pt x="265" y="172"/>
                  <a:pt x="259" y="180"/>
                  <a:pt x="248" y="180"/>
                </a:cubicBezTo>
                <a:lnTo>
                  <a:pt x="183" y="180"/>
                </a:lnTo>
                <a:cubicBezTo>
                  <a:pt x="172" y="180"/>
                  <a:pt x="164" y="173"/>
                  <a:pt x="164" y="162"/>
                </a:cubicBezTo>
                <a:lnTo>
                  <a:pt x="164" y="23"/>
                </a:lnTo>
                <a:moveTo>
                  <a:pt x="271" y="25"/>
                </a:moveTo>
                <a:cubicBezTo>
                  <a:pt x="271" y="22"/>
                  <a:pt x="270" y="20"/>
                  <a:pt x="270" y="17"/>
                </a:cubicBezTo>
                <a:cubicBezTo>
                  <a:pt x="270" y="9"/>
                  <a:pt x="277" y="0"/>
                  <a:pt x="288" y="0"/>
                </a:cubicBezTo>
                <a:cubicBezTo>
                  <a:pt x="300" y="0"/>
                  <a:pt x="306" y="7"/>
                  <a:pt x="308" y="18"/>
                </a:cubicBezTo>
                <a:lnTo>
                  <a:pt x="329" y="124"/>
                </a:lnTo>
                <a:lnTo>
                  <a:pt x="330" y="124"/>
                </a:lnTo>
                <a:lnTo>
                  <a:pt x="362" y="15"/>
                </a:lnTo>
                <a:cubicBezTo>
                  <a:pt x="365" y="6"/>
                  <a:pt x="373" y="0"/>
                  <a:pt x="382" y="0"/>
                </a:cubicBezTo>
                <a:cubicBezTo>
                  <a:pt x="391" y="0"/>
                  <a:pt x="399" y="6"/>
                  <a:pt x="401" y="15"/>
                </a:cubicBezTo>
                <a:lnTo>
                  <a:pt x="434" y="124"/>
                </a:lnTo>
                <a:lnTo>
                  <a:pt x="455" y="18"/>
                </a:lnTo>
                <a:cubicBezTo>
                  <a:pt x="458" y="7"/>
                  <a:pt x="463" y="0"/>
                  <a:pt x="475" y="0"/>
                </a:cubicBezTo>
                <a:cubicBezTo>
                  <a:pt x="486" y="0"/>
                  <a:pt x="493" y="9"/>
                  <a:pt x="493" y="17"/>
                </a:cubicBezTo>
                <a:cubicBezTo>
                  <a:pt x="493" y="20"/>
                  <a:pt x="493" y="22"/>
                  <a:pt x="492" y="25"/>
                </a:cubicBezTo>
                <a:lnTo>
                  <a:pt x="460" y="162"/>
                </a:lnTo>
                <a:cubicBezTo>
                  <a:pt x="458" y="173"/>
                  <a:pt x="450" y="182"/>
                  <a:pt x="436" y="182"/>
                </a:cubicBezTo>
                <a:cubicBezTo>
                  <a:pt x="423" y="182"/>
                  <a:pt x="414" y="174"/>
                  <a:pt x="411" y="164"/>
                </a:cubicBezTo>
                <a:lnTo>
                  <a:pt x="382" y="66"/>
                </a:lnTo>
                <a:lnTo>
                  <a:pt x="353" y="164"/>
                </a:lnTo>
                <a:cubicBezTo>
                  <a:pt x="350" y="174"/>
                  <a:pt x="340" y="182"/>
                  <a:pt x="328" y="182"/>
                </a:cubicBezTo>
                <a:cubicBezTo>
                  <a:pt x="314" y="182"/>
                  <a:pt x="306" y="173"/>
                  <a:pt x="303" y="162"/>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66" name="TextBox 2665"/>
          <p:cNvSpPr txBox="1"/>
          <p:nvPr/>
        </p:nvSpPr>
        <p:spPr>
          <a:xfrm>
            <a:off x="880920" y="2692080"/>
            <a:ext cx="1432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Checkout Steps</a:t>
            </a:r>
            <a:endParaRPr lang="en-GB" sz="1500" b="0" u="none" strike="noStrike">
              <a:solidFill>
                <a:srgbClr val="000000"/>
              </a:solidFill>
              <a:effectLst/>
              <a:uFillTx/>
              <a:latin typeface="Times New Roman"/>
            </a:endParaRPr>
          </a:p>
        </p:txBody>
      </p:sp>
      <p:sp>
        <p:nvSpPr>
          <p:cNvPr id="2667" name="Freeform: Shape 2666"/>
          <p:cNvSpPr/>
          <p:nvPr/>
        </p:nvSpPr>
        <p:spPr>
          <a:xfrm>
            <a:off x="7286400" y="270504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8"/>
                </a:lnTo>
                <a:cubicBezTo>
                  <a:pt x="0" y="26"/>
                  <a:pt x="26" y="0"/>
                  <a:pt x="59" y="0"/>
                </a:cubicBezTo>
                <a:lnTo>
                  <a:pt x="471" y="0"/>
                </a:lnTo>
                <a:cubicBezTo>
                  <a:pt x="504" y="0"/>
                  <a:pt x="530" y="26"/>
                  <a:pt x="530" y="58"/>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68" name="Freeform: Shape 2667"/>
          <p:cNvSpPr/>
          <p:nvPr/>
        </p:nvSpPr>
        <p:spPr>
          <a:xfrm>
            <a:off x="7316640" y="2736360"/>
            <a:ext cx="131040" cy="128880"/>
          </a:xfrm>
          <a:custGeom>
            <a:avLst/>
            <a:gdLst/>
            <a:ahLst/>
            <a:cxnLst/>
            <a:rect l="0" t="0" r="r" b="b"/>
            <a:pathLst>
              <a:path w="364" h="358">
                <a:moveTo>
                  <a:pt x="348" y="6"/>
                </a:moveTo>
                <a:cubicBezTo>
                  <a:pt x="331" y="-5"/>
                  <a:pt x="308" y="0"/>
                  <a:pt x="297" y="17"/>
                </a:cubicBezTo>
                <a:lnTo>
                  <a:pt x="136" y="265"/>
                </a:lnTo>
                <a:lnTo>
                  <a:pt x="62" y="196"/>
                </a:lnTo>
                <a:cubicBezTo>
                  <a:pt x="47" y="182"/>
                  <a:pt x="24" y="183"/>
                  <a:pt x="10" y="198"/>
                </a:cubicBezTo>
                <a:cubicBezTo>
                  <a:pt x="-4" y="213"/>
                  <a:pt x="-3" y="236"/>
                  <a:pt x="12" y="250"/>
                </a:cubicBezTo>
                <a:lnTo>
                  <a:pt x="118" y="348"/>
                </a:lnTo>
                <a:cubicBezTo>
                  <a:pt x="125" y="355"/>
                  <a:pt x="134" y="358"/>
                  <a:pt x="143" y="358"/>
                </a:cubicBezTo>
                <a:cubicBezTo>
                  <a:pt x="153" y="358"/>
                  <a:pt x="165" y="354"/>
                  <a:pt x="174" y="341"/>
                </a:cubicBezTo>
                <a:cubicBezTo>
                  <a:pt x="178" y="334"/>
                  <a:pt x="358" y="58"/>
                  <a:pt x="358" y="58"/>
                </a:cubicBezTo>
                <a:cubicBezTo>
                  <a:pt x="369"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69" name="TextBox 2668"/>
          <p:cNvSpPr txBox="1"/>
          <p:nvPr/>
        </p:nvSpPr>
        <p:spPr>
          <a:xfrm>
            <a:off x="4816080" y="269208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670" name="TextBox 2669"/>
          <p:cNvSpPr txBox="1"/>
          <p:nvPr/>
        </p:nvSpPr>
        <p:spPr>
          <a:xfrm>
            <a:off x="8742240" y="2692080"/>
            <a:ext cx="1610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Multistep wizard</a:t>
            </a:r>
            <a:endParaRPr lang="en-GB" sz="1500" b="0" u="none" strike="noStrike">
              <a:solidFill>
                <a:srgbClr val="000000"/>
              </a:solidFill>
              <a:effectLst/>
              <a:uFillTx/>
              <a:latin typeface="Times New Roman"/>
            </a:endParaRPr>
          </a:p>
        </p:txBody>
      </p:sp>
      <p:sp>
        <p:nvSpPr>
          <p:cNvPr id="2671" name="Freeform: Shape 2670"/>
          <p:cNvSpPr/>
          <p:nvPr/>
        </p:nvSpPr>
        <p:spPr>
          <a:xfrm>
            <a:off x="4515480" y="3144240"/>
            <a:ext cx="146520" cy="169560"/>
          </a:xfrm>
          <a:custGeom>
            <a:avLst/>
            <a:gdLst/>
            <a:ahLst/>
            <a:cxnLst/>
            <a:rect l="0" t="0" r="r" b="b"/>
            <a:pathLst>
              <a:path w="407" h="471">
                <a:moveTo>
                  <a:pt x="398" y="219"/>
                </a:moveTo>
                <a:lnTo>
                  <a:pt x="267" y="170"/>
                </a:lnTo>
                <a:lnTo>
                  <a:pt x="217" y="10"/>
                </a:lnTo>
                <a:cubicBezTo>
                  <a:pt x="215" y="4"/>
                  <a:pt x="210" y="0"/>
                  <a:pt x="203" y="0"/>
                </a:cubicBezTo>
                <a:cubicBezTo>
                  <a:pt x="197" y="0"/>
                  <a:pt x="191" y="4"/>
                  <a:pt x="189" y="10"/>
                </a:cubicBezTo>
                <a:lnTo>
                  <a:pt x="140" y="170"/>
                </a:lnTo>
                <a:lnTo>
                  <a:pt x="9" y="219"/>
                </a:lnTo>
                <a:cubicBezTo>
                  <a:pt x="4" y="221"/>
                  <a:pt x="0" y="226"/>
                  <a:pt x="0" y="232"/>
                </a:cubicBezTo>
                <a:cubicBezTo>
                  <a:pt x="0" y="239"/>
                  <a:pt x="4" y="244"/>
                  <a:pt x="9" y="246"/>
                </a:cubicBezTo>
                <a:lnTo>
                  <a:pt x="140" y="295"/>
                </a:lnTo>
                <a:lnTo>
                  <a:pt x="189" y="461"/>
                </a:lnTo>
                <a:cubicBezTo>
                  <a:pt x="191" y="467"/>
                  <a:pt x="197" y="471"/>
                  <a:pt x="203" y="471"/>
                </a:cubicBezTo>
                <a:cubicBezTo>
                  <a:pt x="210" y="471"/>
                  <a:pt x="215" y="467"/>
                  <a:pt x="217" y="461"/>
                </a:cubicBezTo>
                <a:lnTo>
                  <a:pt x="267" y="295"/>
                </a:lnTo>
                <a:lnTo>
                  <a:pt x="398" y="246"/>
                </a:lnTo>
                <a:cubicBezTo>
                  <a:pt x="404" y="244"/>
                  <a:pt x="407" y="239"/>
                  <a:pt x="407" y="232"/>
                </a:cubicBezTo>
                <a:cubicBezTo>
                  <a:pt x="407" y="226"/>
                  <a:pt x="404"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72" name="Freeform: Shape 2671"/>
          <p:cNvSpPr/>
          <p:nvPr/>
        </p:nvSpPr>
        <p:spPr>
          <a:xfrm>
            <a:off x="4482000" y="3146040"/>
            <a:ext cx="74160" cy="173160"/>
          </a:xfrm>
          <a:custGeom>
            <a:avLst/>
            <a:gdLst/>
            <a:ahLst/>
            <a:cxnLst/>
            <a:rect l="0" t="0" r="r" b="b"/>
            <a:pathLst>
              <a:path w="206" h="481">
                <a:moveTo>
                  <a:pt x="197" y="376"/>
                </a:moveTo>
                <a:lnTo>
                  <a:pt x="163" y="364"/>
                </a:lnTo>
                <a:lnTo>
                  <a:pt x="149" y="315"/>
                </a:lnTo>
                <a:cubicBezTo>
                  <a:pt x="147" y="309"/>
                  <a:pt x="141" y="304"/>
                  <a:pt x="134" y="304"/>
                </a:cubicBezTo>
                <a:cubicBezTo>
                  <a:pt x="128" y="304"/>
                  <a:pt x="122" y="309"/>
                  <a:pt x="120" y="315"/>
                </a:cubicBezTo>
                <a:lnTo>
                  <a:pt x="107" y="364"/>
                </a:lnTo>
                <a:lnTo>
                  <a:pt x="73" y="376"/>
                </a:lnTo>
                <a:cubicBezTo>
                  <a:pt x="67" y="378"/>
                  <a:pt x="63" y="384"/>
                  <a:pt x="63" y="390"/>
                </a:cubicBezTo>
                <a:cubicBezTo>
                  <a:pt x="63" y="396"/>
                  <a:pt x="67" y="402"/>
                  <a:pt x="73" y="404"/>
                </a:cubicBezTo>
                <a:lnTo>
                  <a:pt x="107" y="416"/>
                </a:lnTo>
                <a:lnTo>
                  <a:pt x="120" y="470"/>
                </a:lnTo>
                <a:cubicBezTo>
                  <a:pt x="122" y="476"/>
                  <a:pt x="128" y="481"/>
                  <a:pt x="134" y="481"/>
                </a:cubicBezTo>
                <a:cubicBezTo>
                  <a:pt x="141" y="481"/>
                  <a:pt x="147" y="476"/>
                  <a:pt x="149" y="470"/>
                </a:cubicBezTo>
                <a:lnTo>
                  <a:pt x="163" y="416"/>
                </a:lnTo>
                <a:lnTo>
                  <a:pt x="197" y="404"/>
                </a:lnTo>
                <a:cubicBezTo>
                  <a:pt x="203" y="402"/>
                  <a:pt x="206" y="396"/>
                  <a:pt x="206" y="390"/>
                </a:cubicBezTo>
                <a:cubicBezTo>
                  <a:pt x="206" y="384"/>
                  <a:pt x="203" y="378"/>
                  <a:pt x="197" y="376"/>
                </a:cubicBezTo>
                <a:moveTo>
                  <a:pt x="132" y="57"/>
                </a:moveTo>
                <a:lnTo>
                  <a:pt x="97" y="44"/>
                </a:lnTo>
                <a:lnTo>
                  <a:pt x="84" y="9"/>
                </a:lnTo>
                <a:cubicBezTo>
                  <a:pt x="82" y="3"/>
                  <a:pt x="77" y="0"/>
                  <a:pt x="71" y="0"/>
                </a:cubicBezTo>
                <a:cubicBezTo>
                  <a:pt x="64" y="0"/>
                  <a:pt x="59" y="3"/>
                  <a:pt x="57" y="9"/>
                </a:cubicBezTo>
                <a:lnTo>
                  <a:pt x="44" y="44"/>
                </a:lnTo>
                <a:lnTo>
                  <a:pt x="9" y="57"/>
                </a:lnTo>
                <a:cubicBezTo>
                  <a:pt x="3" y="59"/>
                  <a:pt x="0" y="65"/>
                  <a:pt x="0" y="71"/>
                </a:cubicBezTo>
                <a:cubicBezTo>
                  <a:pt x="0" y="77"/>
                  <a:pt x="3" y="82"/>
                  <a:pt x="9" y="84"/>
                </a:cubicBezTo>
                <a:lnTo>
                  <a:pt x="44" y="97"/>
                </a:lnTo>
                <a:lnTo>
                  <a:pt x="57" y="132"/>
                </a:lnTo>
                <a:cubicBezTo>
                  <a:pt x="59" y="138"/>
                  <a:pt x="64" y="143"/>
                  <a:pt x="71" y="143"/>
                </a:cubicBezTo>
                <a:cubicBezTo>
                  <a:pt x="77" y="143"/>
                  <a:pt x="82" y="138"/>
                  <a:pt x="84" y="132"/>
                </a:cubicBezTo>
                <a:lnTo>
                  <a:pt x="97" y="97"/>
                </a:lnTo>
                <a:lnTo>
                  <a:pt x="132" y="84"/>
                </a:lnTo>
                <a:cubicBezTo>
                  <a:pt x="138" y="82"/>
                  <a:pt x="142" y="77"/>
                  <a:pt x="142" y="71"/>
                </a:cubicBezTo>
                <a:cubicBezTo>
                  <a:pt x="142" y="65"/>
                  <a:pt x="138" y="59"/>
                  <a:pt x="132"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73" name="TextBox 2672"/>
          <p:cNvSpPr txBox="1"/>
          <p:nvPr/>
        </p:nvSpPr>
        <p:spPr>
          <a:xfrm>
            <a:off x="880920" y="3120480"/>
            <a:ext cx="1454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Invoice Address</a:t>
            </a:r>
            <a:endParaRPr lang="en-GB" sz="1500" b="0" u="none" strike="noStrike">
              <a:solidFill>
                <a:srgbClr val="000000"/>
              </a:solidFill>
              <a:effectLst/>
              <a:uFillTx/>
              <a:latin typeface="Times New Roman"/>
            </a:endParaRPr>
          </a:p>
        </p:txBody>
      </p:sp>
      <p:sp>
        <p:nvSpPr>
          <p:cNvPr id="2674" name="Freeform: Shape 2673"/>
          <p:cNvSpPr/>
          <p:nvPr/>
        </p:nvSpPr>
        <p:spPr>
          <a:xfrm>
            <a:off x="7286400" y="3133440"/>
            <a:ext cx="190800" cy="190800"/>
          </a:xfrm>
          <a:custGeom>
            <a:avLst/>
            <a:gdLst/>
            <a:ahLst/>
            <a:cxnLst/>
            <a:rect l="0" t="0" r="r" b="b"/>
            <a:pathLst>
              <a:path w="530" h="530">
                <a:moveTo>
                  <a:pt x="530" y="472"/>
                </a:moveTo>
                <a:cubicBezTo>
                  <a:pt x="530" y="504"/>
                  <a:pt x="504" y="530"/>
                  <a:pt x="471" y="530"/>
                </a:cubicBezTo>
                <a:lnTo>
                  <a:pt x="59" y="530"/>
                </a:lnTo>
                <a:cubicBezTo>
                  <a:pt x="26" y="530"/>
                  <a:pt x="0" y="504"/>
                  <a:pt x="0" y="472"/>
                </a:cubicBezTo>
                <a:lnTo>
                  <a:pt x="0" y="60"/>
                </a:lnTo>
                <a:cubicBezTo>
                  <a:pt x="0" y="28"/>
                  <a:pt x="26" y="0"/>
                  <a:pt x="59" y="0"/>
                </a:cubicBezTo>
                <a:lnTo>
                  <a:pt x="471" y="0"/>
                </a:lnTo>
                <a:cubicBezTo>
                  <a:pt x="504" y="0"/>
                  <a:pt x="530" y="28"/>
                  <a:pt x="530" y="60"/>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75" name="Freeform: Shape 2674"/>
          <p:cNvSpPr/>
          <p:nvPr/>
        </p:nvSpPr>
        <p:spPr>
          <a:xfrm>
            <a:off x="7316640" y="3165120"/>
            <a:ext cx="131040" cy="128880"/>
          </a:xfrm>
          <a:custGeom>
            <a:avLst/>
            <a:gdLst/>
            <a:ahLst/>
            <a:cxnLst/>
            <a:rect l="0" t="0" r="r" b="b"/>
            <a:pathLst>
              <a:path w="364" h="358">
                <a:moveTo>
                  <a:pt x="348" y="6"/>
                </a:moveTo>
                <a:cubicBezTo>
                  <a:pt x="331" y="-5"/>
                  <a:pt x="308" y="0"/>
                  <a:pt x="297" y="17"/>
                </a:cubicBezTo>
                <a:lnTo>
                  <a:pt x="136" y="263"/>
                </a:lnTo>
                <a:lnTo>
                  <a:pt x="62" y="195"/>
                </a:lnTo>
                <a:cubicBezTo>
                  <a:pt x="47" y="181"/>
                  <a:pt x="24" y="182"/>
                  <a:pt x="10" y="197"/>
                </a:cubicBezTo>
                <a:cubicBezTo>
                  <a:pt x="-4" y="212"/>
                  <a:pt x="-3" y="235"/>
                  <a:pt x="12" y="249"/>
                </a:cubicBezTo>
                <a:lnTo>
                  <a:pt x="118" y="348"/>
                </a:lnTo>
                <a:cubicBezTo>
                  <a:pt x="125" y="354"/>
                  <a:pt x="134" y="358"/>
                  <a:pt x="143" y="358"/>
                </a:cubicBezTo>
                <a:cubicBezTo>
                  <a:pt x="153" y="358"/>
                  <a:pt x="165" y="353"/>
                  <a:pt x="174" y="341"/>
                </a:cubicBezTo>
                <a:cubicBezTo>
                  <a:pt x="178" y="333"/>
                  <a:pt x="358" y="57"/>
                  <a:pt x="358" y="57"/>
                </a:cubicBezTo>
                <a:cubicBezTo>
                  <a:pt x="369"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76" name="TextBox 2675"/>
          <p:cNvSpPr txBox="1"/>
          <p:nvPr/>
        </p:nvSpPr>
        <p:spPr>
          <a:xfrm>
            <a:off x="4674240" y="312048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2677" name="TextBox 2676"/>
          <p:cNvSpPr txBox="1"/>
          <p:nvPr/>
        </p:nvSpPr>
        <p:spPr>
          <a:xfrm>
            <a:off x="8742240" y="3120480"/>
            <a:ext cx="19771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Address management</a:t>
            </a:r>
            <a:endParaRPr lang="en-GB" sz="1500" b="0" u="none" strike="noStrike">
              <a:solidFill>
                <a:srgbClr val="000000"/>
              </a:solidFill>
              <a:effectLst/>
              <a:uFillTx/>
              <a:latin typeface="Times New Roman"/>
            </a:endParaRPr>
          </a:p>
        </p:txBody>
      </p:sp>
      <p:sp>
        <p:nvSpPr>
          <p:cNvPr id="2678" name="Freeform: Shape 2677"/>
          <p:cNvSpPr/>
          <p:nvPr/>
        </p:nvSpPr>
        <p:spPr>
          <a:xfrm>
            <a:off x="4619520" y="356220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679" name="Freeform: Shape 2678"/>
          <p:cNvSpPr/>
          <p:nvPr/>
        </p:nvSpPr>
        <p:spPr>
          <a:xfrm>
            <a:off x="4627440" y="3624480"/>
            <a:ext cx="177480" cy="65520"/>
          </a:xfrm>
          <a:custGeom>
            <a:avLst/>
            <a:gdLst/>
            <a:ahLst/>
            <a:cxnLst/>
            <a:rect l="0" t="0" r="r" b="b"/>
            <a:pathLst>
              <a:path w="493" h="182">
                <a:moveTo>
                  <a:pt x="19" y="0"/>
                </a:moveTo>
                <a:cubicBezTo>
                  <a:pt x="24" y="0"/>
                  <a:pt x="31" y="4"/>
                  <a:pt x="35" y="9"/>
                </a:cubicBezTo>
                <a:lnTo>
                  <a:pt x="114" y="115"/>
                </a:lnTo>
                <a:lnTo>
                  <a:pt x="114" y="20"/>
                </a:lnTo>
                <a:cubicBezTo>
                  <a:pt x="114" y="7"/>
                  <a:pt x="122" y="0"/>
                  <a:pt x="133" y="0"/>
                </a:cubicBezTo>
                <a:cubicBezTo>
                  <a:pt x="144" y="0"/>
                  <a:pt x="152" y="7"/>
                  <a:pt x="152" y="20"/>
                </a:cubicBezTo>
                <a:lnTo>
                  <a:pt x="152" y="163"/>
                </a:lnTo>
                <a:cubicBezTo>
                  <a:pt x="152" y="175"/>
                  <a:pt x="144" y="182"/>
                  <a:pt x="133" y="182"/>
                </a:cubicBezTo>
                <a:cubicBezTo>
                  <a:pt x="128" y="182"/>
                  <a:pt x="121" y="178"/>
                  <a:pt x="117" y="174"/>
                </a:cubicBezTo>
                <a:lnTo>
                  <a:pt x="38" y="68"/>
                </a:lnTo>
                <a:lnTo>
                  <a:pt x="38" y="163"/>
                </a:lnTo>
                <a:cubicBezTo>
                  <a:pt x="38" y="175"/>
                  <a:pt x="30" y="182"/>
                  <a:pt x="19" y="182"/>
                </a:cubicBezTo>
                <a:cubicBezTo>
                  <a:pt x="8" y="182"/>
                  <a:pt x="0" y="175"/>
                  <a:pt x="0" y="163"/>
                </a:cubicBezTo>
                <a:lnTo>
                  <a:pt x="0" y="20"/>
                </a:lnTo>
                <a:cubicBezTo>
                  <a:pt x="0" y="7"/>
                  <a:pt x="8" y="0"/>
                  <a:pt x="19" y="0"/>
                </a:cubicBezTo>
                <a:moveTo>
                  <a:pt x="164" y="24"/>
                </a:moveTo>
                <a:cubicBezTo>
                  <a:pt x="164" y="11"/>
                  <a:pt x="170" y="2"/>
                  <a:pt x="183" y="2"/>
                </a:cubicBezTo>
                <a:lnTo>
                  <a:pt x="245" y="2"/>
                </a:lnTo>
                <a:cubicBezTo>
                  <a:pt x="257" y="2"/>
                  <a:pt x="263" y="10"/>
                  <a:pt x="263" y="19"/>
                </a:cubicBezTo>
                <a:cubicBezTo>
                  <a:pt x="263" y="28"/>
                  <a:pt x="257" y="36"/>
                  <a:pt x="245" y="36"/>
                </a:cubicBezTo>
                <a:lnTo>
                  <a:pt x="201" y="36"/>
                </a:lnTo>
                <a:lnTo>
                  <a:pt x="201" y="73"/>
                </a:lnTo>
                <a:lnTo>
                  <a:pt x="242" y="73"/>
                </a:lnTo>
                <a:cubicBezTo>
                  <a:pt x="255" y="73"/>
                  <a:pt x="261" y="81"/>
                  <a:pt x="261" y="90"/>
                </a:cubicBezTo>
                <a:cubicBezTo>
                  <a:pt x="261" y="98"/>
                  <a:pt x="254" y="108"/>
                  <a:pt x="242" y="108"/>
                </a:cubicBezTo>
                <a:lnTo>
                  <a:pt x="201" y="108"/>
                </a:lnTo>
                <a:lnTo>
                  <a:pt x="201" y="146"/>
                </a:lnTo>
                <a:lnTo>
                  <a:pt x="248" y="146"/>
                </a:lnTo>
                <a:cubicBezTo>
                  <a:pt x="260" y="146"/>
                  <a:pt x="265" y="155"/>
                  <a:pt x="265" y="163"/>
                </a:cubicBezTo>
                <a:cubicBezTo>
                  <a:pt x="265" y="172"/>
                  <a:pt x="259" y="181"/>
                  <a:pt x="248" y="181"/>
                </a:cubicBezTo>
                <a:lnTo>
                  <a:pt x="183" y="181"/>
                </a:lnTo>
                <a:cubicBezTo>
                  <a:pt x="172" y="181"/>
                  <a:pt x="164" y="173"/>
                  <a:pt x="164" y="162"/>
                </a:cubicBezTo>
                <a:lnTo>
                  <a:pt x="164" y="24"/>
                </a:lnTo>
                <a:moveTo>
                  <a:pt x="271" y="25"/>
                </a:moveTo>
                <a:cubicBezTo>
                  <a:pt x="271" y="22"/>
                  <a:pt x="270" y="20"/>
                  <a:pt x="270" y="17"/>
                </a:cubicBezTo>
                <a:cubicBezTo>
                  <a:pt x="270" y="9"/>
                  <a:pt x="277" y="0"/>
                  <a:pt x="288" y="0"/>
                </a:cubicBezTo>
                <a:cubicBezTo>
                  <a:pt x="300" y="0"/>
                  <a:pt x="306" y="7"/>
                  <a:pt x="308" y="18"/>
                </a:cubicBezTo>
                <a:lnTo>
                  <a:pt x="329" y="125"/>
                </a:lnTo>
                <a:lnTo>
                  <a:pt x="330" y="125"/>
                </a:lnTo>
                <a:lnTo>
                  <a:pt x="362" y="15"/>
                </a:lnTo>
                <a:cubicBezTo>
                  <a:pt x="365" y="6"/>
                  <a:pt x="373" y="0"/>
                  <a:pt x="382" y="0"/>
                </a:cubicBezTo>
                <a:cubicBezTo>
                  <a:pt x="391" y="0"/>
                  <a:pt x="399" y="6"/>
                  <a:pt x="401" y="15"/>
                </a:cubicBezTo>
                <a:lnTo>
                  <a:pt x="434" y="125"/>
                </a:lnTo>
                <a:lnTo>
                  <a:pt x="455" y="18"/>
                </a:lnTo>
                <a:cubicBezTo>
                  <a:pt x="458" y="7"/>
                  <a:pt x="463" y="0"/>
                  <a:pt x="475" y="0"/>
                </a:cubicBezTo>
                <a:cubicBezTo>
                  <a:pt x="486" y="0"/>
                  <a:pt x="493" y="9"/>
                  <a:pt x="493" y="17"/>
                </a:cubicBezTo>
                <a:cubicBezTo>
                  <a:pt x="493" y="20"/>
                  <a:pt x="493" y="22"/>
                  <a:pt x="492" y="25"/>
                </a:cubicBezTo>
                <a:lnTo>
                  <a:pt x="460" y="163"/>
                </a:lnTo>
                <a:cubicBezTo>
                  <a:pt x="458" y="173"/>
                  <a:pt x="450" y="182"/>
                  <a:pt x="436" y="182"/>
                </a:cubicBezTo>
                <a:cubicBezTo>
                  <a:pt x="423" y="182"/>
                  <a:pt x="414" y="174"/>
                  <a:pt x="411" y="164"/>
                </a:cubicBezTo>
                <a:lnTo>
                  <a:pt x="382" y="67"/>
                </a:lnTo>
                <a:lnTo>
                  <a:pt x="353" y="164"/>
                </a:lnTo>
                <a:cubicBezTo>
                  <a:pt x="350" y="174"/>
                  <a:pt x="340" y="182"/>
                  <a:pt x="328" y="182"/>
                </a:cubicBezTo>
                <a:cubicBezTo>
                  <a:pt x="314" y="182"/>
                  <a:pt x="306" y="173"/>
                  <a:pt x="303" y="163"/>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80" name="TextBox 2679"/>
          <p:cNvSpPr txBox="1"/>
          <p:nvPr/>
        </p:nvSpPr>
        <p:spPr>
          <a:xfrm>
            <a:off x="880920" y="3549240"/>
            <a:ext cx="1442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VAT Calculation</a:t>
            </a:r>
            <a:endParaRPr lang="en-GB" sz="1500" b="0" u="none" strike="noStrike">
              <a:solidFill>
                <a:srgbClr val="000000"/>
              </a:solidFill>
              <a:effectLst/>
              <a:uFillTx/>
              <a:latin typeface="Times New Roman"/>
            </a:endParaRPr>
          </a:p>
        </p:txBody>
      </p:sp>
      <p:sp>
        <p:nvSpPr>
          <p:cNvPr id="2681" name="Freeform: Shape 2680"/>
          <p:cNvSpPr/>
          <p:nvPr/>
        </p:nvSpPr>
        <p:spPr>
          <a:xfrm>
            <a:off x="7286400" y="356220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82" name="Freeform: Shape 2681"/>
          <p:cNvSpPr/>
          <p:nvPr/>
        </p:nvSpPr>
        <p:spPr>
          <a:xfrm>
            <a:off x="7316640" y="3593880"/>
            <a:ext cx="131040" cy="128880"/>
          </a:xfrm>
          <a:custGeom>
            <a:avLst/>
            <a:gdLst/>
            <a:ahLst/>
            <a:cxnLst/>
            <a:rect l="0" t="0" r="r" b="b"/>
            <a:pathLst>
              <a:path w="364" h="358">
                <a:moveTo>
                  <a:pt x="348" y="6"/>
                </a:moveTo>
                <a:cubicBezTo>
                  <a:pt x="331" y="-5"/>
                  <a:pt x="308" y="0"/>
                  <a:pt x="297" y="17"/>
                </a:cubicBezTo>
                <a:lnTo>
                  <a:pt x="136" y="265"/>
                </a:lnTo>
                <a:lnTo>
                  <a:pt x="62" y="197"/>
                </a:lnTo>
                <a:cubicBezTo>
                  <a:pt x="47" y="183"/>
                  <a:pt x="24" y="184"/>
                  <a:pt x="10" y="199"/>
                </a:cubicBezTo>
                <a:cubicBezTo>
                  <a:pt x="-4" y="213"/>
                  <a:pt x="-3" y="237"/>
                  <a:pt x="12" y="250"/>
                </a:cubicBezTo>
                <a:lnTo>
                  <a:pt x="118" y="348"/>
                </a:lnTo>
                <a:cubicBezTo>
                  <a:pt x="125" y="355"/>
                  <a:pt x="134" y="358"/>
                  <a:pt x="143" y="358"/>
                </a:cubicBezTo>
                <a:cubicBezTo>
                  <a:pt x="153" y="358"/>
                  <a:pt x="165" y="354"/>
                  <a:pt x="174" y="342"/>
                </a:cubicBezTo>
                <a:cubicBezTo>
                  <a:pt x="178" y="334"/>
                  <a:pt x="358" y="57"/>
                  <a:pt x="358" y="57"/>
                </a:cubicBezTo>
                <a:cubicBezTo>
                  <a:pt x="369"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83" name="TextBox 2682"/>
          <p:cNvSpPr txBox="1"/>
          <p:nvPr/>
        </p:nvSpPr>
        <p:spPr>
          <a:xfrm>
            <a:off x="4816080" y="354924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684" name="TextBox 2683"/>
          <p:cNvSpPr txBox="1"/>
          <p:nvPr/>
        </p:nvSpPr>
        <p:spPr>
          <a:xfrm>
            <a:off x="8742240" y="3549240"/>
            <a:ext cx="1832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Rules enginebased</a:t>
            </a:r>
            <a:endParaRPr lang="en-GB" sz="1500" b="0" u="none" strike="noStrike">
              <a:solidFill>
                <a:srgbClr val="000000"/>
              </a:solidFill>
              <a:effectLst/>
              <a:uFillTx/>
              <a:latin typeface="Times New Roman"/>
            </a:endParaRPr>
          </a:p>
        </p:txBody>
      </p:sp>
      <p:sp>
        <p:nvSpPr>
          <p:cNvPr id="2685" name="Freeform: Shape 2684"/>
          <p:cNvSpPr/>
          <p:nvPr/>
        </p:nvSpPr>
        <p:spPr>
          <a:xfrm>
            <a:off x="4619520" y="400032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686" name="Freeform: Shape 2685"/>
          <p:cNvSpPr/>
          <p:nvPr/>
        </p:nvSpPr>
        <p:spPr>
          <a:xfrm>
            <a:off x="4627440" y="4062600"/>
            <a:ext cx="177480" cy="65520"/>
          </a:xfrm>
          <a:custGeom>
            <a:avLst/>
            <a:gdLst/>
            <a:ahLst/>
            <a:cxnLst/>
            <a:rect l="0" t="0" r="r" b="b"/>
            <a:pathLst>
              <a:path w="493" h="182">
                <a:moveTo>
                  <a:pt x="19" y="0"/>
                </a:moveTo>
                <a:cubicBezTo>
                  <a:pt x="24" y="0"/>
                  <a:pt x="31" y="4"/>
                  <a:pt x="35" y="9"/>
                </a:cubicBezTo>
                <a:lnTo>
                  <a:pt x="114" y="114"/>
                </a:lnTo>
                <a:lnTo>
                  <a:pt x="114" y="20"/>
                </a:lnTo>
                <a:cubicBezTo>
                  <a:pt x="114" y="7"/>
                  <a:pt x="122" y="0"/>
                  <a:pt x="133" y="0"/>
                </a:cubicBezTo>
                <a:cubicBezTo>
                  <a:pt x="144" y="0"/>
                  <a:pt x="152" y="7"/>
                  <a:pt x="152" y="20"/>
                </a:cubicBezTo>
                <a:lnTo>
                  <a:pt x="152" y="163"/>
                </a:lnTo>
                <a:cubicBezTo>
                  <a:pt x="152" y="175"/>
                  <a:pt x="144" y="182"/>
                  <a:pt x="133" y="182"/>
                </a:cubicBezTo>
                <a:cubicBezTo>
                  <a:pt x="128" y="182"/>
                  <a:pt x="121" y="179"/>
                  <a:pt x="117" y="174"/>
                </a:cubicBezTo>
                <a:lnTo>
                  <a:pt x="38" y="69"/>
                </a:lnTo>
                <a:lnTo>
                  <a:pt x="38" y="163"/>
                </a:lnTo>
                <a:cubicBezTo>
                  <a:pt x="38" y="175"/>
                  <a:pt x="30" y="182"/>
                  <a:pt x="19" y="182"/>
                </a:cubicBezTo>
                <a:cubicBezTo>
                  <a:pt x="8" y="182"/>
                  <a:pt x="0" y="175"/>
                  <a:pt x="0" y="163"/>
                </a:cubicBezTo>
                <a:lnTo>
                  <a:pt x="0" y="20"/>
                </a:lnTo>
                <a:cubicBezTo>
                  <a:pt x="0" y="7"/>
                  <a:pt x="8" y="0"/>
                  <a:pt x="19" y="0"/>
                </a:cubicBezTo>
                <a:moveTo>
                  <a:pt x="164" y="24"/>
                </a:moveTo>
                <a:cubicBezTo>
                  <a:pt x="164" y="11"/>
                  <a:pt x="170" y="2"/>
                  <a:pt x="183" y="2"/>
                </a:cubicBezTo>
                <a:lnTo>
                  <a:pt x="245" y="2"/>
                </a:lnTo>
                <a:cubicBezTo>
                  <a:pt x="257" y="2"/>
                  <a:pt x="263" y="10"/>
                  <a:pt x="263" y="19"/>
                </a:cubicBezTo>
                <a:cubicBezTo>
                  <a:pt x="263" y="28"/>
                  <a:pt x="257" y="36"/>
                  <a:pt x="245" y="36"/>
                </a:cubicBezTo>
                <a:lnTo>
                  <a:pt x="201" y="36"/>
                </a:lnTo>
                <a:lnTo>
                  <a:pt x="201" y="73"/>
                </a:lnTo>
                <a:lnTo>
                  <a:pt x="242" y="73"/>
                </a:lnTo>
                <a:cubicBezTo>
                  <a:pt x="255" y="73"/>
                  <a:pt x="261" y="81"/>
                  <a:pt x="261" y="90"/>
                </a:cubicBezTo>
                <a:cubicBezTo>
                  <a:pt x="261" y="99"/>
                  <a:pt x="254" y="107"/>
                  <a:pt x="242" y="107"/>
                </a:cubicBezTo>
                <a:lnTo>
                  <a:pt x="201" y="107"/>
                </a:lnTo>
                <a:lnTo>
                  <a:pt x="201" y="146"/>
                </a:lnTo>
                <a:lnTo>
                  <a:pt x="248" y="146"/>
                </a:lnTo>
                <a:cubicBezTo>
                  <a:pt x="260" y="146"/>
                  <a:pt x="265" y="155"/>
                  <a:pt x="265" y="164"/>
                </a:cubicBezTo>
                <a:cubicBezTo>
                  <a:pt x="265" y="172"/>
                  <a:pt x="259" y="181"/>
                  <a:pt x="248" y="181"/>
                </a:cubicBezTo>
                <a:lnTo>
                  <a:pt x="183" y="181"/>
                </a:lnTo>
                <a:cubicBezTo>
                  <a:pt x="172" y="181"/>
                  <a:pt x="164" y="173"/>
                  <a:pt x="164" y="162"/>
                </a:cubicBezTo>
                <a:lnTo>
                  <a:pt x="164" y="24"/>
                </a:lnTo>
                <a:moveTo>
                  <a:pt x="271" y="25"/>
                </a:moveTo>
                <a:cubicBezTo>
                  <a:pt x="271" y="22"/>
                  <a:pt x="270" y="20"/>
                  <a:pt x="270" y="17"/>
                </a:cubicBezTo>
                <a:cubicBezTo>
                  <a:pt x="270" y="9"/>
                  <a:pt x="277" y="0"/>
                  <a:pt x="288" y="0"/>
                </a:cubicBezTo>
                <a:cubicBezTo>
                  <a:pt x="300" y="0"/>
                  <a:pt x="306" y="7"/>
                  <a:pt x="308" y="18"/>
                </a:cubicBezTo>
                <a:lnTo>
                  <a:pt x="329" y="125"/>
                </a:lnTo>
                <a:lnTo>
                  <a:pt x="330" y="125"/>
                </a:lnTo>
                <a:lnTo>
                  <a:pt x="362" y="15"/>
                </a:lnTo>
                <a:cubicBezTo>
                  <a:pt x="365" y="6"/>
                  <a:pt x="373" y="0"/>
                  <a:pt x="382" y="0"/>
                </a:cubicBezTo>
                <a:cubicBezTo>
                  <a:pt x="391" y="0"/>
                  <a:pt x="399" y="6"/>
                  <a:pt x="401" y="15"/>
                </a:cubicBezTo>
                <a:lnTo>
                  <a:pt x="434" y="125"/>
                </a:lnTo>
                <a:lnTo>
                  <a:pt x="455" y="18"/>
                </a:lnTo>
                <a:cubicBezTo>
                  <a:pt x="458" y="7"/>
                  <a:pt x="463" y="0"/>
                  <a:pt x="475" y="0"/>
                </a:cubicBezTo>
                <a:cubicBezTo>
                  <a:pt x="486" y="0"/>
                  <a:pt x="493" y="9"/>
                  <a:pt x="493" y="17"/>
                </a:cubicBezTo>
                <a:cubicBezTo>
                  <a:pt x="493" y="20"/>
                  <a:pt x="493" y="22"/>
                  <a:pt x="492" y="25"/>
                </a:cubicBezTo>
                <a:lnTo>
                  <a:pt x="460" y="163"/>
                </a:lnTo>
                <a:cubicBezTo>
                  <a:pt x="458" y="173"/>
                  <a:pt x="450" y="182"/>
                  <a:pt x="436" y="182"/>
                </a:cubicBezTo>
                <a:cubicBezTo>
                  <a:pt x="423" y="182"/>
                  <a:pt x="414" y="174"/>
                  <a:pt x="411" y="164"/>
                </a:cubicBezTo>
                <a:lnTo>
                  <a:pt x="382" y="67"/>
                </a:lnTo>
                <a:lnTo>
                  <a:pt x="353" y="164"/>
                </a:lnTo>
                <a:cubicBezTo>
                  <a:pt x="350" y="174"/>
                  <a:pt x="340" y="182"/>
                  <a:pt x="328" y="182"/>
                </a:cubicBezTo>
                <a:cubicBezTo>
                  <a:pt x="314" y="182"/>
                  <a:pt x="306" y="173"/>
                  <a:pt x="303" y="163"/>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87" name="TextBox 2686"/>
          <p:cNvSpPr txBox="1"/>
          <p:nvPr/>
        </p:nvSpPr>
        <p:spPr>
          <a:xfrm>
            <a:off x="880920" y="3987360"/>
            <a:ext cx="1768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Terms &amp; Conditions</a:t>
            </a:r>
            <a:endParaRPr lang="en-GB" sz="1500" b="0" u="none" strike="noStrike">
              <a:solidFill>
                <a:srgbClr val="000000"/>
              </a:solidFill>
              <a:effectLst/>
              <a:uFillTx/>
              <a:latin typeface="Times New Roman"/>
            </a:endParaRPr>
          </a:p>
        </p:txBody>
      </p:sp>
      <p:sp>
        <p:nvSpPr>
          <p:cNvPr id="2688" name="Freeform: Shape 2687"/>
          <p:cNvSpPr/>
          <p:nvPr/>
        </p:nvSpPr>
        <p:spPr>
          <a:xfrm>
            <a:off x="7286400" y="400032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89" name="Freeform: Shape 2688"/>
          <p:cNvSpPr/>
          <p:nvPr/>
        </p:nvSpPr>
        <p:spPr>
          <a:xfrm>
            <a:off x="7316640" y="4032000"/>
            <a:ext cx="131040" cy="128880"/>
          </a:xfrm>
          <a:custGeom>
            <a:avLst/>
            <a:gdLst/>
            <a:ahLst/>
            <a:cxnLst/>
            <a:rect l="0" t="0" r="r" b="b"/>
            <a:pathLst>
              <a:path w="364" h="358">
                <a:moveTo>
                  <a:pt x="348" y="7"/>
                </a:moveTo>
                <a:cubicBezTo>
                  <a:pt x="331" y="-5"/>
                  <a:pt x="308" y="0"/>
                  <a:pt x="297" y="18"/>
                </a:cubicBezTo>
                <a:lnTo>
                  <a:pt x="136" y="265"/>
                </a:lnTo>
                <a:lnTo>
                  <a:pt x="62" y="197"/>
                </a:lnTo>
                <a:cubicBezTo>
                  <a:pt x="47" y="183"/>
                  <a:pt x="24" y="184"/>
                  <a:pt x="10" y="199"/>
                </a:cubicBezTo>
                <a:cubicBezTo>
                  <a:pt x="-4" y="214"/>
                  <a:pt x="-3" y="237"/>
                  <a:pt x="12" y="251"/>
                </a:cubicBezTo>
                <a:lnTo>
                  <a:pt x="118" y="349"/>
                </a:lnTo>
                <a:cubicBezTo>
                  <a:pt x="125" y="355"/>
                  <a:pt x="134" y="358"/>
                  <a:pt x="143" y="358"/>
                </a:cubicBezTo>
                <a:cubicBezTo>
                  <a:pt x="153" y="358"/>
                  <a:pt x="165" y="354"/>
                  <a:pt x="174" y="342"/>
                </a:cubicBezTo>
                <a:cubicBezTo>
                  <a:pt x="178" y="334"/>
                  <a:pt x="358" y="58"/>
                  <a:pt x="358" y="58"/>
                </a:cubicBezTo>
                <a:cubicBezTo>
                  <a:pt x="369" y="41"/>
                  <a:pt x="365" y="19"/>
                  <a:pt x="348" y="7"/>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90" name="TextBox 2689"/>
          <p:cNvSpPr txBox="1"/>
          <p:nvPr/>
        </p:nvSpPr>
        <p:spPr>
          <a:xfrm>
            <a:off x="4816080" y="398736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691" name="TextBox 2690"/>
          <p:cNvSpPr txBox="1"/>
          <p:nvPr/>
        </p:nvSpPr>
        <p:spPr>
          <a:xfrm>
            <a:off x="8742240" y="3987360"/>
            <a:ext cx="8568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Audit trail</a:t>
            </a:r>
            <a:endParaRPr lang="en-GB" sz="1500" b="0" u="none" strike="noStrike">
              <a:solidFill>
                <a:srgbClr val="000000"/>
              </a:solidFill>
              <a:effectLst/>
              <a:uFillTx/>
              <a:latin typeface="Times New Roman"/>
            </a:endParaRPr>
          </a:p>
        </p:txBody>
      </p:sp>
      <p:sp>
        <p:nvSpPr>
          <p:cNvPr id="2692" name="Freeform: Shape 2691"/>
          <p:cNvSpPr/>
          <p:nvPr/>
        </p:nvSpPr>
        <p:spPr>
          <a:xfrm>
            <a:off x="4619520" y="4429080"/>
            <a:ext cx="190800" cy="190800"/>
          </a:xfrm>
          <a:custGeom>
            <a:avLst/>
            <a:gdLst/>
            <a:ahLst/>
            <a:cxnLst/>
            <a:rect l="0" t="0" r="r" b="b"/>
            <a:pathLst>
              <a:path w="530" h="530">
                <a:moveTo>
                  <a:pt x="530" y="471"/>
                </a:moveTo>
                <a:cubicBezTo>
                  <a:pt x="530" y="503"/>
                  <a:pt x="504" y="530"/>
                  <a:pt x="471" y="530"/>
                </a:cubicBezTo>
                <a:lnTo>
                  <a:pt x="59" y="530"/>
                </a:lnTo>
                <a:cubicBezTo>
                  <a:pt x="26" y="530"/>
                  <a:pt x="0" y="503"/>
                  <a:pt x="0" y="471"/>
                </a:cubicBezTo>
                <a:lnTo>
                  <a:pt x="0" y="58"/>
                </a:lnTo>
                <a:cubicBezTo>
                  <a:pt x="0" y="26"/>
                  <a:pt x="26" y="0"/>
                  <a:pt x="59" y="0"/>
                </a:cubicBezTo>
                <a:lnTo>
                  <a:pt x="471" y="0"/>
                </a:lnTo>
                <a:cubicBezTo>
                  <a:pt x="504" y="0"/>
                  <a:pt x="530" y="26"/>
                  <a:pt x="530" y="58"/>
                </a:cubicBezTo>
                <a:lnTo>
                  <a:pt x="530" y="471"/>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693" name="Freeform: Shape 2692"/>
          <p:cNvSpPr/>
          <p:nvPr/>
        </p:nvSpPr>
        <p:spPr>
          <a:xfrm>
            <a:off x="4627440" y="4491360"/>
            <a:ext cx="177480" cy="65520"/>
          </a:xfrm>
          <a:custGeom>
            <a:avLst/>
            <a:gdLst/>
            <a:ahLst/>
            <a:cxnLst/>
            <a:rect l="0" t="0" r="r" b="b"/>
            <a:pathLst>
              <a:path w="493" h="182">
                <a:moveTo>
                  <a:pt x="19" y="0"/>
                </a:moveTo>
                <a:cubicBezTo>
                  <a:pt x="24" y="0"/>
                  <a:pt x="31" y="4"/>
                  <a:pt x="35" y="8"/>
                </a:cubicBezTo>
                <a:lnTo>
                  <a:pt x="114" y="115"/>
                </a:lnTo>
                <a:lnTo>
                  <a:pt x="114" y="19"/>
                </a:lnTo>
                <a:cubicBezTo>
                  <a:pt x="114" y="7"/>
                  <a:pt x="122" y="0"/>
                  <a:pt x="133" y="0"/>
                </a:cubicBezTo>
                <a:cubicBezTo>
                  <a:pt x="144" y="0"/>
                  <a:pt x="152" y="7"/>
                  <a:pt x="152" y="19"/>
                </a:cubicBezTo>
                <a:lnTo>
                  <a:pt x="152" y="162"/>
                </a:lnTo>
                <a:cubicBezTo>
                  <a:pt x="152" y="175"/>
                  <a:pt x="144" y="182"/>
                  <a:pt x="133" y="182"/>
                </a:cubicBezTo>
                <a:cubicBezTo>
                  <a:pt x="128" y="182"/>
                  <a:pt x="121" y="178"/>
                  <a:pt x="117" y="174"/>
                </a:cubicBezTo>
                <a:lnTo>
                  <a:pt x="38" y="69"/>
                </a:lnTo>
                <a:lnTo>
                  <a:pt x="38" y="162"/>
                </a:lnTo>
                <a:cubicBezTo>
                  <a:pt x="38" y="175"/>
                  <a:pt x="30" y="182"/>
                  <a:pt x="19" y="182"/>
                </a:cubicBezTo>
                <a:cubicBezTo>
                  <a:pt x="8" y="182"/>
                  <a:pt x="0" y="175"/>
                  <a:pt x="0" y="162"/>
                </a:cubicBezTo>
                <a:lnTo>
                  <a:pt x="0" y="19"/>
                </a:lnTo>
                <a:cubicBezTo>
                  <a:pt x="0" y="7"/>
                  <a:pt x="8" y="0"/>
                  <a:pt x="19" y="0"/>
                </a:cubicBezTo>
                <a:moveTo>
                  <a:pt x="164" y="23"/>
                </a:moveTo>
                <a:cubicBezTo>
                  <a:pt x="164" y="11"/>
                  <a:pt x="170" y="1"/>
                  <a:pt x="183" y="1"/>
                </a:cubicBezTo>
                <a:lnTo>
                  <a:pt x="245" y="1"/>
                </a:lnTo>
                <a:cubicBezTo>
                  <a:pt x="257" y="1"/>
                  <a:pt x="263" y="10"/>
                  <a:pt x="263" y="19"/>
                </a:cubicBezTo>
                <a:cubicBezTo>
                  <a:pt x="263" y="27"/>
                  <a:pt x="257" y="37"/>
                  <a:pt x="245" y="37"/>
                </a:cubicBezTo>
                <a:lnTo>
                  <a:pt x="201" y="37"/>
                </a:lnTo>
                <a:lnTo>
                  <a:pt x="201" y="73"/>
                </a:lnTo>
                <a:lnTo>
                  <a:pt x="242" y="73"/>
                </a:lnTo>
                <a:cubicBezTo>
                  <a:pt x="255" y="73"/>
                  <a:pt x="261" y="82"/>
                  <a:pt x="261" y="91"/>
                </a:cubicBezTo>
                <a:cubicBezTo>
                  <a:pt x="261" y="99"/>
                  <a:pt x="254" y="108"/>
                  <a:pt x="242" y="108"/>
                </a:cubicBezTo>
                <a:lnTo>
                  <a:pt x="201" y="108"/>
                </a:lnTo>
                <a:lnTo>
                  <a:pt x="201" y="146"/>
                </a:lnTo>
                <a:lnTo>
                  <a:pt x="248" y="146"/>
                </a:lnTo>
                <a:cubicBezTo>
                  <a:pt x="260" y="146"/>
                  <a:pt x="265" y="154"/>
                  <a:pt x="265" y="163"/>
                </a:cubicBezTo>
                <a:cubicBezTo>
                  <a:pt x="265" y="172"/>
                  <a:pt x="259" y="180"/>
                  <a:pt x="248" y="180"/>
                </a:cubicBezTo>
                <a:lnTo>
                  <a:pt x="183" y="180"/>
                </a:lnTo>
                <a:cubicBezTo>
                  <a:pt x="172" y="180"/>
                  <a:pt x="164" y="173"/>
                  <a:pt x="164" y="162"/>
                </a:cubicBezTo>
                <a:lnTo>
                  <a:pt x="164" y="23"/>
                </a:lnTo>
                <a:moveTo>
                  <a:pt x="271" y="25"/>
                </a:moveTo>
                <a:cubicBezTo>
                  <a:pt x="271" y="22"/>
                  <a:pt x="270" y="20"/>
                  <a:pt x="270" y="16"/>
                </a:cubicBezTo>
                <a:cubicBezTo>
                  <a:pt x="270" y="8"/>
                  <a:pt x="277" y="0"/>
                  <a:pt x="288" y="0"/>
                </a:cubicBezTo>
                <a:cubicBezTo>
                  <a:pt x="300" y="0"/>
                  <a:pt x="306" y="7"/>
                  <a:pt x="308" y="18"/>
                </a:cubicBezTo>
                <a:lnTo>
                  <a:pt x="329" y="125"/>
                </a:lnTo>
                <a:lnTo>
                  <a:pt x="330" y="125"/>
                </a:lnTo>
                <a:lnTo>
                  <a:pt x="362" y="15"/>
                </a:lnTo>
                <a:cubicBezTo>
                  <a:pt x="365" y="6"/>
                  <a:pt x="373" y="0"/>
                  <a:pt x="382" y="0"/>
                </a:cubicBezTo>
                <a:cubicBezTo>
                  <a:pt x="391" y="0"/>
                  <a:pt x="399" y="6"/>
                  <a:pt x="401" y="15"/>
                </a:cubicBezTo>
                <a:lnTo>
                  <a:pt x="434" y="125"/>
                </a:lnTo>
                <a:lnTo>
                  <a:pt x="455" y="18"/>
                </a:lnTo>
                <a:cubicBezTo>
                  <a:pt x="458" y="7"/>
                  <a:pt x="463" y="0"/>
                  <a:pt x="475" y="0"/>
                </a:cubicBezTo>
                <a:cubicBezTo>
                  <a:pt x="486" y="0"/>
                  <a:pt x="493" y="8"/>
                  <a:pt x="493" y="16"/>
                </a:cubicBezTo>
                <a:cubicBezTo>
                  <a:pt x="493" y="20"/>
                  <a:pt x="493" y="22"/>
                  <a:pt x="492" y="25"/>
                </a:cubicBezTo>
                <a:lnTo>
                  <a:pt x="460" y="162"/>
                </a:lnTo>
                <a:cubicBezTo>
                  <a:pt x="458" y="173"/>
                  <a:pt x="450" y="182"/>
                  <a:pt x="436" y="182"/>
                </a:cubicBezTo>
                <a:cubicBezTo>
                  <a:pt x="423" y="182"/>
                  <a:pt x="414" y="174"/>
                  <a:pt x="411" y="164"/>
                </a:cubicBezTo>
                <a:lnTo>
                  <a:pt x="382" y="67"/>
                </a:lnTo>
                <a:lnTo>
                  <a:pt x="353" y="164"/>
                </a:lnTo>
                <a:cubicBezTo>
                  <a:pt x="350" y="174"/>
                  <a:pt x="340" y="182"/>
                  <a:pt x="328" y="182"/>
                </a:cubicBezTo>
                <a:cubicBezTo>
                  <a:pt x="314" y="182"/>
                  <a:pt x="306" y="173"/>
                  <a:pt x="303" y="162"/>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94" name="TextBox 2693"/>
          <p:cNvSpPr txBox="1"/>
          <p:nvPr/>
        </p:nvSpPr>
        <p:spPr>
          <a:xfrm>
            <a:off x="880920" y="4416120"/>
            <a:ext cx="17136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Special Ed Support</a:t>
            </a:r>
            <a:endParaRPr lang="en-GB" sz="1500" b="0" u="none" strike="noStrike">
              <a:solidFill>
                <a:srgbClr val="000000"/>
              </a:solidFill>
              <a:effectLst/>
              <a:uFillTx/>
              <a:latin typeface="Times New Roman"/>
            </a:endParaRPr>
          </a:p>
        </p:txBody>
      </p:sp>
      <p:sp>
        <p:nvSpPr>
          <p:cNvPr id="2695" name="Freeform: Shape 2694"/>
          <p:cNvSpPr/>
          <p:nvPr/>
        </p:nvSpPr>
        <p:spPr>
          <a:xfrm>
            <a:off x="7286400" y="4429080"/>
            <a:ext cx="190800" cy="190800"/>
          </a:xfrm>
          <a:custGeom>
            <a:avLst/>
            <a:gdLst/>
            <a:ahLst/>
            <a:cxnLst/>
            <a:rect l="0" t="0" r="r" b="b"/>
            <a:pathLst>
              <a:path w="530" h="530">
                <a:moveTo>
                  <a:pt x="530" y="471"/>
                </a:moveTo>
                <a:cubicBezTo>
                  <a:pt x="530" y="503"/>
                  <a:pt x="504" y="530"/>
                  <a:pt x="471" y="530"/>
                </a:cubicBezTo>
                <a:lnTo>
                  <a:pt x="59" y="530"/>
                </a:lnTo>
                <a:cubicBezTo>
                  <a:pt x="26" y="530"/>
                  <a:pt x="0" y="503"/>
                  <a:pt x="0" y="471"/>
                </a:cubicBezTo>
                <a:lnTo>
                  <a:pt x="0" y="58"/>
                </a:lnTo>
                <a:cubicBezTo>
                  <a:pt x="0" y="26"/>
                  <a:pt x="26" y="0"/>
                  <a:pt x="59" y="0"/>
                </a:cubicBezTo>
                <a:lnTo>
                  <a:pt x="471" y="0"/>
                </a:lnTo>
                <a:cubicBezTo>
                  <a:pt x="504" y="0"/>
                  <a:pt x="530" y="26"/>
                  <a:pt x="530" y="58"/>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96" name="Freeform: Shape 2695"/>
          <p:cNvSpPr/>
          <p:nvPr/>
        </p:nvSpPr>
        <p:spPr>
          <a:xfrm>
            <a:off x="7316640" y="4460400"/>
            <a:ext cx="131040" cy="128880"/>
          </a:xfrm>
          <a:custGeom>
            <a:avLst/>
            <a:gdLst/>
            <a:ahLst/>
            <a:cxnLst/>
            <a:rect l="0" t="0" r="r" b="b"/>
            <a:pathLst>
              <a:path w="364" h="358">
                <a:moveTo>
                  <a:pt x="348" y="6"/>
                </a:moveTo>
                <a:cubicBezTo>
                  <a:pt x="331" y="-5"/>
                  <a:pt x="308" y="0"/>
                  <a:pt x="297" y="17"/>
                </a:cubicBezTo>
                <a:lnTo>
                  <a:pt x="136" y="265"/>
                </a:lnTo>
                <a:lnTo>
                  <a:pt x="62" y="195"/>
                </a:lnTo>
                <a:cubicBezTo>
                  <a:pt x="47" y="181"/>
                  <a:pt x="24" y="182"/>
                  <a:pt x="10" y="197"/>
                </a:cubicBezTo>
                <a:cubicBezTo>
                  <a:pt x="-4" y="212"/>
                  <a:pt x="-3" y="235"/>
                  <a:pt x="12" y="250"/>
                </a:cubicBezTo>
                <a:lnTo>
                  <a:pt x="118" y="348"/>
                </a:lnTo>
                <a:cubicBezTo>
                  <a:pt x="125" y="355"/>
                  <a:pt x="134" y="358"/>
                  <a:pt x="143" y="358"/>
                </a:cubicBezTo>
                <a:cubicBezTo>
                  <a:pt x="153" y="358"/>
                  <a:pt x="165" y="354"/>
                  <a:pt x="174" y="341"/>
                </a:cubicBezTo>
                <a:cubicBezTo>
                  <a:pt x="178" y="334"/>
                  <a:pt x="358" y="57"/>
                  <a:pt x="358" y="57"/>
                </a:cubicBezTo>
                <a:cubicBezTo>
                  <a:pt x="369"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697" name="TextBox 2696"/>
          <p:cNvSpPr txBox="1"/>
          <p:nvPr/>
        </p:nvSpPr>
        <p:spPr>
          <a:xfrm>
            <a:off x="4816080" y="441612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698" name="TextBox 2697"/>
          <p:cNvSpPr txBox="1"/>
          <p:nvPr/>
        </p:nvSpPr>
        <p:spPr>
          <a:xfrm>
            <a:off x="8742240" y="4416120"/>
            <a:ext cx="18529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Accessibility options</a:t>
            </a:r>
            <a:endParaRPr lang="en-GB" sz="1500" b="0" u="none" strike="noStrike">
              <a:solidFill>
                <a:srgbClr val="000000"/>
              </a:solidFill>
              <a:effectLst/>
              <a:uFillTx/>
              <a:latin typeface="Times New Roman"/>
            </a:endParaRPr>
          </a:p>
        </p:txBody>
      </p:sp>
      <p:sp>
        <p:nvSpPr>
          <p:cNvPr id="2699" name="Freeform: Shape 2698"/>
          <p:cNvSpPr/>
          <p:nvPr/>
        </p:nvSpPr>
        <p:spPr>
          <a:xfrm>
            <a:off x="4515480" y="4877640"/>
            <a:ext cx="146520" cy="169560"/>
          </a:xfrm>
          <a:custGeom>
            <a:avLst/>
            <a:gdLst/>
            <a:ahLst/>
            <a:cxnLst/>
            <a:rect l="0" t="0" r="r" b="b"/>
            <a:pathLst>
              <a:path w="407" h="471">
                <a:moveTo>
                  <a:pt x="398" y="219"/>
                </a:moveTo>
                <a:lnTo>
                  <a:pt x="267" y="171"/>
                </a:lnTo>
                <a:lnTo>
                  <a:pt x="217" y="11"/>
                </a:lnTo>
                <a:cubicBezTo>
                  <a:pt x="215" y="4"/>
                  <a:pt x="210" y="0"/>
                  <a:pt x="203" y="0"/>
                </a:cubicBezTo>
                <a:cubicBezTo>
                  <a:pt x="197" y="0"/>
                  <a:pt x="191" y="4"/>
                  <a:pt x="189" y="11"/>
                </a:cubicBezTo>
                <a:lnTo>
                  <a:pt x="140" y="171"/>
                </a:lnTo>
                <a:lnTo>
                  <a:pt x="9" y="219"/>
                </a:lnTo>
                <a:cubicBezTo>
                  <a:pt x="4" y="221"/>
                  <a:pt x="0" y="227"/>
                  <a:pt x="0" y="233"/>
                </a:cubicBezTo>
                <a:cubicBezTo>
                  <a:pt x="0" y="239"/>
                  <a:pt x="4" y="244"/>
                  <a:pt x="9" y="247"/>
                </a:cubicBezTo>
                <a:lnTo>
                  <a:pt x="140" y="295"/>
                </a:lnTo>
                <a:lnTo>
                  <a:pt x="189" y="461"/>
                </a:lnTo>
                <a:cubicBezTo>
                  <a:pt x="191" y="467"/>
                  <a:pt x="197" y="471"/>
                  <a:pt x="203" y="471"/>
                </a:cubicBezTo>
                <a:cubicBezTo>
                  <a:pt x="210" y="471"/>
                  <a:pt x="215" y="467"/>
                  <a:pt x="217" y="461"/>
                </a:cubicBezTo>
                <a:lnTo>
                  <a:pt x="267" y="295"/>
                </a:lnTo>
                <a:lnTo>
                  <a:pt x="398" y="247"/>
                </a:lnTo>
                <a:cubicBezTo>
                  <a:pt x="404" y="244"/>
                  <a:pt x="407" y="239"/>
                  <a:pt x="407" y="233"/>
                </a:cubicBezTo>
                <a:cubicBezTo>
                  <a:pt x="407" y="227"/>
                  <a:pt x="404"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00" name="Freeform: Shape 2699"/>
          <p:cNvSpPr/>
          <p:nvPr/>
        </p:nvSpPr>
        <p:spPr>
          <a:xfrm>
            <a:off x="4482000" y="4879440"/>
            <a:ext cx="74160" cy="173160"/>
          </a:xfrm>
          <a:custGeom>
            <a:avLst/>
            <a:gdLst/>
            <a:ahLst/>
            <a:cxnLst/>
            <a:rect l="0" t="0" r="r" b="b"/>
            <a:pathLst>
              <a:path w="206" h="481">
                <a:moveTo>
                  <a:pt x="197" y="377"/>
                </a:moveTo>
                <a:lnTo>
                  <a:pt x="163" y="364"/>
                </a:lnTo>
                <a:lnTo>
                  <a:pt x="149" y="316"/>
                </a:lnTo>
                <a:cubicBezTo>
                  <a:pt x="147" y="309"/>
                  <a:pt x="141" y="305"/>
                  <a:pt x="134" y="305"/>
                </a:cubicBezTo>
                <a:cubicBezTo>
                  <a:pt x="128" y="305"/>
                  <a:pt x="122" y="309"/>
                  <a:pt x="120" y="316"/>
                </a:cubicBezTo>
                <a:lnTo>
                  <a:pt x="107" y="364"/>
                </a:lnTo>
                <a:lnTo>
                  <a:pt x="73" y="377"/>
                </a:lnTo>
                <a:cubicBezTo>
                  <a:pt x="67" y="379"/>
                  <a:pt x="63" y="384"/>
                  <a:pt x="63" y="390"/>
                </a:cubicBezTo>
                <a:cubicBezTo>
                  <a:pt x="63" y="397"/>
                  <a:pt x="67" y="402"/>
                  <a:pt x="73" y="404"/>
                </a:cubicBezTo>
                <a:lnTo>
                  <a:pt x="107" y="417"/>
                </a:lnTo>
                <a:lnTo>
                  <a:pt x="120" y="470"/>
                </a:lnTo>
                <a:cubicBezTo>
                  <a:pt x="122" y="477"/>
                  <a:pt x="128" y="481"/>
                  <a:pt x="134" y="481"/>
                </a:cubicBezTo>
                <a:cubicBezTo>
                  <a:pt x="141" y="481"/>
                  <a:pt x="147" y="477"/>
                  <a:pt x="149" y="470"/>
                </a:cubicBezTo>
                <a:lnTo>
                  <a:pt x="163" y="417"/>
                </a:lnTo>
                <a:lnTo>
                  <a:pt x="197" y="404"/>
                </a:lnTo>
                <a:cubicBezTo>
                  <a:pt x="203" y="402"/>
                  <a:pt x="206" y="397"/>
                  <a:pt x="206" y="390"/>
                </a:cubicBezTo>
                <a:cubicBezTo>
                  <a:pt x="206" y="384"/>
                  <a:pt x="203" y="379"/>
                  <a:pt x="197" y="377"/>
                </a:cubicBezTo>
                <a:moveTo>
                  <a:pt x="132" y="57"/>
                </a:moveTo>
                <a:lnTo>
                  <a:pt x="97" y="44"/>
                </a:lnTo>
                <a:lnTo>
                  <a:pt x="84" y="10"/>
                </a:lnTo>
                <a:cubicBezTo>
                  <a:pt x="82" y="4"/>
                  <a:pt x="77" y="0"/>
                  <a:pt x="71" y="0"/>
                </a:cubicBezTo>
                <a:cubicBezTo>
                  <a:pt x="64" y="0"/>
                  <a:pt x="59" y="4"/>
                  <a:pt x="57" y="10"/>
                </a:cubicBezTo>
                <a:lnTo>
                  <a:pt x="44" y="44"/>
                </a:lnTo>
                <a:lnTo>
                  <a:pt x="9" y="57"/>
                </a:lnTo>
                <a:cubicBezTo>
                  <a:pt x="3" y="59"/>
                  <a:pt x="0" y="65"/>
                  <a:pt x="0" y="71"/>
                </a:cubicBezTo>
                <a:cubicBezTo>
                  <a:pt x="0" y="77"/>
                  <a:pt x="3" y="83"/>
                  <a:pt x="9" y="85"/>
                </a:cubicBezTo>
                <a:lnTo>
                  <a:pt x="44" y="98"/>
                </a:lnTo>
                <a:lnTo>
                  <a:pt x="57" y="133"/>
                </a:lnTo>
                <a:cubicBezTo>
                  <a:pt x="59" y="139"/>
                  <a:pt x="64" y="143"/>
                  <a:pt x="71" y="143"/>
                </a:cubicBezTo>
                <a:cubicBezTo>
                  <a:pt x="77" y="143"/>
                  <a:pt x="82" y="139"/>
                  <a:pt x="84" y="133"/>
                </a:cubicBezTo>
                <a:lnTo>
                  <a:pt x="97" y="98"/>
                </a:lnTo>
                <a:lnTo>
                  <a:pt x="132" y="85"/>
                </a:lnTo>
                <a:cubicBezTo>
                  <a:pt x="138" y="83"/>
                  <a:pt x="142" y="77"/>
                  <a:pt x="142" y="71"/>
                </a:cubicBezTo>
                <a:cubicBezTo>
                  <a:pt x="142" y="65"/>
                  <a:pt x="138" y="59"/>
                  <a:pt x="132"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01" name="TextBox 2700"/>
          <p:cNvSpPr txBox="1"/>
          <p:nvPr/>
        </p:nvSpPr>
        <p:spPr>
          <a:xfrm>
            <a:off x="880920" y="4854240"/>
            <a:ext cx="11026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Order Notes</a:t>
            </a:r>
            <a:endParaRPr lang="en-GB" sz="1500" b="0" u="none" strike="noStrike">
              <a:solidFill>
                <a:srgbClr val="000000"/>
              </a:solidFill>
              <a:effectLst/>
              <a:uFillTx/>
              <a:latin typeface="Times New Roman"/>
            </a:endParaRPr>
          </a:p>
        </p:txBody>
      </p:sp>
      <p:sp>
        <p:nvSpPr>
          <p:cNvPr id="2702" name="Freeform: Shape 2701"/>
          <p:cNvSpPr/>
          <p:nvPr/>
        </p:nvSpPr>
        <p:spPr>
          <a:xfrm>
            <a:off x="7286400" y="4867200"/>
            <a:ext cx="190800" cy="190800"/>
          </a:xfrm>
          <a:custGeom>
            <a:avLst/>
            <a:gdLst/>
            <a:ahLst/>
            <a:cxnLst/>
            <a:rect l="0" t="0" r="r" b="b"/>
            <a:pathLst>
              <a:path w="530" h="530">
                <a:moveTo>
                  <a:pt x="530" y="470"/>
                </a:moveTo>
                <a:cubicBezTo>
                  <a:pt x="530" y="504"/>
                  <a:pt x="504" y="530"/>
                  <a:pt x="471" y="530"/>
                </a:cubicBezTo>
                <a:lnTo>
                  <a:pt x="59" y="530"/>
                </a:lnTo>
                <a:cubicBezTo>
                  <a:pt x="26" y="530"/>
                  <a:pt x="0" y="504"/>
                  <a:pt x="0" y="470"/>
                </a:cubicBezTo>
                <a:lnTo>
                  <a:pt x="0" y="59"/>
                </a:lnTo>
                <a:cubicBezTo>
                  <a:pt x="0" y="26"/>
                  <a:pt x="26" y="0"/>
                  <a:pt x="59" y="0"/>
                </a:cubicBezTo>
                <a:lnTo>
                  <a:pt x="471" y="0"/>
                </a:lnTo>
                <a:cubicBezTo>
                  <a:pt x="504" y="0"/>
                  <a:pt x="530" y="26"/>
                  <a:pt x="530" y="59"/>
                </a:cubicBezTo>
                <a:lnTo>
                  <a:pt x="530" y="470"/>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03" name="Freeform: Shape 2702"/>
          <p:cNvSpPr/>
          <p:nvPr/>
        </p:nvSpPr>
        <p:spPr>
          <a:xfrm>
            <a:off x="7316640" y="4898520"/>
            <a:ext cx="131040" cy="128880"/>
          </a:xfrm>
          <a:custGeom>
            <a:avLst/>
            <a:gdLst/>
            <a:ahLst/>
            <a:cxnLst/>
            <a:rect l="0" t="0" r="r" b="b"/>
            <a:pathLst>
              <a:path w="364" h="358">
                <a:moveTo>
                  <a:pt x="348" y="6"/>
                </a:moveTo>
                <a:cubicBezTo>
                  <a:pt x="331" y="-5"/>
                  <a:pt x="308" y="0"/>
                  <a:pt x="297" y="17"/>
                </a:cubicBezTo>
                <a:lnTo>
                  <a:pt x="136" y="265"/>
                </a:lnTo>
                <a:lnTo>
                  <a:pt x="62" y="196"/>
                </a:lnTo>
                <a:cubicBezTo>
                  <a:pt x="47" y="183"/>
                  <a:pt x="24" y="183"/>
                  <a:pt x="10" y="198"/>
                </a:cubicBezTo>
                <a:cubicBezTo>
                  <a:pt x="-4" y="213"/>
                  <a:pt x="-3" y="237"/>
                  <a:pt x="12" y="250"/>
                </a:cubicBezTo>
                <a:lnTo>
                  <a:pt x="118" y="348"/>
                </a:lnTo>
                <a:cubicBezTo>
                  <a:pt x="125" y="355"/>
                  <a:pt x="134" y="358"/>
                  <a:pt x="143" y="358"/>
                </a:cubicBezTo>
                <a:cubicBezTo>
                  <a:pt x="153" y="358"/>
                  <a:pt x="165" y="354"/>
                  <a:pt x="174" y="341"/>
                </a:cubicBezTo>
                <a:cubicBezTo>
                  <a:pt x="178" y="334"/>
                  <a:pt x="358" y="57"/>
                  <a:pt x="358" y="57"/>
                </a:cubicBezTo>
                <a:cubicBezTo>
                  <a:pt x="369"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04" name="TextBox 2703"/>
          <p:cNvSpPr txBox="1"/>
          <p:nvPr/>
        </p:nvSpPr>
        <p:spPr>
          <a:xfrm>
            <a:off x="4674240" y="485424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2705" name="TextBox 2704"/>
          <p:cNvSpPr txBox="1"/>
          <p:nvPr/>
        </p:nvSpPr>
        <p:spPr>
          <a:xfrm>
            <a:off x="8742240" y="4854240"/>
            <a:ext cx="1433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Customer notes</a:t>
            </a:r>
            <a:endParaRPr lang="en-GB" sz="1500" b="0" u="none" strike="noStrike">
              <a:solidFill>
                <a:srgbClr val="000000"/>
              </a:solidFill>
              <a:effectLst/>
              <a:uFillTx/>
              <a:latin typeface="Times New Roman"/>
            </a:endParaRPr>
          </a:p>
        </p:txBody>
      </p:sp>
      <p:sp>
        <p:nvSpPr>
          <p:cNvPr id="2706" name="Freeform: Shape 2705"/>
          <p:cNvSpPr/>
          <p:nvPr/>
        </p:nvSpPr>
        <p:spPr>
          <a:xfrm>
            <a:off x="4619520" y="5295600"/>
            <a:ext cx="190800" cy="190800"/>
          </a:xfrm>
          <a:custGeom>
            <a:avLst/>
            <a:gdLst/>
            <a:ahLst/>
            <a:cxnLst/>
            <a:rect l="0" t="0" r="r" b="b"/>
            <a:pathLst>
              <a:path w="530" h="530">
                <a:moveTo>
                  <a:pt x="530" y="472"/>
                </a:moveTo>
                <a:cubicBezTo>
                  <a:pt x="530" y="504"/>
                  <a:pt x="504" y="530"/>
                  <a:pt x="471" y="530"/>
                </a:cubicBezTo>
                <a:lnTo>
                  <a:pt x="59" y="530"/>
                </a:lnTo>
                <a:cubicBezTo>
                  <a:pt x="26" y="530"/>
                  <a:pt x="0" y="504"/>
                  <a:pt x="0" y="472"/>
                </a:cubicBezTo>
                <a:lnTo>
                  <a:pt x="0" y="59"/>
                </a:lnTo>
                <a:cubicBezTo>
                  <a:pt x="0" y="27"/>
                  <a:pt x="26" y="0"/>
                  <a:pt x="59" y="0"/>
                </a:cubicBezTo>
                <a:lnTo>
                  <a:pt x="471" y="0"/>
                </a:lnTo>
                <a:cubicBezTo>
                  <a:pt x="504" y="0"/>
                  <a:pt x="530" y="27"/>
                  <a:pt x="530" y="59"/>
                </a:cubicBezTo>
                <a:lnTo>
                  <a:pt x="530" y="472"/>
                </a:lnTo>
                <a:close/>
              </a:path>
            </a:pathLst>
          </a:custGeom>
          <a:solidFill>
            <a:srgbClr val="3B88C3"/>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707" name="Freeform: Shape 2706"/>
          <p:cNvSpPr/>
          <p:nvPr/>
        </p:nvSpPr>
        <p:spPr>
          <a:xfrm>
            <a:off x="4627440" y="5358240"/>
            <a:ext cx="177480" cy="65520"/>
          </a:xfrm>
          <a:custGeom>
            <a:avLst/>
            <a:gdLst/>
            <a:ahLst/>
            <a:cxnLst/>
            <a:rect l="0" t="0" r="r" b="b"/>
            <a:pathLst>
              <a:path w="493" h="182">
                <a:moveTo>
                  <a:pt x="19" y="0"/>
                </a:moveTo>
                <a:cubicBezTo>
                  <a:pt x="24" y="0"/>
                  <a:pt x="31" y="3"/>
                  <a:pt x="35" y="8"/>
                </a:cubicBezTo>
                <a:lnTo>
                  <a:pt x="114" y="114"/>
                </a:lnTo>
                <a:lnTo>
                  <a:pt x="114" y="19"/>
                </a:lnTo>
                <a:cubicBezTo>
                  <a:pt x="114" y="7"/>
                  <a:pt x="122" y="0"/>
                  <a:pt x="133" y="0"/>
                </a:cubicBezTo>
                <a:cubicBezTo>
                  <a:pt x="144" y="0"/>
                  <a:pt x="152" y="7"/>
                  <a:pt x="152" y="19"/>
                </a:cubicBezTo>
                <a:lnTo>
                  <a:pt x="152" y="162"/>
                </a:lnTo>
                <a:cubicBezTo>
                  <a:pt x="152" y="175"/>
                  <a:pt x="144" y="182"/>
                  <a:pt x="133" y="182"/>
                </a:cubicBezTo>
                <a:cubicBezTo>
                  <a:pt x="128" y="182"/>
                  <a:pt x="121" y="178"/>
                  <a:pt x="117" y="173"/>
                </a:cubicBezTo>
                <a:lnTo>
                  <a:pt x="38" y="68"/>
                </a:lnTo>
                <a:lnTo>
                  <a:pt x="38" y="162"/>
                </a:lnTo>
                <a:cubicBezTo>
                  <a:pt x="38" y="175"/>
                  <a:pt x="30" y="182"/>
                  <a:pt x="19" y="182"/>
                </a:cubicBezTo>
                <a:cubicBezTo>
                  <a:pt x="8" y="182"/>
                  <a:pt x="0" y="175"/>
                  <a:pt x="0" y="162"/>
                </a:cubicBezTo>
                <a:lnTo>
                  <a:pt x="0" y="19"/>
                </a:lnTo>
                <a:cubicBezTo>
                  <a:pt x="0" y="7"/>
                  <a:pt x="8" y="0"/>
                  <a:pt x="19" y="0"/>
                </a:cubicBezTo>
                <a:moveTo>
                  <a:pt x="164" y="23"/>
                </a:moveTo>
                <a:cubicBezTo>
                  <a:pt x="164" y="10"/>
                  <a:pt x="170" y="1"/>
                  <a:pt x="183" y="1"/>
                </a:cubicBezTo>
                <a:lnTo>
                  <a:pt x="245" y="1"/>
                </a:lnTo>
                <a:cubicBezTo>
                  <a:pt x="257" y="1"/>
                  <a:pt x="263" y="10"/>
                  <a:pt x="263" y="18"/>
                </a:cubicBezTo>
                <a:cubicBezTo>
                  <a:pt x="263" y="27"/>
                  <a:pt x="257" y="36"/>
                  <a:pt x="245" y="36"/>
                </a:cubicBezTo>
                <a:lnTo>
                  <a:pt x="201" y="36"/>
                </a:lnTo>
                <a:lnTo>
                  <a:pt x="201" y="72"/>
                </a:lnTo>
                <a:lnTo>
                  <a:pt x="242" y="72"/>
                </a:lnTo>
                <a:cubicBezTo>
                  <a:pt x="255" y="72"/>
                  <a:pt x="261" y="81"/>
                  <a:pt x="261" y="89"/>
                </a:cubicBezTo>
                <a:cubicBezTo>
                  <a:pt x="261" y="98"/>
                  <a:pt x="254" y="107"/>
                  <a:pt x="242" y="107"/>
                </a:cubicBezTo>
                <a:lnTo>
                  <a:pt x="201" y="107"/>
                </a:lnTo>
                <a:lnTo>
                  <a:pt x="201" y="145"/>
                </a:lnTo>
                <a:lnTo>
                  <a:pt x="248" y="145"/>
                </a:lnTo>
                <a:cubicBezTo>
                  <a:pt x="260" y="145"/>
                  <a:pt x="265" y="154"/>
                  <a:pt x="265" y="163"/>
                </a:cubicBezTo>
                <a:cubicBezTo>
                  <a:pt x="265" y="171"/>
                  <a:pt x="259" y="180"/>
                  <a:pt x="248" y="180"/>
                </a:cubicBezTo>
                <a:lnTo>
                  <a:pt x="183" y="180"/>
                </a:lnTo>
                <a:cubicBezTo>
                  <a:pt x="172" y="180"/>
                  <a:pt x="164" y="173"/>
                  <a:pt x="164" y="161"/>
                </a:cubicBezTo>
                <a:lnTo>
                  <a:pt x="164" y="23"/>
                </a:lnTo>
                <a:moveTo>
                  <a:pt x="271" y="25"/>
                </a:moveTo>
                <a:cubicBezTo>
                  <a:pt x="271" y="21"/>
                  <a:pt x="270" y="20"/>
                  <a:pt x="270" y="16"/>
                </a:cubicBezTo>
                <a:cubicBezTo>
                  <a:pt x="270" y="8"/>
                  <a:pt x="277" y="0"/>
                  <a:pt x="288" y="0"/>
                </a:cubicBezTo>
                <a:cubicBezTo>
                  <a:pt x="300" y="0"/>
                  <a:pt x="306" y="7"/>
                  <a:pt x="308" y="18"/>
                </a:cubicBezTo>
                <a:lnTo>
                  <a:pt x="329" y="124"/>
                </a:lnTo>
                <a:lnTo>
                  <a:pt x="330" y="124"/>
                </a:lnTo>
                <a:lnTo>
                  <a:pt x="362" y="14"/>
                </a:lnTo>
                <a:cubicBezTo>
                  <a:pt x="365" y="5"/>
                  <a:pt x="373" y="0"/>
                  <a:pt x="382" y="0"/>
                </a:cubicBezTo>
                <a:cubicBezTo>
                  <a:pt x="391" y="0"/>
                  <a:pt x="399" y="5"/>
                  <a:pt x="401" y="14"/>
                </a:cubicBezTo>
                <a:lnTo>
                  <a:pt x="434" y="124"/>
                </a:lnTo>
                <a:lnTo>
                  <a:pt x="455" y="18"/>
                </a:lnTo>
                <a:cubicBezTo>
                  <a:pt x="458" y="7"/>
                  <a:pt x="463" y="0"/>
                  <a:pt x="475" y="0"/>
                </a:cubicBezTo>
                <a:cubicBezTo>
                  <a:pt x="486" y="0"/>
                  <a:pt x="493" y="8"/>
                  <a:pt x="493" y="16"/>
                </a:cubicBezTo>
                <a:cubicBezTo>
                  <a:pt x="493" y="20"/>
                  <a:pt x="493" y="21"/>
                  <a:pt x="492" y="25"/>
                </a:cubicBezTo>
                <a:lnTo>
                  <a:pt x="460" y="162"/>
                </a:lnTo>
                <a:cubicBezTo>
                  <a:pt x="458" y="173"/>
                  <a:pt x="450" y="182"/>
                  <a:pt x="436" y="182"/>
                </a:cubicBezTo>
                <a:cubicBezTo>
                  <a:pt x="423" y="182"/>
                  <a:pt x="414" y="174"/>
                  <a:pt x="411" y="163"/>
                </a:cubicBezTo>
                <a:lnTo>
                  <a:pt x="382" y="66"/>
                </a:lnTo>
                <a:lnTo>
                  <a:pt x="353" y="163"/>
                </a:lnTo>
                <a:cubicBezTo>
                  <a:pt x="350" y="174"/>
                  <a:pt x="340" y="182"/>
                  <a:pt x="328" y="182"/>
                </a:cubicBezTo>
                <a:cubicBezTo>
                  <a:pt x="314" y="182"/>
                  <a:pt x="306" y="173"/>
                  <a:pt x="303" y="162"/>
                </a:cubicBezTo>
                <a:lnTo>
                  <a:pt x="271" y="25"/>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08" name="TextBox 2707"/>
          <p:cNvSpPr txBox="1"/>
          <p:nvPr/>
        </p:nvSpPr>
        <p:spPr>
          <a:xfrm>
            <a:off x="880920" y="5282640"/>
            <a:ext cx="1864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Product Preferences</a:t>
            </a:r>
            <a:endParaRPr lang="en-GB" sz="1500" b="0" u="none" strike="noStrike">
              <a:solidFill>
                <a:srgbClr val="000000"/>
              </a:solidFill>
              <a:effectLst/>
              <a:uFillTx/>
              <a:latin typeface="Times New Roman"/>
            </a:endParaRPr>
          </a:p>
        </p:txBody>
      </p:sp>
      <p:sp>
        <p:nvSpPr>
          <p:cNvPr id="2709" name="Freeform: Shape 2708"/>
          <p:cNvSpPr/>
          <p:nvPr/>
        </p:nvSpPr>
        <p:spPr>
          <a:xfrm>
            <a:off x="7286400" y="5295600"/>
            <a:ext cx="190800" cy="190800"/>
          </a:xfrm>
          <a:custGeom>
            <a:avLst/>
            <a:gdLst/>
            <a:ahLst/>
            <a:cxnLst/>
            <a:rect l="0" t="0" r="r" b="b"/>
            <a:pathLst>
              <a:path w="530" h="530">
                <a:moveTo>
                  <a:pt x="530" y="472"/>
                </a:moveTo>
                <a:cubicBezTo>
                  <a:pt x="530" y="504"/>
                  <a:pt x="504" y="530"/>
                  <a:pt x="471" y="530"/>
                </a:cubicBezTo>
                <a:lnTo>
                  <a:pt x="59" y="530"/>
                </a:lnTo>
                <a:cubicBezTo>
                  <a:pt x="26" y="530"/>
                  <a:pt x="0" y="504"/>
                  <a:pt x="0" y="472"/>
                </a:cubicBezTo>
                <a:lnTo>
                  <a:pt x="0" y="59"/>
                </a:lnTo>
                <a:cubicBezTo>
                  <a:pt x="0" y="27"/>
                  <a:pt x="26" y="0"/>
                  <a:pt x="59" y="0"/>
                </a:cubicBezTo>
                <a:lnTo>
                  <a:pt x="471" y="0"/>
                </a:lnTo>
                <a:cubicBezTo>
                  <a:pt x="504" y="0"/>
                  <a:pt x="530" y="27"/>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10" name="Freeform: Shape 2709"/>
          <p:cNvSpPr/>
          <p:nvPr/>
        </p:nvSpPr>
        <p:spPr>
          <a:xfrm>
            <a:off x="7316640" y="5327280"/>
            <a:ext cx="131040" cy="128880"/>
          </a:xfrm>
          <a:custGeom>
            <a:avLst/>
            <a:gdLst/>
            <a:ahLst/>
            <a:cxnLst/>
            <a:rect l="0" t="0" r="r" b="b"/>
            <a:pathLst>
              <a:path w="364" h="358">
                <a:moveTo>
                  <a:pt x="348" y="6"/>
                </a:moveTo>
                <a:cubicBezTo>
                  <a:pt x="331" y="-5"/>
                  <a:pt x="308" y="0"/>
                  <a:pt x="297" y="17"/>
                </a:cubicBezTo>
                <a:lnTo>
                  <a:pt x="136" y="263"/>
                </a:lnTo>
                <a:lnTo>
                  <a:pt x="62" y="195"/>
                </a:lnTo>
                <a:cubicBezTo>
                  <a:pt x="47" y="181"/>
                  <a:pt x="24" y="182"/>
                  <a:pt x="10" y="197"/>
                </a:cubicBezTo>
                <a:cubicBezTo>
                  <a:pt x="-4" y="212"/>
                  <a:pt x="-3" y="235"/>
                  <a:pt x="12" y="249"/>
                </a:cubicBezTo>
                <a:lnTo>
                  <a:pt x="118" y="348"/>
                </a:lnTo>
                <a:cubicBezTo>
                  <a:pt x="125" y="354"/>
                  <a:pt x="134" y="358"/>
                  <a:pt x="143" y="358"/>
                </a:cubicBezTo>
                <a:cubicBezTo>
                  <a:pt x="153" y="358"/>
                  <a:pt x="165" y="354"/>
                  <a:pt x="174" y="341"/>
                </a:cubicBezTo>
                <a:cubicBezTo>
                  <a:pt x="178" y="333"/>
                  <a:pt x="358" y="57"/>
                  <a:pt x="358" y="57"/>
                </a:cubicBezTo>
                <a:cubicBezTo>
                  <a:pt x="369"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11" name="TextBox 2710"/>
          <p:cNvSpPr txBox="1"/>
          <p:nvPr/>
        </p:nvSpPr>
        <p:spPr>
          <a:xfrm>
            <a:off x="4816080" y="5282640"/>
            <a:ext cx="464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New</a:t>
            </a:r>
            <a:endParaRPr lang="en-GB" sz="1500" b="0" u="none" strike="noStrike">
              <a:solidFill>
                <a:srgbClr val="000000"/>
              </a:solidFill>
              <a:effectLst/>
              <a:uFillTx/>
              <a:latin typeface="Times New Roman"/>
            </a:endParaRPr>
          </a:p>
        </p:txBody>
      </p:sp>
      <p:sp>
        <p:nvSpPr>
          <p:cNvPr id="2712" name="TextBox 2711"/>
          <p:cNvSpPr txBox="1"/>
          <p:nvPr/>
        </p:nvSpPr>
        <p:spPr>
          <a:xfrm>
            <a:off x="8742240" y="5282640"/>
            <a:ext cx="12243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Itemspecific</a:t>
            </a:r>
            <a:endParaRPr lang="en-GB" sz="1500" b="0" u="none" strike="noStrike">
              <a:solidFill>
                <a:srgbClr val="000000"/>
              </a:solidFill>
              <a:effectLst/>
              <a:uFillTx/>
              <a:latin typeface="Times New Roman"/>
            </a:endParaRPr>
          </a:p>
        </p:txBody>
      </p:sp>
      <p:sp>
        <p:nvSpPr>
          <p:cNvPr id="2713" name="Freeform: Shape 2712"/>
          <p:cNvSpPr/>
          <p:nvPr/>
        </p:nvSpPr>
        <p:spPr>
          <a:xfrm>
            <a:off x="4515480" y="5734800"/>
            <a:ext cx="146520" cy="169920"/>
          </a:xfrm>
          <a:custGeom>
            <a:avLst/>
            <a:gdLst/>
            <a:ahLst/>
            <a:cxnLst/>
            <a:rect l="0" t="0" r="r" b="b"/>
            <a:pathLst>
              <a:path w="407" h="472">
                <a:moveTo>
                  <a:pt x="398" y="219"/>
                </a:moveTo>
                <a:lnTo>
                  <a:pt x="267" y="171"/>
                </a:lnTo>
                <a:lnTo>
                  <a:pt x="217" y="11"/>
                </a:lnTo>
                <a:cubicBezTo>
                  <a:pt x="215" y="5"/>
                  <a:pt x="210" y="0"/>
                  <a:pt x="203" y="0"/>
                </a:cubicBezTo>
                <a:cubicBezTo>
                  <a:pt x="197" y="0"/>
                  <a:pt x="191" y="5"/>
                  <a:pt x="189" y="11"/>
                </a:cubicBezTo>
                <a:lnTo>
                  <a:pt x="140" y="171"/>
                </a:lnTo>
                <a:lnTo>
                  <a:pt x="9" y="219"/>
                </a:lnTo>
                <a:cubicBezTo>
                  <a:pt x="4" y="221"/>
                  <a:pt x="0" y="227"/>
                  <a:pt x="0" y="233"/>
                </a:cubicBezTo>
                <a:cubicBezTo>
                  <a:pt x="0" y="239"/>
                  <a:pt x="4" y="245"/>
                  <a:pt x="9" y="247"/>
                </a:cubicBezTo>
                <a:lnTo>
                  <a:pt x="140" y="296"/>
                </a:lnTo>
                <a:lnTo>
                  <a:pt x="189" y="461"/>
                </a:lnTo>
                <a:cubicBezTo>
                  <a:pt x="191" y="467"/>
                  <a:pt x="197" y="472"/>
                  <a:pt x="203" y="472"/>
                </a:cubicBezTo>
                <a:cubicBezTo>
                  <a:pt x="210" y="472"/>
                  <a:pt x="215" y="467"/>
                  <a:pt x="217" y="461"/>
                </a:cubicBezTo>
                <a:lnTo>
                  <a:pt x="267" y="296"/>
                </a:lnTo>
                <a:lnTo>
                  <a:pt x="398" y="247"/>
                </a:lnTo>
                <a:cubicBezTo>
                  <a:pt x="404" y="245"/>
                  <a:pt x="407" y="239"/>
                  <a:pt x="407" y="233"/>
                </a:cubicBezTo>
                <a:cubicBezTo>
                  <a:pt x="407" y="227"/>
                  <a:pt x="404"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14" name="Freeform: Shape 2713"/>
          <p:cNvSpPr/>
          <p:nvPr/>
        </p:nvSpPr>
        <p:spPr>
          <a:xfrm>
            <a:off x="4482000" y="5736600"/>
            <a:ext cx="74160" cy="173160"/>
          </a:xfrm>
          <a:custGeom>
            <a:avLst/>
            <a:gdLst/>
            <a:ahLst/>
            <a:cxnLst/>
            <a:rect l="0" t="0" r="r" b="b"/>
            <a:pathLst>
              <a:path w="206" h="481">
                <a:moveTo>
                  <a:pt x="197" y="377"/>
                </a:moveTo>
                <a:lnTo>
                  <a:pt x="163" y="364"/>
                </a:lnTo>
                <a:lnTo>
                  <a:pt x="149" y="316"/>
                </a:lnTo>
                <a:cubicBezTo>
                  <a:pt x="147" y="309"/>
                  <a:pt x="141" y="305"/>
                  <a:pt x="134" y="305"/>
                </a:cubicBezTo>
                <a:cubicBezTo>
                  <a:pt x="128" y="305"/>
                  <a:pt x="122" y="309"/>
                  <a:pt x="120" y="316"/>
                </a:cubicBezTo>
                <a:lnTo>
                  <a:pt x="107" y="364"/>
                </a:lnTo>
                <a:lnTo>
                  <a:pt x="73" y="377"/>
                </a:lnTo>
                <a:cubicBezTo>
                  <a:pt x="67" y="379"/>
                  <a:pt x="63" y="385"/>
                  <a:pt x="63" y="391"/>
                </a:cubicBezTo>
                <a:cubicBezTo>
                  <a:pt x="63" y="397"/>
                  <a:pt x="67" y="402"/>
                  <a:pt x="73" y="405"/>
                </a:cubicBezTo>
                <a:lnTo>
                  <a:pt x="107" y="417"/>
                </a:lnTo>
                <a:lnTo>
                  <a:pt x="120" y="470"/>
                </a:lnTo>
                <a:cubicBezTo>
                  <a:pt x="122" y="477"/>
                  <a:pt x="128" y="481"/>
                  <a:pt x="134" y="481"/>
                </a:cubicBezTo>
                <a:cubicBezTo>
                  <a:pt x="141" y="481"/>
                  <a:pt x="147" y="477"/>
                  <a:pt x="149" y="470"/>
                </a:cubicBezTo>
                <a:lnTo>
                  <a:pt x="163" y="417"/>
                </a:lnTo>
                <a:lnTo>
                  <a:pt x="197" y="405"/>
                </a:lnTo>
                <a:cubicBezTo>
                  <a:pt x="203" y="402"/>
                  <a:pt x="206" y="397"/>
                  <a:pt x="206" y="391"/>
                </a:cubicBezTo>
                <a:cubicBezTo>
                  <a:pt x="206" y="385"/>
                  <a:pt x="203" y="379"/>
                  <a:pt x="197" y="377"/>
                </a:cubicBezTo>
                <a:moveTo>
                  <a:pt x="132" y="58"/>
                </a:moveTo>
                <a:lnTo>
                  <a:pt x="97" y="45"/>
                </a:lnTo>
                <a:lnTo>
                  <a:pt x="84" y="10"/>
                </a:lnTo>
                <a:cubicBezTo>
                  <a:pt x="82" y="4"/>
                  <a:pt x="77" y="0"/>
                  <a:pt x="71" y="0"/>
                </a:cubicBezTo>
                <a:cubicBezTo>
                  <a:pt x="64" y="0"/>
                  <a:pt x="59" y="4"/>
                  <a:pt x="57" y="10"/>
                </a:cubicBezTo>
                <a:lnTo>
                  <a:pt x="44" y="45"/>
                </a:lnTo>
                <a:lnTo>
                  <a:pt x="9" y="58"/>
                </a:lnTo>
                <a:cubicBezTo>
                  <a:pt x="3" y="60"/>
                  <a:pt x="0" y="65"/>
                  <a:pt x="0" y="71"/>
                </a:cubicBezTo>
                <a:cubicBezTo>
                  <a:pt x="0" y="77"/>
                  <a:pt x="3" y="83"/>
                  <a:pt x="9" y="85"/>
                </a:cubicBezTo>
                <a:lnTo>
                  <a:pt x="44" y="98"/>
                </a:lnTo>
                <a:lnTo>
                  <a:pt x="57" y="133"/>
                </a:lnTo>
                <a:cubicBezTo>
                  <a:pt x="59" y="139"/>
                  <a:pt x="64" y="142"/>
                  <a:pt x="71" y="142"/>
                </a:cubicBezTo>
                <a:cubicBezTo>
                  <a:pt x="77" y="142"/>
                  <a:pt x="82" y="139"/>
                  <a:pt x="84" y="133"/>
                </a:cubicBezTo>
                <a:lnTo>
                  <a:pt x="97" y="98"/>
                </a:lnTo>
                <a:lnTo>
                  <a:pt x="132" y="85"/>
                </a:lnTo>
                <a:cubicBezTo>
                  <a:pt x="138" y="83"/>
                  <a:pt x="142" y="77"/>
                  <a:pt x="142" y="71"/>
                </a:cubicBezTo>
                <a:cubicBezTo>
                  <a:pt x="142" y="65"/>
                  <a:pt x="138" y="60"/>
                  <a:pt x="132"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15" name="TextBox 2714"/>
          <p:cNvSpPr txBox="1"/>
          <p:nvPr/>
        </p:nvSpPr>
        <p:spPr>
          <a:xfrm>
            <a:off x="880920" y="5711400"/>
            <a:ext cx="18777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Credit Card Payment</a:t>
            </a:r>
            <a:endParaRPr lang="en-GB" sz="1500" b="0" u="none" strike="noStrike">
              <a:solidFill>
                <a:srgbClr val="000000"/>
              </a:solidFill>
              <a:effectLst/>
              <a:uFillTx/>
              <a:latin typeface="Times New Roman"/>
            </a:endParaRPr>
          </a:p>
        </p:txBody>
      </p:sp>
      <p:sp>
        <p:nvSpPr>
          <p:cNvPr id="2716" name="Freeform: Shape 2715"/>
          <p:cNvSpPr/>
          <p:nvPr/>
        </p:nvSpPr>
        <p:spPr>
          <a:xfrm>
            <a:off x="6914880" y="5724360"/>
            <a:ext cx="190800" cy="190800"/>
          </a:xfrm>
          <a:custGeom>
            <a:avLst/>
            <a:gdLst/>
            <a:ahLst/>
            <a:cxnLst/>
            <a:rect l="0" t="0" r="r" b="b"/>
            <a:pathLst>
              <a:path w="530" h="530">
                <a:moveTo>
                  <a:pt x="530" y="266"/>
                </a:moveTo>
                <a:cubicBezTo>
                  <a:pt x="530" y="412"/>
                  <a:pt x="412" y="530"/>
                  <a:pt x="266" y="530"/>
                </a:cubicBezTo>
                <a:cubicBezTo>
                  <a:pt x="120" y="530"/>
                  <a:pt x="0" y="412"/>
                  <a:pt x="0" y="266"/>
                </a:cubicBezTo>
                <a:cubicBezTo>
                  <a:pt x="0" y="118"/>
                  <a:pt x="120" y="0"/>
                  <a:pt x="266" y="0"/>
                </a:cubicBezTo>
                <a:cubicBezTo>
                  <a:pt x="412" y="0"/>
                  <a:pt x="530" y="118"/>
                  <a:pt x="530" y="266"/>
                </a:cubicBezTo>
                <a:close/>
              </a:path>
            </a:pathLst>
          </a:custGeom>
          <a:solidFill>
            <a:srgbClr val="BE1931"/>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717" name="Freeform: Shape 2716"/>
          <p:cNvSpPr/>
          <p:nvPr/>
        </p:nvSpPr>
        <p:spPr>
          <a:xfrm>
            <a:off x="6936120" y="5798520"/>
            <a:ext cx="148680" cy="42480"/>
          </a:xfrm>
          <a:custGeom>
            <a:avLst/>
            <a:gdLst/>
            <a:ahLst/>
            <a:cxnLst/>
            <a:rect l="0" t="0" r="r" b="b"/>
            <a:pathLst>
              <a:path w="413" h="118">
                <a:moveTo>
                  <a:pt x="413" y="88"/>
                </a:moveTo>
                <a:cubicBezTo>
                  <a:pt x="413" y="105"/>
                  <a:pt x="399" y="118"/>
                  <a:pt x="383" y="118"/>
                </a:cubicBezTo>
                <a:lnTo>
                  <a:pt x="29" y="118"/>
                </a:lnTo>
                <a:cubicBezTo>
                  <a:pt x="13" y="118"/>
                  <a:pt x="0" y="105"/>
                  <a:pt x="0" y="88"/>
                </a:cubicBezTo>
                <a:lnTo>
                  <a:pt x="0" y="29"/>
                </a:lnTo>
                <a:cubicBezTo>
                  <a:pt x="0" y="13"/>
                  <a:pt x="13" y="0"/>
                  <a:pt x="29" y="0"/>
                </a:cubicBezTo>
                <a:lnTo>
                  <a:pt x="383" y="0"/>
                </a:lnTo>
                <a:cubicBezTo>
                  <a:pt x="399" y="0"/>
                  <a:pt x="413" y="13"/>
                  <a:pt x="413" y="29"/>
                </a:cubicBezTo>
                <a:lnTo>
                  <a:pt x="413" y="88"/>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18" name="TextBox 2717"/>
          <p:cNvSpPr txBox="1"/>
          <p:nvPr/>
        </p:nvSpPr>
        <p:spPr>
          <a:xfrm>
            <a:off x="4674240" y="571140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2719" name="TextBox 2718"/>
          <p:cNvSpPr txBox="1"/>
          <p:nvPr/>
        </p:nvSpPr>
        <p:spPr>
          <a:xfrm>
            <a:off x="7116840" y="5711400"/>
            <a:ext cx="7804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Blocked</a:t>
            </a:r>
            <a:endParaRPr lang="en-GB" sz="1500" b="0" u="none" strike="noStrike">
              <a:solidFill>
                <a:srgbClr val="000000"/>
              </a:solidFill>
              <a:effectLst/>
              <a:uFillTx/>
              <a:latin typeface="Times New Roman"/>
            </a:endParaRPr>
          </a:p>
        </p:txBody>
      </p:sp>
      <p:sp>
        <p:nvSpPr>
          <p:cNvPr id="2720" name="TextBox 2719"/>
          <p:cNvSpPr txBox="1"/>
          <p:nvPr/>
        </p:nvSpPr>
        <p:spPr>
          <a:xfrm>
            <a:off x="8742240" y="5711400"/>
            <a:ext cx="18093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Gateway integration</a:t>
            </a:r>
            <a:endParaRPr lang="en-GB" sz="1500" b="0" u="none" strike="noStrike">
              <a:solidFill>
                <a:srgbClr val="000000"/>
              </a:solidFill>
              <a:effectLst/>
              <a:uFillTx/>
              <a:latin typeface="Times New Roman"/>
            </a:endParaRPr>
          </a:p>
        </p:txBody>
      </p:sp>
      <p:sp>
        <p:nvSpPr>
          <p:cNvPr id="2721" name="Freeform: Shape 2720"/>
          <p:cNvSpPr/>
          <p:nvPr/>
        </p:nvSpPr>
        <p:spPr>
          <a:xfrm>
            <a:off x="4515480" y="6172920"/>
            <a:ext cx="146520" cy="169920"/>
          </a:xfrm>
          <a:custGeom>
            <a:avLst/>
            <a:gdLst/>
            <a:ahLst/>
            <a:cxnLst/>
            <a:rect l="0" t="0" r="r" b="b"/>
            <a:pathLst>
              <a:path w="407" h="472">
                <a:moveTo>
                  <a:pt x="398" y="220"/>
                </a:moveTo>
                <a:lnTo>
                  <a:pt x="267" y="172"/>
                </a:lnTo>
                <a:lnTo>
                  <a:pt x="217" y="12"/>
                </a:lnTo>
                <a:cubicBezTo>
                  <a:pt x="215" y="5"/>
                  <a:pt x="210" y="0"/>
                  <a:pt x="203" y="0"/>
                </a:cubicBezTo>
                <a:cubicBezTo>
                  <a:pt x="197" y="0"/>
                  <a:pt x="191" y="5"/>
                  <a:pt x="189" y="12"/>
                </a:cubicBezTo>
                <a:lnTo>
                  <a:pt x="140" y="172"/>
                </a:lnTo>
                <a:lnTo>
                  <a:pt x="9" y="220"/>
                </a:lnTo>
                <a:cubicBezTo>
                  <a:pt x="4" y="222"/>
                  <a:pt x="0" y="228"/>
                  <a:pt x="0" y="234"/>
                </a:cubicBezTo>
                <a:cubicBezTo>
                  <a:pt x="0" y="240"/>
                  <a:pt x="4" y="246"/>
                  <a:pt x="9" y="248"/>
                </a:cubicBezTo>
                <a:lnTo>
                  <a:pt x="140" y="296"/>
                </a:lnTo>
                <a:lnTo>
                  <a:pt x="189" y="461"/>
                </a:lnTo>
                <a:cubicBezTo>
                  <a:pt x="191" y="468"/>
                  <a:pt x="197" y="472"/>
                  <a:pt x="203" y="472"/>
                </a:cubicBezTo>
                <a:cubicBezTo>
                  <a:pt x="210" y="472"/>
                  <a:pt x="215" y="468"/>
                  <a:pt x="217" y="461"/>
                </a:cubicBezTo>
                <a:lnTo>
                  <a:pt x="267" y="296"/>
                </a:lnTo>
                <a:lnTo>
                  <a:pt x="398" y="248"/>
                </a:lnTo>
                <a:cubicBezTo>
                  <a:pt x="404" y="246"/>
                  <a:pt x="407" y="240"/>
                  <a:pt x="407" y="234"/>
                </a:cubicBezTo>
                <a:cubicBezTo>
                  <a:pt x="407" y="228"/>
                  <a:pt x="404" y="222"/>
                  <a:pt x="398" y="220"/>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22" name="Freeform: Shape 2721"/>
          <p:cNvSpPr/>
          <p:nvPr/>
        </p:nvSpPr>
        <p:spPr>
          <a:xfrm>
            <a:off x="4482000" y="6174720"/>
            <a:ext cx="74160" cy="173520"/>
          </a:xfrm>
          <a:custGeom>
            <a:avLst/>
            <a:gdLst/>
            <a:ahLst/>
            <a:cxnLst/>
            <a:rect l="0" t="0" r="r" b="b"/>
            <a:pathLst>
              <a:path w="206" h="482">
                <a:moveTo>
                  <a:pt x="197" y="377"/>
                </a:moveTo>
                <a:lnTo>
                  <a:pt x="163" y="363"/>
                </a:lnTo>
                <a:lnTo>
                  <a:pt x="149" y="315"/>
                </a:lnTo>
                <a:cubicBezTo>
                  <a:pt x="147" y="309"/>
                  <a:pt x="141" y="304"/>
                  <a:pt x="134" y="304"/>
                </a:cubicBezTo>
                <a:cubicBezTo>
                  <a:pt x="128" y="304"/>
                  <a:pt x="122" y="309"/>
                  <a:pt x="120" y="315"/>
                </a:cubicBezTo>
                <a:lnTo>
                  <a:pt x="107" y="363"/>
                </a:lnTo>
                <a:lnTo>
                  <a:pt x="73" y="377"/>
                </a:lnTo>
                <a:cubicBezTo>
                  <a:pt x="67" y="379"/>
                  <a:pt x="63" y="385"/>
                  <a:pt x="63" y="391"/>
                </a:cubicBezTo>
                <a:cubicBezTo>
                  <a:pt x="63" y="397"/>
                  <a:pt x="67" y="402"/>
                  <a:pt x="73" y="405"/>
                </a:cubicBezTo>
                <a:lnTo>
                  <a:pt x="107" y="417"/>
                </a:lnTo>
                <a:lnTo>
                  <a:pt x="120" y="470"/>
                </a:lnTo>
                <a:cubicBezTo>
                  <a:pt x="122" y="477"/>
                  <a:pt x="128" y="482"/>
                  <a:pt x="134" y="482"/>
                </a:cubicBezTo>
                <a:cubicBezTo>
                  <a:pt x="141" y="482"/>
                  <a:pt x="147" y="477"/>
                  <a:pt x="149" y="470"/>
                </a:cubicBezTo>
                <a:lnTo>
                  <a:pt x="163" y="417"/>
                </a:lnTo>
                <a:lnTo>
                  <a:pt x="197" y="405"/>
                </a:lnTo>
                <a:cubicBezTo>
                  <a:pt x="203" y="402"/>
                  <a:pt x="206" y="397"/>
                  <a:pt x="206" y="391"/>
                </a:cubicBezTo>
                <a:cubicBezTo>
                  <a:pt x="206" y="385"/>
                  <a:pt x="203" y="379"/>
                  <a:pt x="197" y="377"/>
                </a:cubicBezTo>
                <a:moveTo>
                  <a:pt x="132" y="58"/>
                </a:moveTo>
                <a:lnTo>
                  <a:pt x="97" y="45"/>
                </a:lnTo>
                <a:lnTo>
                  <a:pt x="84" y="10"/>
                </a:lnTo>
                <a:cubicBezTo>
                  <a:pt x="82" y="4"/>
                  <a:pt x="77" y="0"/>
                  <a:pt x="71" y="0"/>
                </a:cubicBezTo>
                <a:cubicBezTo>
                  <a:pt x="64" y="0"/>
                  <a:pt x="59" y="4"/>
                  <a:pt x="57" y="10"/>
                </a:cubicBezTo>
                <a:lnTo>
                  <a:pt x="44" y="45"/>
                </a:lnTo>
                <a:lnTo>
                  <a:pt x="9" y="58"/>
                </a:lnTo>
                <a:cubicBezTo>
                  <a:pt x="3" y="60"/>
                  <a:pt x="0" y="65"/>
                  <a:pt x="0" y="71"/>
                </a:cubicBezTo>
                <a:cubicBezTo>
                  <a:pt x="0" y="78"/>
                  <a:pt x="3" y="83"/>
                  <a:pt x="9" y="85"/>
                </a:cubicBezTo>
                <a:lnTo>
                  <a:pt x="44" y="98"/>
                </a:lnTo>
                <a:lnTo>
                  <a:pt x="57" y="133"/>
                </a:lnTo>
                <a:cubicBezTo>
                  <a:pt x="59" y="139"/>
                  <a:pt x="64" y="142"/>
                  <a:pt x="71" y="142"/>
                </a:cubicBezTo>
                <a:cubicBezTo>
                  <a:pt x="77" y="142"/>
                  <a:pt x="82" y="139"/>
                  <a:pt x="84" y="133"/>
                </a:cubicBezTo>
                <a:lnTo>
                  <a:pt x="97" y="98"/>
                </a:lnTo>
                <a:lnTo>
                  <a:pt x="132" y="85"/>
                </a:lnTo>
                <a:cubicBezTo>
                  <a:pt x="138" y="83"/>
                  <a:pt x="142" y="78"/>
                  <a:pt x="142" y="71"/>
                </a:cubicBezTo>
                <a:cubicBezTo>
                  <a:pt x="142" y="65"/>
                  <a:pt x="138" y="60"/>
                  <a:pt x="132"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23" name="TextBox 2722"/>
          <p:cNvSpPr txBox="1"/>
          <p:nvPr/>
        </p:nvSpPr>
        <p:spPr>
          <a:xfrm>
            <a:off x="880920" y="6149520"/>
            <a:ext cx="14940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Invoice Payment</a:t>
            </a:r>
            <a:endParaRPr lang="en-GB" sz="1500" b="0" u="none" strike="noStrike">
              <a:solidFill>
                <a:srgbClr val="000000"/>
              </a:solidFill>
              <a:effectLst/>
              <a:uFillTx/>
              <a:latin typeface="Times New Roman"/>
            </a:endParaRPr>
          </a:p>
        </p:txBody>
      </p:sp>
      <p:sp>
        <p:nvSpPr>
          <p:cNvPr id="2724" name="Freeform: Shape 2723"/>
          <p:cNvSpPr/>
          <p:nvPr/>
        </p:nvSpPr>
        <p:spPr>
          <a:xfrm>
            <a:off x="6791760" y="6162480"/>
            <a:ext cx="181080" cy="181080"/>
          </a:xfrm>
          <a:custGeom>
            <a:avLst/>
            <a:gdLst/>
            <a:ahLst/>
            <a:cxnLst/>
            <a:rect l="0" t="0" r="r" b="b"/>
            <a:pathLst>
              <a:path w="503" h="503">
                <a:moveTo>
                  <a:pt x="477" y="93"/>
                </a:moveTo>
                <a:lnTo>
                  <a:pt x="437" y="133"/>
                </a:lnTo>
                <a:cubicBezTo>
                  <a:pt x="437" y="133"/>
                  <a:pt x="409" y="147"/>
                  <a:pt x="382" y="120"/>
                </a:cubicBezTo>
                <a:cubicBezTo>
                  <a:pt x="355" y="93"/>
                  <a:pt x="369" y="66"/>
                  <a:pt x="369" y="66"/>
                </a:cubicBezTo>
                <a:lnTo>
                  <a:pt x="409" y="26"/>
                </a:lnTo>
                <a:cubicBezTo>
                  <a:pt x="422" y="12"/>
                  <a:pt x="406" y="0"/>
                  <a:pt x="394" y="0"/>
                </a:cubicBezTo>
                <a:cubicBezTo>
                  <a:pt x="335" y="0"/>
                  <a:pt x="286" y="48"/>
                  <a:pt x="286" y="108"/>
                </a:cubicBezTo>
                <a:cubicBezTo>
                  <a:pt x="286" y="116"/>
                  <a:pt x="287" y="124"/>
                  <a:pt x="289" y="132"/>
                </a:cubicBezTo>
                <a:lnTo>
                  <a:pt x="198" y="224"/>
                </a:lnTo>
                <a:lnTo>
                  <a:pt x="279" y="305"/>
                </a:lnTo>
                <a:lnTo>
                  <a:pt x="370" y="214"/>
                </a:lnTo>
                <a:cubicBezTo>
                  <a:pt x="378" y="216"/>
                  <a:pt x="386" y="217"/>
                  <a:pt x="394" y="217"/>
                </a:cubicBezTo>
                <a:cubicBezTo>
                  <a:pt x="455" y="217"/>
                  <a:pt x="503" y="168"/>
                  <a:pt x="503" y="108"/>
                </a:cubicBezTo>
                <a:cubicBezTo>
                  <a:pt x="503" y="96"/>
                  <a:pt x="491" y="80"/>
                  <a:pt x="477" y="93"/>
                </a:cubicBezTo>
                <a:moveTo>
                  <a:pt x="197" y="227"/>
                </a:moveTo>
                <a:lnTo>
                  <a:pt x="17" y="406"/>
                </a:lnTo>
                <a:cubicBezTo>
                  <a:pt x="-5" y="428"/>
                  <a:pt x="-5" y="464"/>
                  <a:pt x="17" y="486"/>
                </a:cubicBezTo>
                <a:cubicBezTo>
                  <a:pt x="39" y="508"/>
                  <a:pt x="75" y="508"/>
                  <a:pt x="97" y="486"/>
                </a:cubicBezTo>
                <a:lnTo>
                  <a:pt x="276" y="307"/>
                </a:lnTo>
                <a:lnTo>
                  <a:pt x="197" y="227"/>
                </a:lnTo>
                <a:moveTo>
                  <a:pt x="58" y="469"/>
                </a:moveTo>
                <a:cubicBezTo>
                  <a:pt x="46" y="469"/>
                  <a:pt x="36" y="459"/>
                  <a:pt x="36" y="447"/>
                </a:cubicBezTo>
                <a:cubicBezTo>
                  <a:pt x="36" y="435"/>
                  <a:pt x="46" y="425"/>
                  <a:pt x="58" y="425"/>
                </a:cubicBezTo>
                <a:cubicBezTo>
                  <a:pt x="70" y="425"/>
                  <a:pt x="79" y="435"/>
                  <a:pt x="79" y="447"/>
                </a:cubicBezTo>
                <a:cubicBezTo>
                  <a:pt x="79" y="459"/>
                  <a:pt x="70" y="469"/>
                  <a:pt x="58" y="469"/>
                </a:cubicBezTo>
                <a:close/>
              </a:path>
            </a:pathLst>
          </a:custGeom>
          <a:solidFill>
            <a:srgbClr val="8899A6"/>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725" name="Freeform: Shape 2724"/>
          <p:cNvSpPr/>
          <p:nvPr/>
        </p:nvSpPr>
        <p:spPr>
          <a:xfrm>
            <a:off x="6816960" y="6189480"/>
            <a:ext cx="154440" cy="154440"/>
          </a:xfrm>
          <a:custGeom>
            <a:avLst/>
            <a:gdLst/>
            <a:ahLst/>
            <a:cxnLst/>
            <a:rect l="0" t="0" r="r" b="b"/>
            <a:pathLst>
              <a:path w="429" h="429">
                <a:moveTo>
                  <a:pt x="356" y="415"/>
                </a:moveTo>
                <a:cubicBezTo>
                  <a:pt x="373" y="432"/>
                  <a:pt x="400" y="433"/>
                  <a:pt x="417" y="417"/>
                </a:cubicBezTo>
                <a:cubicBezTo>
                  <a:pt x="433" y="401"/>
                  <a:pt x="432" y="374"/>
                  <a:pt x="415" y="356"/>
                </a:cubicBezTo>
                <a:lnTo>
                  <a:pt x="73" y="13"/>
                </a:lnTo>
                <a:cubicBezTo>
                  <a:pt x="55" y="-4"/>
                  <a:pt x="27" y="-5"/>
                  <a:pt x="11" y="12"/>
                </a:cubicBezTo>
                <a:cubicBezTo>
                  <a:pt x="-5" y="28"/>
                  <a:pt x="-4" y="55"/>
                  <a:pt x="13" y="72"/>
                </a:cubicBezTo>
                <a:lnTo>
                  <a:pt x="356" y="415"/>
                </a:lnTo>
                <a:close/>
              </a:path>
            </a:pathLst>
          </a:custGeom>
          <a:solidFill>
            <a:srgbClr val="F4900C"/>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26" name="Freeform: Shape 2725"/>
          <p:cNvSpPr/>
          <p:nvPr/>
        </p:nvSpPr>
        <p:spPr>
          <a:xfrm>
            <a:off x="6781680" y="6162480"/>
            <a:ext cx="115200" cy="91800"/>
          </a:xfrm>
          <a:custGeom>
            <a:avLst/>
            <a:gdLst/>
            <a:ahLst/>
            <a:cxnLst/>
            <a:rect l="0" t="0" r="r" b="b"/>
            <a:pathLst>
              <a:path w="320" h="255">
                <a:moveTo>
                  <a:pt x="316" y="13"/>
                </a:moveTo>
                <a:cubicBezTo>
                  <a:pt x="316" y="13"/>
                  <a:pt x="228" y="-31"/>
                  <a:pt x="154" y="44"/>
                </a:cubicBezTo>
                <a:lnTo>
                  <a:pt x="50" y="146"/>
                </a:lnTo>
                <a:cubicBezTo>
                  <a:pt x="50" y="146"/>
                  <a:pt x="36" y="132"/>
                  <a:pt x="21" y="146"/>
                </a:cubicBezTo>
                <a:lnTo>
                  <a:pt x="6" y="161"/>
                </a:lnTo>
                <a:cubicBezTo>
                  <a:pt x="6" y="161"/>
                  <a:pt x="0" y="168"/>
                  <a:pt x="0" y="176"/>
                </a:cubicBezTo>
                <a:lnTo>
                  <a:pt x="0" y="177"/>
                </a:lnTo>
                <a:cubicBezTo>
                  <a:pt x="0" y="181"/>
                  <a:pt x="2" y="186"/>
                  <a:pt x="6" y="191"/>
                </a:cubicBezTo>
                <a:lnTo>
                  <a:pt x="65" y="249"/>
                </a:lnTo>
                <a:cubicBezTo>
                  <a:pt x="65" y="249"/>
                  <a:pt x="80" y="264"/>
                  <a:pt x="96" y="249"/>
                </a:cubicBezTo>
                <a:lnTo>
                  <a:pt x="110" y="235"/>
                </a:lnTo>
                <a:cubicBezTo>
                  <a:pt x="110" y="235"/>
                  <a:pt x="125" y="220"/>
                  <a:pt x="110" y="205"/>
                </a:cubicBezTo>
                <a:lnTo>
                  <a:pt x="109" y="204"/>
                </a:lnTo>
                <a:cubicBezTo>
                  <a:pt x="120" y="193"/>
                  <a:pt x="137" y="182"/>
                  <a:pt x="154" y="191"/>
                </a:cubicBezTo>
                <a:lnTo>
                  <a:pt x="213" y="132"/>
                </a:lnTo>
                <a:cubicBezTo>
                  <a:pt x="213" y="132"/>
                  <a:pt x="198" y="88"/>
                  <a:pt x="228" y="58"/>
                </a:cubicBezTo>
                <a:cubicBezTo>
                  <a:pt x="257" y="29"/>
                  <a:pt x="272" y="29"/>
                  <a:pt x="301" y="29"/>
                </a:cubicBezTo>
                <a:cubicBezTo>
                  <a:pt x="331" y="29"/>
                  <a:pt x="316" y="13"/>
                  <a:pt x="316" y="13"/>
                </a:cubicBezTo>
                <a:close/>
              </a:path>
            </a:pathLst>
          </a:custGeom>
          <a:solidFill>
            <a:srgbClr val="66757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2727" name="TextBox 2726"/>
          <p:cNvSpPr txBox="1"/>
          <p:nvPr/>
        </p:nvSpPr>
        <p:spPr>
          <a:xfrm>
            <a:off x="4674240" y="614952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2728" name="TextBox 2727"/>
          <p:cNvSpPr txBox="1"/>
          <p:nvPr/>
        </p:nvSpPr>
        <p:spPr>
          <a:xfrm>
            <a:off x="6978600" y="6149520"/>
            <a:ext cx="10749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In progress</a:t>
            </a:r>
            <a:endParaRPr lang="en-GB" sz="1500" b="0" u="none" strike="noStrike">
              <a:solidFill>
                <a:srgbClr val="000000"/>
              </a:solidFill>
              <a:effectLst/>
              <a:uFillTx/>
              <a:latin typeface="Times New Roman"/>
            </a:endParaRPr>
          </a:p>
        </p:txBody>
      </p:sp>
      <p:sp>
        <p:nvSpPr>
          <p:cNvPr id="2729" name="TextBox 2728"/>
          <p:cNvSpPr txBox="1"/>
          <p:nvPr/>
        </p:nvSpPr>
        <p:spPr>
          <a:xfrm>
            <a:off x="8742240" y="6149520"/>
            <a:ext cx="17046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Invoice processing</a:t>
            </a:r>
            <a:endParaRPr lang="en-GB" sz="1500" b="0" u="none" strike="noStrike">
              <a:solidFill>
                <a:srgbClr val="000000"/>
              </a:solidFill>
              <a:effectLst/>
              <a:uFillTx/>
              <a:latin typeface="Times New Roman"/>
            </a:endParaRPr>
          </a:p>
        </p:txBody>
      </p:sp>
      <p:sp>
        <p:nvSpPr>
          <p:cNvPr id="2730" name="TextBox 2729"/>
          <p:cNvSpPr txBox="1"/>
          <p:nvPr/>
        </p:nvSpPr>
        <p:spPr>
          <a:xfrm>
            <a:off x="11659680" y="6335280"/>
            <a:ext cx="24732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22</a:t>
            </a:r>
            <a:endParaRPr lang="en-GB" sz="1800" b="0" u="none" strike="noStrike">
              <a:solidFill>
                <a:srgbClr val="000000"/>
              </a:solidFill>
              <a:effectLst/>
              <a:uFillTx/>
              <a:latin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1" name="Freeform: Shape 273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32" name="Freeform: Shape 273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33" name="Freeform: Shape 273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34" name="Freeform: Shape 2733"/>
          <p:cNvSpPr/>
          <p:nvPr/>
        </p:nvSpPr>
        <p:spPr>
          <a:xfrm>
            <a:off x="752400" y="1752480"/>
            <a:ext cx="10696680" cy="3895920"/>
          </a:xfrm>
          <a:custGeom>
            <a:avLst/>
            <a:gdLst/>
            <a:ahLst/>
            <a:cxnLst/>
            <a:rect l="0" t="0" r="r" b="b"/>
            <a:pathLst>
              <a:path w="29713" h="10822">
                <a:moveTo>
                  <a:pt x="0" y="0"/>
                </a:moveTo>
                <a:lnTo>
                  <a:pt x="29713" y="0"/>
                </a:lnTo>
                <a:lnTo>
                  <a:pt x="29713" y="10822"/>
                </a:lnTo>
                <a:lnTo>
                  <a:pt x="0" y="1082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35" name="Freeform: Shape 2734"/>
          <p:cNvSpPr/>
          <p:nvPr/>
        </p:nvSpPr>
        <p:spPr>
          <a:xfrm>
            <a:off x="752400" y="1752480"/>
            <a:ext cx="2791080" cy="438480"/>
          </a:xfrm>
          <a:custGeom>
            <a:avLst/>
            <a:gdLst/>
            <a:ahLst/>
            <a:cxnLst/>
            <a:rect l="0" t="0" r="r" b="b"/>
            <a:pathLst>
              <a:path w="7753" h="1218">
                <a:moveTo>
                  <a:pt x="0" y="0"/>
                </a:moveTo>
                <a:lnTo>
                  <a:pt x="7753" y="0"/>
                </a:lnTo>
                <a:lnTo>
                  <a:pt x="7753"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36" name="Freeform: Shape 2735"/>
          <p:cNvSpPr/>
          <p:nvPr/>
        </p:nvSpPr>
        <p:spPr>
          <a:xfrm>
            <a:off x="3543120" y="1752480"/>
            <a:ext cx="2572200" cy="438480"/>
          </a:xfrm>
          <a:custGeom>
            <a:avLst/>
            <a:gdLst/>
            <a:ahLst/>
            <a:cxnLst/>
            <a:rect l="0" t="0" r="r" b="b"/>
            <a:pathLst>
              <a:path w="7145" h="1218">
                <a:moveTo>
                  <a:pt x="0" y="0"/>
                </a:moveTo>
                <a:lnTo>
                  <a:pt x="7145" y="0"/>
                </a:lnTo>
                <a:lnTo>
                  <a:pt x="7145"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37" name="Freeform: Shape 2736"/>
          <p:cNvSpPr/>
          <p:nvPr/>
        </p:nvSpPr>
        <p:spPr>
          <a:xfrm>
            <a:off x="6114960" y="1752480"/>
            <a:ext cx="2524320" cy="438480"/>
          </a:xfrm>
          <a:custGeom>
            <a:avLst/>
            <a:gdLst/>
            <a:ahLst/>
            <a:cxnLst/>
            <a:rect l="0" t="0" r="r" b="b"/>
            <a:pathLst>
              <a:path w="7012" h="1218">
                <a:moveTo>
                  <a:pt x="0" y="0"/>
                </a:moveTo>
                <a:lnTo>
                  <a:pt x="7012" y="0"/>
                </a:lnTo>
                <a:lnTo>
                  <a:pt x="7012"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38" name="Freeform: Shape 2737"/>
          <p:cNvSpPr/>
          <p:nvPr/>
        </p:nvSpPr>
        <p:spPr>
          <a:xfrm>
            <a:off x="8638920" y="1752480"/>
            <a:ext cx="2800800" cy="438480"/>
          </a:xfrm>
          <a:custGeom>
            <a:avLst/>
            <a:gdLst/>
            <a:ahLst/>
            <a:cxnLst/>
            <a:rect l="0" t="0" r="r" b="b"/>
            <a:pathLst>
              <a:path w="7780" h="1218">
                <a:moveTo>
                  <a:pt x="0" y="0"/>
                </a:moveTo>
                <a:lnTo>
                  <a:pt x="7780" y="0"/>
                </a:lnTo>
                <a:lnTo>
                  <a:pt x="7780"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39" name="Freeform: Shape 2738"/>
          <p:cNvSpPr/>
          <p:nvPr/>
        </p:nvSpPr>
        <p:spPr>
          <a:xfrm>
            <a:off x="752400" y="1752480"/>
            <a:ext cx="2791080" cy="438480"/>
          </a:xfrm>
          <a:custGeom>
            <a:avLst/>
            <a:gdLst/>
            <a:ahLst/>
            <a:cxnLst/>
            <a:rect l="0" t="0" r="r" b="b"/>
            <a:pathLst>
              <a:path w="7753" h="1218">
                <a:moveTo>
                  <a:pt x="0" y="0"/>
                </a:moveTo>
                <a:lnTo>
                  <a:pt x="7753" y="0"/>
                </a:lnTo>
                <a:lnTo>
                  <a:pt x="7753"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40" name="Freeform: Shape 2739"/>
          <p:cNvSpPr/>
          <p:nvPr/>
        </p:nvSpPr>
        <p:spPr>
          <a:xfrm>
            <a:off x="3543120" y="1752480"/>
            <a:ext cx="2572200" cy="438480"/>
          </a:xfrm>
          <a:custGeom>
            <a:avLst/>
            <a:gdLst/>
            <a:ahLst/>
            <a:cxnLst/>
            <a:rect l="0" t="0" r="r" b="b"/>
            <a:pathLst>
              <a:path w="7145" h="1218">
                <a:moveTo>
                  <a:pt x="0" y="0"/>
                </a:moveTo>
                <a:lnTo>
                  <a:pt x="7145" y="0"/>
                </a:lnTo>
                <a:lnTo>
                  <a:pt x="7145"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41" name="Freeform: Shape 2740"/>
          <p:cNvSpPr/>
          <p:nvPr/>
        </p:nvSpPr>
        <p:spPr>
          <a:xfrm>
            <a:off x="6114960" y="1752480"/>
            <a:ext cx="2524320" cy="438480"/>
          </a:xfrm>
          <a:custGeom>
            <a:avLst/>
            <a:gdLst/>
            <a:ahLst/>
            <a:cxnLst/>
            <a:rect l="0" t="0" r="r" b="b"/>
            <a:pathLst>
              <a:path w="7012" h="1218">
                <a:moveTo>
                  <a:pt x="0" y="0"/>
                </a:moveTo>
                <a:lnTo>
                  <a:pt x="7012" y="0"/>
                </a:lnTo>
                <a:lnTo>
                  <a:pt x="7012"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42" name="Freeform: Shape 2741"/>
          <p:cNvSpPr/>
          <p:nvPr/>
        </p:nvSpPr>
        <p:spPr>
          <a:xfrm>
            <a:off x="8638920" y="1752480"/>
            <a:ext cx="2800800" cy="438480"/>
          </a:xfrm>
          <a:custGeom>
            <a:avLst/>
            <a:gdLst/>
            <a:ahLst/>
            <a:cxnLst/>
            <a:rect l="0" t="0" r="r" b="b"/>
            <a:pathLst>
              <a:path w="7780" h="1218">
                <a:moveTo>
                  <a:pt x="0" y="0"/>
                </a:moveTo>
                <a:lnTo>
                  <a:pt x="7780" y="0"/>
                </a:lnTo>
                <a:lnTo>
                  <a:pt x="7780"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43" name="Freeform: Shape 2742"/>
          <p:cNvSpPr/>
          <p:nvPr/>
        </p:nvSpPr>
        <p:spPr>
          <a:xfrm>
            <a:off x="752400" y="2190600"/>
            <a:ext cx="2791080" cy="429120"/>
          </a:xfrm>
          <a:custGeom>
            <a:avLst/>
            <a:gdLst/>
            <a:ahLst/>
            <a:cxnLst/>
            <a:rect l="0" t="0" r="r" b="b"/>
            <a:pathLst>
              <a:path w="7753" h="1192">
                <a:moveTo>
                  <a:pt x="0" y="0"/>
                </a:moveTo>
                <a:lnTo>
                  <a:pt x="7753" y="0"/>
                </a:lnTo>
                <a:lnTo>
                  <a:pt x="7753"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44" name="Freeform: Shape 2743"/>
          <p:cNvSpPr/>
          <p:nvPr/>
        </p:nvSpPr>
        <p:spPr>
          <a:xfrm>
            <a:off x="3543120" y="2190600"/>
            <a:ext cx="2572200" cy="429120"/>
          </a:xfrm>
          <a:custGeom>
            <a:avLst/>
            <a:gdLst/>
            <a:ahLst/>
            <a:cxnLst/>
            <a:rect l="0" t="0" r="r" b="b"/>
            <a:pathLst>
              <a:path w="7145" h="1192">
                <a:moveTo>
                  <a:pt x="0" y="0"/>
                </a:moveTo>
                <a:lnTo>
                  <a:pt x="7145" y="0"/>
                </a:lnTo>
                <a:lnTo>
                  <a:pt x="7145"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45" name="Freeform: Shape 2744"/>
          <p:cNvSpPr/>
          <p:nvPr/>
        </p:nvSpPr>
        <p:spPr>
          <a:xfrm>
            <a:off x="6114960" y="2190600"/>
            <a:ext cx="2524320" cy="429120"/>
          </a:xfrm>
          <a:custGeom>
            <a:avLst/>
            <a:gdLst/>
            <a:ahLst/>
            <a:cxnLst/>
            <a:rect l="0" t="0" r="r" b="b"/>
            <a:pathLst>
              <a:path w="7012" h="1192">
                <a:moveTo>
                  <a:pt x="0" y="0"/>
                </a:moveTo>
                <a:lnTo>
                  <a:pt x="7012" y="0"/>
                </a:lnTo>
                <a:lnTo>
                  <a:pt x="7012"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46" name="Freeform: Shape 2745"/>
          <p:cNvSpPr/>
          <p:nvPr/>
        </p:nvSpPr>
        <p:spPr>
          <a:xfrm>
            <a:off x="8638920" y="2190600"/>
            <a:ext cx="2800800" cy="429120"/>
          </a:xfrm>
          <a:custGeom>
            <a:avLst/>
            <a:gdLst/>
            <a:ahLst/>
            <a:cxnLst/>
            <a:rect l="0" t="0" r="r" b="b"/>
            <a:pathLst>
              <a:path w="7780" h="1192">
                <a:moveTo>
                  <a:pt x="0" y="0"/>
                </a:moveTo>
                <a:lnTo>
                  <a:pt x="7780" y="0"/>
                </a:lnTo>
                <a:lnTo>
                  <a:pt x="7780"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47" name="Freeform: Shape 2746"/>
          <p:cNvSpPr/>
          <p:nvPr/>
        </p:nvSpPr>
        <p:spPr>
          <a:xfrm>
            <a:off x="752400" y="2190600"/>
            <a:ext cx="2791080" cy="429120"/>
          </a:xfrm>
          <a:custGeom>
            <a:avLst/>
            <a:gdLst/>
            <a:ahLst/>
            <a:cxnLst/>
            <a:rect l="0" t="0" r="r" b="b"/>
            <a:pathLst>
              <a:path w="7753" h="1192">
                <a:moveTo>
                  <a:pt x="0" y="0"/>
                </a:moveTo>
                <a:lnTo>
                  <a:pt x="7753" y="0"/>
                </a:lnTo>
                <a:lnTo>
                  <a:pt x="7753"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48" name="Freeform: Shape 2747"/>
          <p:cNvSpPr/>
          <p:nvPr/>
        </p:nvSpPr>
        <p:spPr>
          <a:xfrm>
            <a:off x="3543120" y="2190600"/>
            <a:ext cx="2572200" cy="429120"/>
          </a:xfrm>
          <a:custGeom>
            <a:avLst/>
            <a:gdLst/>
            <a:ahLst/>
            <a:cxnLst/>
            <a:rect l="0" t="0" r="r" b="b"/>
            <a:pathLst>
              <a:path w="7145" h="1192">
                <a:moveTo>
                  <a:pt x="0" y="0"/>
                </a:moveTo>
                <a:lnTo>
                  <a:pt x="7145" y="0"/>
                </a:lnTo>
                <a:lnTo>
                  <a:pt x="7145"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49" name="Freeform: Shape 2748"/>
          <p:cNvSpPr/>
          <p:nvPr/>
        </p:nvSpPr>
        <p:spPr>
          <a:xfrm>
            <a:off x="6114960" y="2190600"/>
            <a:ext cx="2524320" cy="429120"/>
          </a:xfrm>
          <a:custGeom>
            <a:avLst/>
            <a:gdLst/>
            <a:ahLst/>
            <a:cxnLst/>
            <a:rect l="0" t="0" r="r" b="b"/>
            <a:pathLst>
              <a:path w="7012" h="1192">
                <a:moveTo>
                  <a:pt x="0" y="0"/>
                </a:moveTo>
                <a:lnTo>
                  <a:pt x="7012" y="0"/>
                </a:lnTo>
                <a:lnTo>
                  <a:pt x="7012"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50" name="Freeform: Shape 2749"/>
          <p:cNvSpPr/>
          <p:nvPr/>
        </p:nvSpPr>
        <p:spPr>
          <a:xfrm>
            <a:off x="8638920" y="2190600"/>
            <a:ext cx="2800800" cy="429120"/>
          </a:xfrm>
          <a:custGeom>
            <a:avLst/>
            <a:gdLst/>
            <a:ahLst/>
            <a:cxnLst/>
            <a:rect l="0" t="0" r="r" b="b"/>
            <a:pathLst>
              <a:path w="7780" h="1192">
                <a:moveTo>
                  <a:pt x="0" y="0"/>
                </a:moveTo>
                <a:lnTo>
                  <a:pt x="7780" y="0"/>
                </a:lnTo>
                <a:lnTo>
                  <a:pt x="7780"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51" name="Freeform: Shape 2750"/>
          <p:cNvSpPr/>
          <p:nvPr/>
        </p:nvSpPr>
        <p:spPr>
          <a:xfrm>
            <a:off x="752400" y="2619360"/>
            <a:ext cx="2791080" cy="438480"/>
          </a:xfrm>
          <a:custGeom>
            <a:avLst/>
            <a:gdLst/>
            <a:ahLst/>
            <a:cxnLst/>
            <a:rect l="0" t="0" r="r" b="b"/>
            <a:pathLst>
              <a:path w="7753" h="1218">
                <a:moveTo>
                  <a:pt x="0" y="0"/>
                </a:moveTo>
                <a:lnTo>
                  <a:pt x="7753" y="0"/>
                </a:lnTo>
                <a:lnTo>
                  <a:pt x="7753"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52" name="Freeform: Shape 2751"/>
          <p:cNvSpPr/>
          <p:nvPr/>
        </p:nvSpPr>
        <p:spPr>
          <a:xfrm>
            <a:off x="3543120" y="2619360"/>
            <a:ext cx="2572200" cy="438480"/>
          </a:xfrm>
          <a:custGeom>
            <a:avLst/>
            <a:gdLst/>
            <a:ahLst/>
            <a:cxnLst/>
            <a:rect l="0" t="0" r="r" b="b"/>
            <a:pathLst>
              <a:path w="7145" h="1218">
                <a:moveTo>
                  <a:pt x="0" y="0"/>
                </a:moveTo>
                <a:lnTo>
                  <a:pt x="7145" y="0"/>
                </a:lnTo>
                <a:lnTo>
                  <a:pt x="7145"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53" name="Freeform: Shape 2752"/>
          <p:cNvSpPr/>
          <p:nvPr/>
        </p:nvSpPr>
        <p:spPr>
          <a:xfrm>
            <a:off x="6114960" y="2619360"/>
            <a:ext cx="2524320" cy="438480"/>
          </a:xfrm>
          <a:custGeom>
            <a:avLst/>
            <a:gdLst/>
            <a:ahLst/>
            <a:cxnLst/>
            <a:rect l="0" t="0" r="r" b="b"/>
            <a:pathLst>
              <a:path w="7012" h="1218">
                <a:moveTo>
                  <a:pt x="0" y="0"/>
                </a:moveTo>
                <a:lnTo>
                  <a:pt x="7012" y="0"/>
                </a:lnTo>
                <a:lnTo>
                  <a:pt x="7012"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54" name="Freeform: Shape 2753"/>
          <p:cNvSpPr/>
          <p:nvPr/>
        </p:nvSpPr>
        <p:spPr>
          <a:xfrm>
            <a:off x="8638920" y="2619360"/>
            <a:ext cx="2800800" cy="438480"/>
          </a:xfrm>
          <a:custGeom>
            <a:avLst/>
            <a:gdLst/>
            <a:ahLst/>
            <a:cxnLst/>
            <a:rect l="0" t="0" r="r" b="b"/>
            <a:pathLst>
              <a:path w="7780" h="1218">
                <a:moveTo>
                  <a:pt x="0" y="0"/>
                </a:moveTo>
                <a:lnTo>
                  <a:pt x="7780" y="0"/>
                </a:lnTo>
                <a:lnTo>
                  <a:pt x="7780"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55" name="Freeform: Shape 2754"/>
          <p:cNvSpPr/>
          <p:nvPr/>
        </p:nvSpPr>
        <p:spPr>
          <a:xfrm>
            <a:off x="752400" y="2619360"/>
            <a:ext cx="2791080" cy="438480"/>
          </a:xfrm>
          <a:custGeom>
            <a:avLst/>
            <a:gdLst/>
            <a:ahLst/>
            <a:cxnLst/>
            <a:rect l="0" t="0" r="r" b="b"/>
            <a:pathLst>
              <a:path w="7753" h="1218">
                <a:moveTo>
                  <a:pt x="0" y="0"/>
                </a:moveTo>
                <a:lnTo>
                  <a:pt x="7753" y="0"/>
                </a:lnTo>
                <a:lnTo>
                  <a:pt x="7753"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56" name="Freeform: Shape 2755"/>
          <p:cNvSpPr/>
          <p:nvPr/>
        </p:nvSpPr>
        <p:spPr>
          <a:xfrm>
            <a:off x="3543120" y="2619360"/>
            <a:ext cx="2572200" cy="438480"/>
          </a:xfrm>
          <a:custGeom>
            <a:avLst/>
            <a:gdLst/>
            <a:ahLst/>
            <a:cxnLst/>
            <a:rect l="0" t="0" r="r" b="b"/>
            <a:pathLst>
              <a:path w="7145" h="1218">
                <a:moveTo>
                  <a:pt x="0" y="0"/>
                </a:moveTo>
                <a:lnTo>
                  <a:pt x="7145" y="0"/>
                </a:lnTo>
                <a:lnTo>
                  <a:pt x="7145"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57" name="Freeform: Shape 2756"/>
          <p:cNvSpPr/>
          <p:nvPr/>
        </p:nvSpPr>
        <p:spPr>
          <a:xfrm>
            <a:off x="6114960" y="2619360"/>
            <a:ext cx="2524320" cy="438480"/>
          </a:xfrm>
          <a:custGeom>
            <a:avLst/>
            <a:gdLst/>
            <a:ahLst/>
            <a:cxnLst/>
            <a:rect l="0" t="0" r="r" b="b"/>
            <a:pathLst>
              <a:path w="7012" h="1218">
                <a:moveTo>
                  <a:pt x="0" y="0"/>
                </a:moveTo>
                <a:lnTo>
                  <a:pt x="7012" y="0"/>
                </a:lnTo>
                <a:lnTo>
                  <a:pt x="7012"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58" name="Freeform: Shape 2757"/>
          <p:cNvSpPr/>
          <p:nvPr/>
        </p:nvSpPr>
        <p:spPr>
          <a:xfrm>
            <a:off x="8638920" y="2619360"/>
            <a:ext cx="2800800" cy="438480"/>
          </a:xfrm>
          <a:custGeom>
            <a:avLst/>
            <a:gdLst/>
            <a:ahLst/>
            <a:cxnLst/>
            <a:rect l="0" t="0" r="r" b="b"/>
            <a:pathLst>
              <a:path w="7780" h="1218">
                <a:moveTo>
                  <a:pt x="0" y="0"/>
                </a:moveTo>
                <a:lnTo>
                  <a:pt x="7780" y="0"/>
                </a:lnTo>
                <a:lnTo>
                  <a:pt x="7780"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59" name="Freeform: Shape 2758"/>
          <p:cNvSpPr/>
          <p:nvPr/>
        </p:nvSpPr>
        <p:spPr>
          <a:xfrm>
            <a:off x="752400" y="3057480"/>
            <a:ext cx="2791080" cy="428760"/>
          </a:xfrm>
          <a:custGeom>
            <a:avLst/>
            <a:gdLst/>
            <a:ahLst/>
            <a:cxnLst/>
            <a:rect l="0" t="0" r="r" b="b"/>
            <a:pathLst>
              <a:path w="7753" h="1191">
                <a:moveTo>
                  <a:pt x="0" y="0"/>
                </a:moveTo>
                <a:lnTo>
                  <a:pt x="7753" y="0"/>
                </a:lnTo>
                <a:lnTo>
                  <a:pt x="7753"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60" name="Freeform: Shape 2759"/>
          <p:cNvSpPr/>
          <p:nvPr/>
        </p:nvSpPr>
        <p:spPr>
          <a:xfrm>
            <a:off x="3543120" y="3057480"/>
            <a:ext cx="2572200" cy="428760"/>
          </a:xfrm>
          <a:custGeom>
            <a:avLst/>
            <a:gdLst/>
            <a:ahLst/>
            <a:cxnLst/>
            <a:rect l="0" t="0" r="r" b="b"/>
            <a:pathLst>
              <a:path w="7145" h="1191">
                <a:moveTo>
                  <a:pt x="0" y="0"/>
                </a:moveTo>
                <a:lnTo>
                  <a:pt x="7145" y="0"/>
                </a:lnTo>
                <a:lnTo>
                  <a:pt x="7145"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61" name="Freeform: Shape 2760"/>
          <p:cNvSpPr/>
          <p:nvPr/>
        </p:nvSpPr>
        <p:spPr>
          <a:xfrm>
            <a:off x="6114960" y="3057480"/>
            <a:ext cx="2524320" cy="428760"/>
          </a:xfrm>
          <a:custGeom>
            <a:avLst/>
            <a:gdLst/>
            <a:ahLst/>
            <a:cxnLst/>
            <a:rect l="0" t="0" r="r" b="b"/>
            <a:pathLst>
              <a:path w="7012" h="1191">
                <a:moveTo>
                  <a:pt x="0" y="0"/>
                </a:moveTo>
                <a:lnTo>
                  <a:pt x="7012" y="0"/>
                </a:lnTo>
                <a:lnTo>
                  <a:pt x="7012"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62" name="Freeform: Shape 2761"/>
          <p:cNvSpPr/>
          <p:nvPr/>
        </p:nvSpPr>
        <p:spPr>
          <a:xfrm>
            <a:off x="8638920" y="3057480"/>
            <a:ext cx="2800800" cy="428760"/>
          </a:xfrm>
          <a:custGeom>
            <a:avLst/>
            <a:gdLst/>
            <a:ahLst/>
            <a:cxnLst/>
            <a:rect l="0" t="0" r="r" b="b"/>
            <a:pathLst>
              <a:path w="7780" h="1191">
                <a:moveTo>
                  <a:pt x="0" y="0"/>
                </a:moveTo>
                <a:lnTo>
                  <a:pt x="7780" y="0"/>
                </a:lnTo>
                <a:lnTo>
                  <a:pt x="7780"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63" name="Freeform: Shape 2762"/>
          <p:cNvSpPr/>
          <p:nvPr/>
        </p:nvSpPr>
        <p:spPr>
          <a:xfrm>
            <a:off x="752400" y="3057480"/>
            <a:ext cx="2791080" cy="428760"/>
          </a:xfrm>
          <a:custGeom>
            <a:avLst/>
            <a:gdLst/>
            <a:ahLst/>
            <a:cxnLst/>
            <a:rect l="0" t="0" r="r" b="b"/>
            <a:pathLst>
              <a:path w="7753" h="1191">
                <a:moveTo>
                  <a:pt x="0" y="0"/>
                </a:moveTo>
                <a:lnTo>
                  <a:pt x="7753" y="0"/>
                </a:lnTo>
                <a:lnTo>
                  <a:pt x="7753"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64" name="Freeform: Shape 2763"/>
          <p:cNvSpPr/>
          <p:nvPr/>
        </p:nvSpPr>
        <p:spPr>
          <a:xfrm>
            <a:off x="3543120" y="3057480"/>
            <a:ext cx="2572200" cy="428760"/>
          </a:xfrm>
          <a:custGeom>
            <a:avLst/>
            <a:gdLst/>
            <a:ahLst/>
            <a:cxnLst/>
            <a:rect l="0" t="0" r="r" b="b"/>
            <a:pathLst>
              <a:path w="7145" h="1191">
                <a:moveTo>
                  <a:pt x="0" y="0"/>
                </a:moveTo>
                <a:lnTo>
                  <a:pt x="7145" y="0"/>
                </a:lnTo>
                <a:lnTo>
                  <a:pt x="7145"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65" name="Freeform: Shape 2764"/>
          <p:cNvSpPr/>
          <p:nvPr/>
        </p:nvSpPr>
        <p:spPr>
          <a:xfrm>
            <a:off x="6114960" y="3057480"/>
            <a:ext cx="2524320" cy="428760"/>
          </a:xfrm>
          <a:custGeom>
            <a:avLst/>
            <a:gdLst/>
            <a:ahLst/>
            <a:cxnLst/>
            <a:rect l="0" t="0" r="r" b="b"/>
            <a:pathLst>
              <a:path w="7012" h="1191">
                <a:moveTo>
                  <a:pt x="0" y="0"/>
                </a:moveTo>
                <a:lnTo>
                  <a:pt x="7012" y="0"/>
                </a:lnTo>
                <a:lnTo>
                  <a:pt x="7012"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66" name="Freeform: Shape 2765"/>
          <p:cNvSpPr/>
          <p:nvPr/>
        </p:nvSpPr>
        <p:spPr>
          <a:xfrm>
            <a:off x="8638920" y="3057480"/>
            <a:ext cx="2800800" cy="428760"/>
          </a:xfrm>
          <a:custGeom>
            <a:avLst/>
            <a:gdLst/>
            <a:ahLst/>
            <a:cxnLst/>
            <a:rect l="0" t="0" r="r" b="b"/>
            <a:pathLst>
              <a:path w="7780" h="1191">
                <a:moveTo>
                  <a:pt x="0" y="0"/>
                </a:moveTo>
                <a:lnTo>
                  <a:pt x="7780" y="0"/>
                </a:lnTo>
                <a:lnTo>
                  <a:pt x="7780"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67" name="Freeform: Shape 2766"/>
          <p:cNvSpPr/>
          <p:nvPr/>
        </p:nvSpPr>
        <p:spPr>
          <a:xfrm>
            <a:off x="752400" y="3485880"/>
            <a:ext cx="2791080" cy="429120"/>
          </a:xfrm>
          <a:custGeom>
            <a:avLst/>
            <a:gdLst/>
            <a:ahLst/>
            <a:cxnLst/>
            <a:rect l="0" t="0" r="r" b="b"/>
            <a:pathLst>
              <a:path w="7753" h="1192">
                <a:moveTo>
                  <a:pt x="0" y="0"/>
                </a:moveTo>
                <a:lnTo>
                  <a:pt x="7753" y="0"/>
                </a:lnTo>
                <a:lnTo>
                  <a:pt x="7753"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68" name="Freeform: Shape 2767"/>
          <p:cNvSpPr/>
          <p:nvPr/>
        </p:nvSpPr>
        <p:spPr>
          <a:xfrm>
            <a:off x="3543120" y="3485880"/>
            <a:ext cx="2572200" cy="429120"/>
          </a:xfrm>
          <a:custGeom>
            <a:avLst/>
            <a:gdLst/>
            <a:ahLst/>
            <a:cxnLst/>
            <a:rect l="0" t="0" r="r" b="b"/>
            <a:pathLst>
              <a:path w="7145" h="1192">
                <a:moveTo>
                  <a:pt x="0" y="0"/>
                </a:moveTo>
                <a:lnTo>
                  <a:pt x="7145" y="0"/>
                </a:lnTo>
                <a:lnTo>
                  <a:pt x="7145"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69" name="Freeform: Shape 2768"/>
          <p:cNvSpPr/>
          <p:nvPr/>
        </p:nvSpPr>
        <p:spPr>
          <a:xfrm>
            <a:off x="6114960" y="3485880"/>
            <a:ext cx="2524320" cy="429120"/>
          </a:xfrm>
          <a:custGeom>
            <a:avLst/>
            <a:gdLst/>
            <a:ahLst/>
            <a:cxnLst/>
            <a:rect l="0" t="0" r="r" b="b"/>
            <a:pathLst>
              <a:path w="7012" h="1192">
                <a:moveTo>
                  <a:pt x="0" y="0"/>
                </a:moveTo>
                <a:lnTo>
                  <a:pt x="7012" y="0"/>
                </a:lnTo>
                <a:lnTo>
                  <a:pt x="7012"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70" name="Freeform: Shape 2769"/>
          <p:cNvSpPr/>
          <p:nvPr/>
        </p:nvSpPr>
        <p:spPr>
          <a:xfrm>
            <a:off x="8638920" y="3485880"/>
            <a:ext cx="2800800" cy="429120"/>
          </a:xfrm>
          <a:custGeom>
            <a:avLst/>
            <a:gdLst/>
            <a:ahLst/>
            <a:cxnLst/>
            <a:rect l="0" t="0" r="r" b="b"/>
            <a:pathLst>
              <a:path w="7780" h="1192">
                <a:moveTo>
                  <a:pt x="0" y="0"/>
                </a:moveTo>
                <a:lnTo>
                  <a:pt x="7780" y="0"/>
                </a:lnTo>
                <a:lnTo>
                  <a:pt x="7780"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71" name="Freeform: Shape 2770"/>
          <p:cNvSpPr/>
          <p:nvPr/>
        </p:nvSpPr>
        <p:spPr>
          <a:xfrm>
            <a:off x="752400" y="3485880"/>
            <a:ext cx="2791080" cy="429120"/>
          </a:xfrm>
          <a:custGeom>
            <a:avLst/>
            <a:gdLst/>
            <a:ahLst/>
            <a:cxnLst/>
            <a:rect l="0" t="0" r="r" b="b"/>
            <a:pathLst>
              <a:path w="7753" h="1192">
                <a:moveTo>
                  <a:pt x="0" y="0"/>
                </a:moveTo>
                <a:lnTo>
                  <a:pt x="7753" y="0"/>
                </a:lnTo>
                <a:lnTo>
                  <a:pt x="7753"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72" name="Freeform: Shape 2771"/>
          <p:cNvSpPr/>
          <p:nvPr/>
        </p:nvSpPr>
        <p:spPr>
          <a:xfrm>
            <a:off x="3543120" y="3485880"/>
            <a:ext cx="2572200" cy="429120"/>
          </a:xfrm>
          <a:custGeom>
            <a:avLst/>
            <a:gdLst/>
            <a:ahLst/>
            <a:cxnLst/>
            <a:rect l="0" t="0" r="r" b="b"/>
            <a:pathLst>
              <a:path w="7145" h="1192">
                <a:moveTo>
                  <a:pt x="0" y="0"/>
                </a:moveTo>
                <a:lnTo>
                  <a:pt x="7145" y="0"/>
                </a:lnTo>
                <a:lnTo>
                  <a:pt x="7145"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73" name="Freeform: Shape 2772"/>
          <p:cNvSpPr/>
          <p:nvPr/>
        </p:nvSpPr>
        <p:spPr>
          <a:xfrm>
            <a:off x="6114960" y="3485880"/>
            <a:ext cx="2524320" cy="429120"/>
          </a:xfrm>
          <a:custGeom>
            <a:avLst/>
            <a:gdLst/>
            <a:ahLst/>
            <a:cxnLst/>
            <a:rect l="0" t="0" r="r" b="b"/>
            <a:pathLst>
              <a:path w="7012" h="1192">
                <a:moveTo>
                  <a:pt x="0" y="0"/>
                </a:moveTo>
                <a:lnTo>
                  <a:pt x="7012" y="0"/>
                </a:lnTo>
                <a:lnTo>
                  <a:pt x="7012"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74" name="Freeform: Shape 2773"/>
          <p:cNvSpPr/>
          <p:nvPr/>
        </p:nvSpPr>
        <p:spPr>
          <a:xfrm>
            <a:off x="8638920" y="3485880"/>
            <a:ext cx="2800800" cy="429120"/>
          </a:xfrm>
          <a:custGeom>
            <a:avLst/>
            <a:gdLst/>
            <a:ahLst/>
            <a:cxnLst/>
            <a:rect l="0" t="0" r="r" b="b"/>
            <a:pathLst>
              <a:path w="7780" h="1192">
                <a:moveTo>
                  <a:pt x="0" y="0"/>
                </a:moveTo>
                <a:lnTo>
                  <a:pt x="7780" y="0"/>
                </a:lnTo>
                <a:lnTo>
                  <a:pt x="7780"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75" name="Freeform: Shape 2774"/>
          <p:cNvSpPr/>
          <p:nvPr/>
        </p:nvSpPr>
        <p:spPr>
          <a:xfrm>
            <a:off x="752400" y="3914640"/>
            <a:ext cx="2791080" cy="438480"/>
          </a:xfrm>
          <a:custGeom>
            <a:avLst/>
            <a:gdLst/>
            <a:ahLst/>
            <a:cxnLst/>
            <a:rect l="0" t="0" r="r" b="b"/>
            <a:pathLst>
              <a:path w="7753" h="1218">
                <a:moveTo>
                  <a:pt x="0" y="0"/>
                </a:moveTo>
                <a:lnTo>
                  <a:pt x="7753" y="0"/>
                </a:lnTo>
                <a:lnTo>
                  <a:pt x="7753"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76" name="Freeform: Shape 2775"/>
          <p:cNvSpPr/>
          <p:nvPr/>
        </p:nvSpPr>
        <p:spPr>
          <a:xfrm>
            <a:off x="3543120" y="3914640"/>
            <a:ext cx="2572200" cy="438480"/>
          </a:xfrm>
          <a:custGeom>
            <a:avLst/>
            <a:gdLst/>
            <a:ahLst/>
            <a:cxnLst/>
            <a:rect l="0" t="0" r="r" b="b"/>
            <a:pathLst>
              <a:path w="7145" h="1218">
                <a:moveTo>
                  <a:pt x="0" y="0"/>
                </a:moveTo>
                <a:lnTo>
                  <a:pt x="7145" y="0"/>
                </a:lnTo>
                <a:lnTo>
                  <a:pt x="7145"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77" name="Freeform: Shape 2776"/>
          <p:cNvSpPr/>
          <p:nvPr/>
        </p:nvSpPr>
        <p:spPr>
          <a:xfrm>
            <a:off x="6114960" y="3914640"/>
            <a:ext cx="2524320" cy="438480"/>
          </a:xfrm>
          <a:custGeom>
            <a:avLst/>
            <a:gdLst/>
            <a:ahLst/>
            <a:cxnLst/>
            <a:rect l="0" t="0" r="r" b="b"/>
            <a:pathLst>
              <a:path w="7012" h="1218">
                <a:moveTo>
                  <a:pt x="0" y="0"/>
                </a:moveTo>
                <a:lnTo>
                  <a:pt x="7012" y="0"/>
                </a:lnTo>
                <a:lnTo>
                  <a:pt x="7012"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78" name="Freeform: Shape 2777"/>
          <p:cNvSpPr/>
          <p:nvPr/>
        </p:nvSpPr>
        <p:spPr>
          <a:xfrm>
            <a:off x="8638920" y="3914640"/>
            <a:ext cx="2800800" cy="438480"/>
          </a:xfrm>
          <a:custGeom>
            <a:avLst/>
            <a:gdLst/>
            <a:ahLst/>
            <a:cxnLst/>
            <a:rect l="0" t="0" r="r" b="b"/>
            <a:pathLst>
              <a:path w="7780" h="1218">
                <a:moveTo>
                  <a:pt x="0" y="0"/>
                </a:moveTo>
                <a:lnTo>
                  <a:pt x="7780" y="0"/>
                </a:lnTo>
                <a:lnTo>
                  <a:pt x="7780"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79" name="Freeform: Shape 2778"/>
          <p:cNvSpPr/>
          <p:nvPr/>
        </p:nvSpPr>
        <p:spPr>
          <a:xfrm>
            <a:off x="752400" y="3914640"/>
            <a:ext cx="2791080" cy="438480"/>
          </a:xfrm>
          <a:custGeom>
            <a:avLst/>
            <a:gdLst/>
            <a:ahLst/>
            <a:cxnLst/>
            <a:rect l="0" t="0" r="r" b="b"/>
            <a:pathLst>
              <a:path w="7753" h="1218">
                <a:moveTo>
                  <a:pt x="0" y="0"/>
                </a:moveTo>
                <a:lnTo>
                  <a:pt x="7753" y="0"/>
                </a:lnTo>
                <a:lnTo>
                  <a:pt x="7753"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80" name="Freeform: Shape 2779"/>
          <p:cNvSpPr/>
          <p:nvPr/>
        </p:nvSpPr>
        <p:spPr>
          <a:xfrm>
            <a:off x="3543120" y="3914640"/>
            <a:ext cx="2572200" cy="438480"/>
          </a:xfrm>
          <a:custGeom>
            <a:avLst/>
            <a:gdLst/>
            <a:ahLst/>
            <a:cxnLst/>
            <a:rect l="0" t="0" r="r" b="b"/>
            <a:pathLst>
              <a:path w="7145" h="1218">
                <a:moveTo>
                  <a:pt x="0" y="0"/>
                </a:moveTo>
                <a:lnTo>
                  <a:pt x="7145" y="0"/>
                </a:lnTo>
                <a:lnTo>
                  <a:pt x="7145"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81" name="Freeform: Shape 2780"/>
          <p:cNvSpPr/>
          <p:nvPr/>
        </p:nvSpPr>
        <p:spPr>
          <a:xfrm>
            <a:off x="6114960" y="3914640"/>
            <a:ext cx="2524320" cy="438480"/>
          </a:xfrm>
          <a:custGeom>
            <a:avLst/>
            <a:gdLst/>
            <a:ahLst/>
            <a:cxnLst/>
            <a:rect l="0" t="0" r="r" b="b"/>
            <a:pathLst>
              <a:path w="7012" h="1218">
                <a:moveTo>
                  <a:pt x="0" y="0"/>
                </a:moveTo>
                <a:lnTo>
                  <a:pt x="7012" y="0"/>
                </a:lnTo>
                <a:lnTo>
                  <a:pt x="7012"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82" name="Freeform: Shape 2781"/>
          <p:cNvSpPr/>
          <p:nvPr/>
        </p:nvSpPr>
        <p:spPr>
          <a:xfrm>
            <a:off x="8638920" y="3914640"/>
            <a:ext cx="2800800" cy="438480"/>
          </a:xfrm>
          <a:custGeom>
            <a:avLst/>
            <a:gdLst/>
            <a:ahLst/>
            <a:cxnLst/>
            <a:rect l="0" t="0" r="r" b="b"/>
            <a:pathLst>
              <a:path w="7780" h="1218">
                <a:moveTo>
                  <a:pt x="0" y="0"/>
                </a:moveTo>
                <a:lnTo>
                  <a:pt x="7780" y="0"/>
                </a:lnTo>
                <a:lnTo>
                  <a:pt x="7780"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83" name="Freeform: Shape 2782"/>
          <p:cNvSpPr/>
          <p:nvPr/>
        </p:nvSpPr>
        <p:spPr>
          <a:xfrm>
            <a:off x="752400" y="4352760"/>
            <a:ext cx="2791080" cy="429120"/>
          </a:xfrm>
          <a:custGeom>
            <a:avLst/>
            <a:gdLst/>
            <a:ahLst/>
            <a:cxnLst/>
            <a:rect l="0" t="0" r="r" b="b"/>
            <a:pathLst>
              <a:path w="7753" h="1192">
                <a:moveTo>
                  <a:pt x="0" y="0"/>
                </a:moveTo>
                <a:lnTo>
                  <a:pt x="7753" y="0"/>
                </a:lnTo>
                <a:lnTo>
                  <a:pt x="7753"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84" name="Freeform: Shape 2783"/>
          <p:cNvSpPr/>
          <p:nvPr/>
        </p:nvSpPr>
        <p:spPr>
          <a:xfrm>
            <a:off x="3543120" y="4352760"/>
            <a:ext cx="2572200" cy="429120"/>
          </a:xfrm>
          <a:custGeom>
            <a:avLst/>
            <a:gdLst/>
            <a:ahLst/>
            <a:cxnLst/>
            <a:rect l="0" t="0" r="r" b="b"/>
            <a:pathLst>
              <a:path w="7145" h="1192">
                <a:moveTo>
                  <a:pt x="0" y="0"/>
                </a:moveTo>
                <a:lnTo>
                  <a:pt x="7145" y="0"/>
                </a:lnTo>
                <a:lnTo>
                  <a:pt x="7145"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85" name="Freeform: Shape 2784"/>
          <p:cNvSpPr/>
          <p:nvPr/>
        </p:nvSpPr>
        <p:spPr>
          <a:xfrm>
            <a:off x="6114960" y="4352760"/>
            <a:ext cx="2524320" cy="429120"/>
          </a:xfrm>
          <a:custGeom>
            <a:avLst/>
            <a:gdLst/>
            <a:ahLst/>
            <a:cxnLst/>
            <a:rect l="0" t="0" r="r" b="b"/>
            <a:pathLst>
              <a:path w="7012" h="1192">
                <a:moveTo>
                  <a:pt x="0" y="0"/>
                </a:moveTo>
                <a:lnTo>
                  <a:pt x="7012" y="0"/>
                </a:lnTo>
                <a:lnTo>
                  <a:pt x="7012"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86" name="Freeform: Shape 2785"/>
          <p:cNvSpPr/>
          <p:nvPr/>
        </p:nvSpPr>
        <p:spPr>
          <a:xfrm>
            <a:off x="8638920" y="4352760"/>
            <a:ext cx="2800800" cy="429120"/>
          </a:xfrm>
          <a:custGeom>
            <a:avLst/>
            <a:gdLst/>
            <a:ahLst/>
            <a:cxnLst/>
            <a:rect l="0" t="0" r="r" b="b"/>
            <a:pathLst>
              <a:path w="7780" h="1192">
                <a:moveTo>
                  <a:pt x="0" y="0"/>
                </a:moveTo>
                <a:lnTo>
                  <a:pt x="7780" y="0"/>
                </a:lnTo>
                <a:lnTo>
                  <a:pt x="7780" y="1192"/>
                </a:lnTo>
                <a:lnTo>
                  <a:pt x="0" y="1192"/>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87" name="Freeform: Shape 2786"/>
          <p:cNvSpPr/>
          <p:nvPr/>
        </p:nvSpPr>
        <p:spPr>
          <a:xfrm>
            <a:off x="752400" y="4352760"/>
            <a:ext cx="2791080" cy="429120"/>
          </a:xfrm>
          <a:custGeom>
            <a:avLst/>
            <a:gdLst/>
            <a:ahLst/>
            <a:cxnLst/>
            <a:rect l="0" t="0" r="r" b="b"/>
            <a:pathLst>
              <a:path w="7753" h="1192">
                <a:moveTo>
                  <a:pt x="0" y="0"/>
                </a:moveTo>
                <a:lnTo>
                  <a:pt x="7753" y="0"/>
                </a:lnTo>
                <a:lnTo>
                  <a:pt x="7753"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88" name="Freeform: Shape 2787"/>
          <p:cNvSpPr/>
          <p:nvPr/>
        </p:nvSpPr>
        <p:spPr>
          <a:xfrm>
            <a:off x="3543120" y="4352760"/>
            <a:ext cx="2572200" cy="429120"/>
          </a:xfrm>
          <a:custGeom>
            <a:avLst/>
            <a:gdLst/>
            <a:ahLst/>
            <a:cxnLst/>
            <a:rect l="0" t="0" r="r" b="b"/>
            <a:pathLst>
              <a:path w="7145" h="1192">
                <a:moveTo>
                  <a:pt x="0" y="0"/>
                </a:moveTo>
                <a:lnTo>
                  <a:pt x="7145" y="0"/>
                </a:lnTo>
                <a:lnTo>
                  <a:pt x="7145"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89" name="Freeform: Shape 2788"/>
          <p:cNvSpPr/>
          <p:nvPr/>
        </p:nvSpPr>
        <p:spPr>
          <a:xfrm>
            <a:off x="6114960" y="4352760"/>
            <a:ext cx="2524320" cy="429120"/>
          </a:xfrm>
          <a:custGeom>
            <a:avLst/>
            <a:gdLst/>
            <a:ahLst/>
            <a:cxnLst/>
            <a:rect l="0" t="0" r="r" b="b"/>
            <a:pathLst>
              <a:path w="7012" h="1192">
                <a:moveTo>
                  <a:pt x="0" y="0"/>
                </a:moveTo>
                <a:lnTo>
                  <a:pt x="7012" y="0"/>
                </a:lnTo>
                <a:lnTo>
                  <a:pt x="7012"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90" name="Freeform: Shape 2789"/>
          <p:cNvSpPr/>
          <p:nvPr/>
        </p:nvSpPr>
        <p:spPr>
          <a:xfrm>
            <a:off x="8638920" y="4352760"/>
            <a:ext cx="2800800" cy="429120"/>
          </a:xfrm>
          <a:custGeom>
            <a:avLst/>
            <a:gdLst/>
            <a:ahLst/>
            <a:cxnLst/>
            <a:rect l="0" t="0" r="r" b="b"/>
            <a:pathLst>
              <a:path w="7780" h="1192">
                <a:moveTo>
                  <a:pt x="0" y="0"/>
                </a:moveTo>
                <a:lnTo>
                  <a:pt x="7780" y="0"/>
                </a:lnTo>
                <a:lnTo>
                  <a:pt x="7780"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91" name="Freeform: Shape 2790"/>
          <p:cNvSpPr/>
          <p:nvPr/>
        </p:nvSpPr>
        <p:spPr>
          <a:xfrm>
            <a:off x="752400" y="4781520"/>
            <a:ext cx="2791080" cy="428760"/>
          </a:xfrm>
          <a:custGeom>
            <a:avLst/>
            <a:gdLst/>
            <a:ahLst/>
            <a:cxnLst/>
            <a:rect l="0" t="0" r="r" b="b"/>
            <a:pathLst>
              <a:path w="7753" h="1191">
                <a:moveTo>
                  <a:pt x="0" y="0"/>
                </a:moveTo>
                <a:lnTo>
                  <a:pt x="7753" y="0"/>
                </a:lnTo>
                <a:lnTo>
                  <a:pt x="7753"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92" name="Freeform: Shape 2791"/>
          <p:cNvSpPr/>
          <p:nvPr/>
        </p:nvSpPr>
        <p:spPr>
          <a:xfrm>
            <a:off x="3543120" y="4781520"/>
            <a:ext cx="2572200" cy="428760"/>
          </a:xfrm>
          <a:custGeom>
            <a:avLst/>
            <a:gdLst/>
            <a:ahLst/>
            <a:cxnLst/>
            <a:rect l="0" t="0" r="r" b="b"/>
            <a:pathLst>
              <a:path w="7145" h="1191">
                <a:moveTo>
                  <a:pt x="0" y="0"/>
                </a:moveTo>
                <a:lnTo>
                  <a:pt x="7145" y="0"/>
                </a:lnTo>
                <a:lnTo>
                  <a:pt x="7145"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93" name="Freeform: Shape 2792"/>
          <p:cNvSpPr/>
          <p:nvPr/>
        </p:nvSpPr>
        <p:spPr>
          <a:xfrm>
            <a:off x="6114960" y="4781520"/>
            <a:ext cx="2524320" cy="428760"/>
          </a:xfrm>
          <a:custGeom>
            <a:avLst/>
            <a:gdLst/>
            <a:ahLst/>
            <a:cxnLst/>
            <a:rect l="0" t="0" r="r" b="b"/>
            <a:pathLst>
              <a:path w="7012" h="1191">
                <a:moveTo>
                  <a:pt x="0" y="0"/>
                </a:moveTo>
                <a:lnTo>
                  <a:pt x="7012" y="0"/>
                </a:lnTo>
                <a:lnTo>
                  <a:pt x="7012"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94" name="Freeform: Shape 2793"/>
          <p:cNvSpPr/>
          <p:nvPr/>
        </p:nvSpPr>
        <p:spPr>
          <a:xfrm>
            <a:off x="8638920" y="4781520"/>
            <a:ext cx="2800800" cy="428760"/>
          </a:xfrm>
          <a:custGeom>
            <a:avLst/>
            <a:gdLst/>
            <a:ahLst/>
            <a:cxnLst/>
            <a:rect l="0" t="0" r="r" b="b"/>
            <a:pathLst>
              <a:path w="7780" h="1191">
                <a:moveTo>
                  <a:pt x="0" y="0"/>
                </a:moveTo>
                <a:lnTo>
                  <a:pt x="7780" y="0"/>
                </a:lnTo>
                <a:lnTo>
                  <a:pt x="7780"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95" name="Freeform: Shape 2794"/>
          <p:cNvSpPr/>
          <p:nvPr/>
        </p:nvSpPr>
        <p:spPr>
          <a:xfrm>
            <a:off x="752400" y="4781520"/>
            <a:ext cx="2791080" cy="428760"/>
          </a:xfrm>
          <a:custGeom>
            <a:avLst/>
            <a:gdLst/>
            <a:ahLst/>
            <a:cxnLst/>
            <a:rect l="0" t="0" r="r" b="b"/>
            <a:pathLst>
              <a:path w="7753" h="1191">
                <a:moveTo>
                  <a:pt x="0" y="0"/>
                </a:moveTo>
                <a:lnTo>
                  <a:pt x="7753" y="0"/>
                </a:lnTo>
                <a:lnTo>
                  <a:pt x="7753"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96" name="Freeform: Shape 2795"/>
          <p:cNvSpPr/>
          <p:nvPr/>
        </p:nvSpPr>
        <p:spPr>
          <a:xfrm>
            <a:off x="3543120" y="4781520"/>
            <a:ext cx="2572200" cy="428760"/>
          </a:xfrm>
          <a:custGeom>
            <a:avLst/>
            <a:gdLst/>
            <a:ahLst/>
            <a:cxnLst/>
            <a:rect l="0" t="0" r="r" b="b"/>
            <a:pathLst>
              <a:path w="7145" h="1191">
                <a:moveTo>
                  <a:pt x="0" y="0"/>
                </a:moveTo>
                <a:lnTo>
                  <a:pt x="7145" y="0"/>
                </a:lnTo>
                <a:lnTo>
                  <a:pt x="7145"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97" name="Freeform: Shape 2796"/>
          <p:cNvSpPr/>
          <p:nvPr/>
        </p:nvSpPr>
        <p:spPr>
          <a:xfrm>
            <a:off x="6114960" y="4781520"/>
            <a:ext cx="2524320" cy="428760"/>
          </a:xfrm>
          <a:custGeom>
            <a:avLst/>
            <a:gdLst/>
            <a:ahLst/>
            <a:cxnLst/>
            <a:rect l="0" t="0" r="r" b="b"/>
            <a:pathLst>
              <a:path w="7012" h="1191">
                <a:moveTo>
                  <a:pt x="0" y="0"/>
                </a:moveTo>
                <a:lnTo>
                  <a:pt x="7012" y="0"/>
                </a:lnTo>
                <a:lnTo>
                  <a:pt x="7012"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98" name="Freeform: Shape 2797"/>
          <p:cNvSpPr/>
          <p:nvPr/>
        </p:nvSpPr>
        <p:spPr>
          <a:xfrm>
            <a:off x="8638920" y="4781520"/>
            <a:ext cx="2800800" cy="428760"/>
          </a:xfrm>
          <a:custGeom>
            <a:avLst/>
            <a:gdLst/>
            <a:ahLst/>
            <a:cxnLst/>
            <a:rect l="0" t="0" r="r" b="b"/>
            <a:pathLst>
              <a:path w="7780" h="1191">
                <a:moveTo>
                  <a:pt x="0" y="0"/>
                </a:moveTo>
                <a:lnTo>
                  <a:pt x="7780" y="0"/>
                </a:lnTo>
                <a:lnTo>
                  <a:pt x="7780"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799" name="Freeform: Shape 2798"/>
          <p:cNvSpPr/>
          <p:nvPr/>
        </p:nvSpPr>
        <p:spPr>
          <a:xfrm>
            <a:off x="752400" y="5209920"/>
            <a:ext cx="2791080" cy="438480"/>
          </a:xfrm>
          <a:custGeom>
            <a:avLst/>
            <a:gdLst/>
            <a:ahLst/>
            <a:cxnLst/>
            <a:rect l="0" t="0" r="r" b="b"/>
            <a:pathLst>
              <a:path w="7753" h="1218">
                <a:moveTo>
                  <a:pt x="0" y="0"/>
                </a:moveTo>
                <a:lnTo>
                  <a:pt x="7753" y="0"/>
                </a:lnTo>
                <a:lnTo>
                  <a:pt x="7753"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00" name="Freeform: Shape 2799"/>
          <p:cNvSpPr/>
          <p:nvPr/>
        </p:nvSpPr>
        <p:spPr>
          <a:xfrm>
            <a:off x="3543120" y="5209920"/>
            <a:ext cx="2572200" cy="438480"/>
          </a:xfrm>
          <a:custGeom>
            <a:avLst/>
            <a:gdLst/>
            <a:ahLst/>
            <a:cxnLst/>
            <a:rect l="0" t="0" r="r" b="b"/>
            <a:pathLst>
              <a:path w="7145" h="1218">
                <a:moveTo>
                  <a:pt x="0" y="0"/>
                </a:moveTo>
                <a:lnTo>
                  <a:pt x="7145" y="0"/>
                </a:lnTo>
                <a:lnTo>
                  <a:pt x="7145"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01" name="Freeform: Shape 2800"/>
          <p:cNvSpPr/>
          <p:nvPr/>
        </p:nvSpPr>
        <p:spPr>
          <a:xfrm>
            <a:off x="6114960" y="5209920"/>
            <a:ext cx="2524320" cy="438480"/>
          </a:xfrm>
          <a:custGeom>
            <a:avLst/>
            <a:gdLst/>
            <a:ahLst/>
            <a:cxnLst/>
            <a:rect l="0" t="0" r="r" b="b"/>
            <a:pathLst>
              <a:path w="7012" h="1218">
                <a:moveTo>
                  <a:pt x="0" y="0"/>
                </a:moveTo>
                <a:lnTo>
                  <a:pt x="7012" y="0"/>
                </a:lnTo>
                <a:lnTo>
                  <a:pt x="7012"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02" name="Freeform: Shape 2801"/>
          <p:cNvSpPr/>
          <p:nvPr/>
        </p:nvSpPr>
        <p:spPr>
          <a:xfrm>
            <a:off x="8638920" y="5209920"/>
            <a:ext cx="2800800" cy="438480"/>
          </a:xfrm>
          <a:custGeom>
            <a:avLst/>
            <a:gdLst/>
            <a:ahLst/>
            <a:cxnLst/>
            <a:rect l="0" t="0" r="r" b="b"/>
            <a:pathLst>
              <a:path w="7780" h="1218">
                <a:moveTo>
                  <a:pt x="0" y="0"/>
                </a:moveTo>
                <a:lnTo>
                  <a:pt x="7780" y="0"/>
                </a:lnTo>
                <a:lnTo>
                  <a:pt x="7780" y="1218"/>
                </a:lnTo>
                <a:lnTo>
                  <a:pt x="0" y="1218"/>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03" name="Freeform: Shape 2802"/>
          <p:cNvSpPr/>
          <p:nvPr/>
        </p:nvSpPr>
        <p:spPr>
          <a:xfrm>
            <a:off x="752400" y="5209920"/>
            <a:ext cx="2791080" cy="438480"/>
          </a:xfrm>
          <a:custGeom>
            <a:avLst/>
            <a:gdLst/>
            <a:ahLst/>
            <a:cxnLst/>
            <a:rect l="0" t="0" r="r" b="b"/>
            <a:pathLst>
              <a:path w="7753" h="1218">
                <a:moveTo>
                  <a:pt x="0" y="0"/>
                </a:moveTo>
                <a:lnTo>
                  <a:pt x="7753" y="0"/>
                </a:lnTo>
                <a:lnTo>
                  <a:pt x="7753"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04" name="Freeform: Shape 2803"/>
          <p:cNvSpPr/>
          <p:nvPr/>
        </p:nvSpPr>
        <p:spPr>
          <a:xfrm>
            <a:off x="3543120" y="5209920"/>
            <a:ext cx="2572200" cy="438480"/>
          </a:xfrm>
          <a:custGeom>
            <a:avLst/>
            <a:gdLst/>
            <a:ahLst/>
            <a:cxnLst/>
            <a:rect l="0" t="0" r="r" b="b"/>
            <a:pathLst>
              <a:path w="7145" h="1218">
                <a:moveTo>
                  <a:pt x="0" y="0"/>
                </a:moveTo>
                <a:lnTo>
                  <a:pt x="7145" y="0"/>
                </a:lnTo>
                <a:lnTo>
                  <a:pt x="7145"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05" name="Freeform: Shape 2804"/>
          <p:cNvSpPr/>
          <p:nvPr/>
        </p:nvSpPr>
        <p:spPr>
          <a:xfrm>
            <a:off x="6114960" y="5209920"/>
            <a:ext cx="2524320" cy="438480"/>
          </a:xfrm>
          <a:custGeom>
            <a:avLst/>
            <a:gdLst/>
            <a:ahLst/>
            <a:cxnLst/>
            <a:rect l="0" t="0" r="r" b="b"/>
            <a:pathLst>
              <a:path w="7012" h="1218">
                <a:moveTo>
                  <a:pt x="0" y="0"/>
                </a:moveTo>
                <a:lnTo>
                  <a:pt x="7012" y="0"/>
                </a:lnTo>
                <a:lnTo>
                  <a:pt x="7012"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06" name="Freeform: Shape 2805"/>
          <p:cNvSpPr/>
          <p:nvPr/>
        </p:nvSpPr>
        <p:spPr>
          <a:xfrm>
            <a:off x="8638920" y="5209920"/>
            <a:ext cx="2800800" cy="438480"/>
          </a:xfrm>
          <a:custGeom>
            <a:avLst/>
            <a:gdLst/>
            <a:ahLst/>
            <a:cxnLst/>
            <a:rect l="0" t="0" r="r" b="b"/>
            <a:pathLst>
              <a:path w="7780" h="1218">
                <a:moveTo>
                  <a:pt x="0" y="0"/>
                </a:moveTo>
                <a:lnTo>
                  <a:pt x="7780" y="0"/>
                </a:lnTo>
                <a:lnTo>
                  <a:pt x="7780"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07" name="Freeform: Shape 2806"/>
          <p:cNvSpPr/>
          <p:nvPr/>
        </p:nvSpPr>
        <p:spPr>
          <a:xfrm>
            <a:off x="752400" y="17524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08" name="Freeform: Shape 2807"/>
          <p:cNvSpPr/>
          <p:nvPr/>
        </p:nvSpPr>
        <p:spPr>
          <a:xfrm>
            <a:off x="752400" y="1752480"/>
            <a:ext cx="2800440" cy="9720"/>
          </a:xfrm>
          <a:custGeom>
            <a:avLst/>
            <a:gdLst/>
            <a:ahLst/>
            <a:cxnLst/>
            <a:rect l="0" t="0" r="r" b="b"/>
            <a:pathLst>
              <a:path w="7779" h="27">
                <a:moveTo>
                  <a:pt x="0" y="0"/>
                </a:moveTo>
                <a:lnTo>
                  <a:pt x="7779" y="0"/>
                </a:lnTo>
                <a:lnTo>
                  <a:pt x="7779"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09" name="Freeform: Shape 2808"/>
          <p:cNvSpPr/>
          <p:nvPr/>
        </p:nvSpPr>
        <p:spPr>
          <a:xfrm>
            <a:off x="3543120" y="17524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10" name="Freeform: Shape 2809"/>
          <p:cNvSpPr/>
          <p:nvPr/>
        </p:nvSpPr>
        <p:spPr>
          <a:xfrm>
            <a:off x="3552480" y="1752480"/>
            <a:ext cx="2572200" cy="9720"/>
          </a:xfrm>
          <a:custGeom>
            <a:avLst/>
            <a:gdLst/>
            <a:ahLst/>
            <a:cxnLst/>
            <a:rect l="0" t="0" r="r" b="b"/>
            <a:pathLst>
              <a:path w="7145" h="27">
                <a:moveTo>
                  <a:pt x="0" y="0"/>
                </a:moveTo>
                <a:lnTo>
                  <a:pt x="7145" y="0"/>
                </a:lnTo>
                <a:lnTo>
                  <a:pt x="714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11" name="Freeform: Shape 2810"/>
          <p:cNvSpPr/>
          <p:nvPr/>
        </p:nvSpPr>
        <p:spPr>
          <a:xfrm>
            <a:off x="6114960" y="17524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12" name="Freeform: Shape 2811"/>
          <p:cNvSpPr/>
          <p:nvPr/>
        </p:nvSpPr>
        <p:spPr>
          <a:xfrm>
            <a:off x="6124320" y="1752480"/>
            <a:ext cx="2514960" cy="9720"/>
          </a:xfrm>
          <a:custGeom>
            <a:avLst/>
            <a:gdLst/>
            <a:ahLst/>
            <a:cxnLst/>
            <a:rect l="0" t="0" r="r" b="b"/>
            <a:pathLst>
              <a:path w="6986" h="27">
                <a:moveTo>
                  <a:pt x="0" y="0"/>
                </a:moveTo>
                <a:lnTo>
                  <a:pt x="6986" y="0"/>
                </a:lnTo>
                <a:lnTo>
                  <a:pt x="698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13" name="Freeform: Shape 2812"/>
          <p:cNvSpPr/>
          <p:nvPr/>
        </p:nvSpPr>
        <p:spPr>
          <a:xfrm>
            <a:off x="8629560" y="17524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14" name="Freeform: Shape 2813"/>
          <p:cNvSpPr/>
          <p:nvPr/>
        </p:nvSpPr>
        <p:spPr>
          <a:xfrm>
            <a:off x="8638920" y="1752480"/>
            <a:ext cx="2810160" cy="9720"/>
          </a:xfrm>
          <a:custGeom>
            <a:avLst/>
            <a:gdLst/>
            <a:ahLst/>
            <a:cxnLst/>
            <a:rect l="0" t="0" r="r" b="b"/>
            <a:pathLst>
              <a:path w="7806" h="27">
                <a:moveTo>
                  <a:pt x="0" y="0"/>
                </a:moveTo>
                <a:lnTo>
                  <a:pt x="7806" y="0"/>
                </a:lnTo>
                <a:lnTo>
                  <a:pt x="780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15" name="Freeform: Shape 2814"/>
          <p:cNvSpPr/>
          <p:nvPr/>
        </p:nvSpPr>
        <p:spPr>
          <a:xfrm>
            <a:off x="11439360" y="17524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16" name="Freeform: Shape 2815"/>
          <p:cNvSpPr/>
          <p:nvPr/>
        </p:nvSpPr>
        <p:spPr>
          <a:xfrm>
            <a:off x="752400" y="2180880"/>
            <a:ext cx="2800440" cy="10080"/>
          </a:xfrm>
          <a:custGeom>
            <a:avLst/>
            <a:gdLst/>
            <a:ahLst/>
            <a:cxnLst/>
            <a:rect l="0" t="0" r="r" b="b"/>
            <a:pathLst>
              <a:path w="7779" h="28">
                <a:moveTo>
                  <a:pt x="0" y="0"/>
                </a:moveTo>
                <a:lnTo>
                  <a:pt x="7779" y="0"/>
                </a:lnTo>
                <a:lnTo>
                  <a:pt x="777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17" name="Freeform: Shape 2816"/>
          <p:cNvSpPr/>
          <p:nvPr/>
        </p:nvSpPr>
        <p:spPr>
          <a:xfrm>
            <a:off x="3552480" y="2180880"/>
            <a:ext cx="2572200" cy="10080"/>
          </a:xfrm>
          <a:custGeom>
            <a:avLst/>
            <a:gdLst/>
            <a:ahLst/>
            <a:cxnLst/>
            <a:rect l="0" t="0" r="r" b="b"/>
            <a:pathLst>
              <a:path w="7145" h="28">
                <a:moveTo>
                  <a:pt x="0" y="0"/>
                </a:moveTo>
                <a:lnTo>
                  <a:pt x="7145" y="0"/>
                </a:lnTo>
                <a:lnTo>
                  <a:pt x="714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18" name="Freeform: Shape 2817"/>
          <p:cNvSpPr/>
          <p:nvPr/>
        </p:nvSpPr>
        <p:spPr>
          <a:xfrm>
            <a:off x="6124320" y="2180880"/>
            <a:ext cx="2514960" cy="10080"/>
          </a:xfrm>
          <a:custGeom>
            <a:avLst/>
            <a:gdLst/>
            <a:ahLst/>
            <a:cxnLst/>
            <a:rect l="0" t="0" r="r" b="b"/>
            <a:pathLst>
              <a:path w="6986" h="28">
                <a:moveTo>
                  <a:pt x="0" y="0"/>
                </a:moveTo>
                <a:lnTo>
                  <a:pt x="6986" y="0"/>
                </a:lnTo>
                <a:lnTo>
                  <a:pt x="698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19" name="Freeform: Shape 2818"/>
          <p:cNvSpPr/>
          <p:nvPr/>
        </p:nvSpPr>
        <p:spPr>
          <a:xfrm>
            <a:off x="8638920" y="2180880"/>
            <a:ext cx="2810160" cy="10080"/>
          </a:xfrm>
          <a:custGeom>
            <a:avLst/>
            <a:gdLst/>
            <a:ahLst/>
            <a:cxnLst/>
            <a:rect l="0" t="0" r="r" b="b"/>
            <a:pathLst>
              <a:path w="7806" h="28">
                <a:moveTo>
                  <a:pt x="0" y="0"/>
                </a:moveTo>
                <a:lnTo>
                  <a:pt x="7806" y="0"/>
                </a:lnTo>
                <a:lnTo>
                  <a:pt x="780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20" name="Freeform: Shape 2819"/>
          <p:cNvSpPr/>
          <p:nvPr/>
        </p:nvSpPr>
        <p:spPr>
          <a:xfrm>
            <a:off x="752400" y="2190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21" name="Freeform: Shape 2820"/>
          <p:cNvSpPr/>
          <p:nvPr/>
        </p:nvSpPr>
        <p:spPr>
          <a:xfrm>
            <a:off x="3543120" y="2190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22" name="Freeform: Shape 2821"/>
          <p:cNvSpPr/>
          <p:nvPr/>
        </p:nvSpPr>
        <p:spPr>
          <a:xfrm>
            <a:off x="6114960" y="2190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23" name="Freeform: Shape 2822"/>
          <p:cNvSpPr/>
          <p:nvPr/>
        </p:nvSpPr>
        <p:spPr>
          <a:xfrm>
            <a:off x="8629560" y="2190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24" name="Freeform: Shape 2823"/>
          <p:cNvSpPr/>
          <p:nvPr/>
        </p:nvSpPr>
        <p:spPr>
          <a:xfrm>
            <a:off x="11439360" y="219060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25" name="Freeform: Shape 2824"/>
          <p:cNvSpPr/>
          <p:nvPr/>
        </p:nvSpPr>
        <p:spPr>
          <a:xfrm>
            <a:off x="752400" y="2628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26" name="Freeform: Shape 2825"/>
          <p:cNvSpPr/>
          <p:nvPr/>
        </p:nvSpPr>
        <p:spPr>
          <a:xfrm>
            <a:off x="752400" y="2619360"/>
            <a:ext cx="2800440" cy="9720"/>
          </a:xfrm>
          <a:custGeom>
            <a:avLst/>
            <a:gdLst/>
            <a:ahLst/>
            <a:cxnLst/>
            <a:rect l="0" t="0" r="r" b="b"/>
            <a:pathLst>
              <a:path w="7779" h="27">
                <a:moveTo>
                  <a:pt x="0" y="0"/>
                </a:moveTo>
                <a:lnTo>
                  <a:pt x="7779" y="0"/>
                </a:lnTo>
                <a:lnTo>
                  <a:pt x="7779"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27" name="Freeform: Shape 2826"/>
          <p:cNvSpPr/>
          <p:nvPr/>
        </p:nvSpPr>
        <p:spPr>
          <a:xfrm>
            <a:off x="3543120" y="2628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28" name="Freeform: Shape 2827"/>
          <p:cNvSpPr/>
          <p:nvPr/>
        </p:nvSpPr>
        <p:spPr>
          <a:xfrm>
            <a:off x="3552480" y="2619360"/>
            <a:ext cx="2572200" cy="9720"/>
          </a:xfrm>
          <a:custGeom>
            <a:avLst/>
            <a:gdLst/>
            <a:ahLst/>
            <a:cxnLst/>
            <a:rect l="0" t="0" r="r" b="b"/>
            <a:pathLst>
              <a:path w="7145" h="27">
                <a:moveTo>
                  <a:pt x="0" y="0"/>
                </a:moveTo>
                <a:lnTo>
                  <a:pt x="7145" y="0"/>
                </a:lnTo>
                <a:lnTo>
                  <a:pt x="714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29" name="Freeform: Shape 2828"/>
          <p:cNvSpPr/>
          <p:nvPr/>
        </p:nvSpPr>
        <p:spPr>
          <a:xfrm>
            <a:off x="6114960" y="2628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30" name="Freeform: Shape 2829"/>
          <p:cNvSpPr/>
          <p:nvPr/>
        </p:nvSpPr>
        <p:spPr>
          <a:xfrm>
            <a:off x="6124320" y="2619360"/>
            <a:ext cx="2514960" cy="9720"/>
          </a:xfrm>
          <a:custGeom>
            <a:avLst/>
            <a:gdLst/>
            <a:ahLst/>
            <a:cxnLst/>
            <a:rect l="0" t="0" r="r" b="b"/>
            <a:pathLst>
              <a:path w="6986" h="27">
                <a:moveTo>
                  <a:pt x="0" y="0"/>
                </a:moveTo>
                <a:lnTo>
                  <a:pt x="6986" y="0"/>
                </a:lnTo>
                <a:lnTo>
                  <a:pt x="698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31" name="Freeform: Shape 2830"/>
          <p:cNvSpPr/>
          <p:nvPr/>
        </p:nvSpPr>
        <p:spPr>
          <a:xfrm>
            <a:off x="8629560" y="2628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32" name="Freeform: Shape 2831"/>
          <p:cNvSpPr/>
          <p:nvPr/>
        </p:nvSpPr>
        <p:spPr>
          <a:xfrm>
            <a:off x="8638920" y="2619360"/>
            <a:ext cx="2810160" cy="9720"/>
          </a:xfrm>
          <a:custGeom>
            <a:avLst/>
            <a:gdLst/>
            <a:ahLst/>
            <a:cxnLst/>
            <a:rect l="0" t="0" r="r" b="b"/>
            <a:pathLst>
              <a:path w="7806" h="27">
                <a:moveTo>
                  <a:pt x="0" y="0"/>
                </a:moveTo>
                <a:lnTo>
                  <a:pt x="7806" y="0"/>
                </a:lnTo>
                <a:lnTo>
                  <a:pt x="780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33" name="Freeform: Shape 2832"/>
          <p:cNvSpPr/>
          <p:nvPr/>
        </p:nvSpPr>
        <p:spPr>
          <a:xfrm>
            <a:off x="11439360" y="262872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34" name="Freeform: Shape 2833"/>
          <p:cNvSpPr/>
          <p:nvPr/>
        </p:nvSpPr>
        <p:spPr>
          <a:xfrm>
            <a:off x="752400" y="305748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35" name="Freeform: Shape 2834"/>
          <p:cNvSpPr/>
          <p:nvPr/>
        </p:nvSpPr>
        <p:spPr>
          <a:xfrm>
            <a:off x="752400" y="3047760"/>
            <a:ext cx="2800440" cy="10080"/>
          </a:xfrm>
          <a:custGeom>
            <a:avLst/>
            <a:gdLst/>
            <a:ahLst/>
            <a:cxnLst/>
            <a:rect l="0" t="0" r="r" b="b"/>
            <a:pathLst>
              <a:path w="7779" h="28">
                <a:moveTo>
                  <a:pt x="0" y="0"/>
                </a:moveTo>
                <a:lnTo>
                  <a:pt x="7779" y="0"/>
                </a:lnTo>
                <a:lnTo>
                  <a:pt x="777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36" name="Freeform: Shape 2835"/>
          <p:cNvSpPr/>
          <p:nvPr/>
        </p:nvSpPr>
        <p:spPr>
          <a:xfrm>
            <a:off x="3543120" y="305748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37" name="Freeform: Shape 2836"/>
          <p:cNvSpPr/>
          <p:nvPr/>
        </p:nvSpPr>
        <p:spPr>
          <a:xfrm>
            <a:off x="3552480" y="3047760"/>
            <a:ext cx="2572200" cy="10080"/>
          </a:xfrm>
          <a:custGeom>
            <a:avLst/>
            <a:gdLst/>
            <a:ahLst/>
            <a:cxnLst/>
            <a:rect l="0" t="0" r="r" b="b"/>
            <a:pathLst>
              <a:path w="7145" h="28">
                <a:moveTo>
                  <a:pt x="0" y="0"/>
                </a:moveTo>
                <a:lnTo>
                  <a:pt x="7145" y="0"/>
                </a:lnTo>
                <a:lnTo>
                  <a:pt x="714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38" name="Freeform: Shape 2837"/>
          <p:cNvSpPr/>
          <p:nvPr/>
        </p:nvSpPr>
        <p:spPr>
          <a:xfrm>
            <a:off x="6114960" y="305748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39" name="Freeform: Shape 2838"/>
          <p:cNvSpPr/>
          <p:nvPr/>
        </p:nvSpPr>
        <p:spPr>
          <a:xfrm>
            <a:off x="6124320" y="3047760"/>
            <a:ext cx="2514960" cy="10080"/>
          </a:xfrm>
          <a:custGeom>
            <a:avLst/>
            <a:gdLst/>
            <a:ahLst/>
            <a:cxnLst/>
            <a:rect l="0" t="0" r="r" b="b"/>
            <a:pathLst>
              <a:path w="6986" h="28">
                <a:moveTo>
                  <a:pt x="0" y="0"/>
                </a:moveTo>
                <a:lnTo>
                  <a:pt x="6986" y="0"/>
                </a:lnTo>
                <a:lnTo>
                  <a:pt x="698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40" name="Freeform: Shape 2839"/>
          <p:cNvSpPr/>
          <p:nvPr/>
        </p:nvSpPr>
        <p:spPr>
          <a:xfrm>
            <a:off x="8629560" y="305748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41" name="Freeform: Shape 2840"/>
          <p:cNvSpPr/>
          <p:nvPr/>
        </p:nvSpPr>
        <p:spPr>
          <a:xfrm>
            <a:off x="8638920" y="3047760"/>
            <a:ext cx="2810160" cy="10080"/>
          </a:xfrm>
          <a:custGeom>
            <a:avLst/>
            <a:gdLst/>
            <a:ahLst/>
            <a:cxnLst/>
            <a:rect l="0" t="0" r="r" b="b"/>
            <a:pathLst>
              <a:path w="7806" h="28">
                <a:moveTo>
                  <a:pt x="0" y="0"/>
                </a:moveTo>
                <a:lnTo>
                  <a:pt x="7806" y="0"/>
                </a:lnTo>
                <a:lnTo>
                  <a:pt x="780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42" name="Freeform: Shape 2841"/>
          <p:cNvSpPr/>
          <p:nvPr/>
        </p:nvSpPr>
        <p:spPr>
          <a:xfrm>
            <a:off x="11439360" y="305748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43" name="Freeform: Shape 2842"/>
          <p:cNvSpPr/>
          <p:nvPr/>
        </p:nvSpPr>
        <p:spPr>
          <a:xfrm>
            <a:off x="752400" y="34858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44" name="Freeform: Shape 2843"/>
          <p:cNvSpPr/>
          <p:nvPr/>
        </p:nvSpPr>
        <p:spPr>
          <a:xfrm>
            <a:off x="752400" y="3476520"/>
            <a:ext cx="2800440" cy="9720"/>
          </a:xfrm>
          <a:custGeom>
            <a:avLst/>
            <a:gdLst/>
            <a:ahLst/>
            <a:cxnLst/>
            <a:rect l="0" t="0" r="r" b="b"/>
            <a:pathLst>
              <a:path w="7779" h="27">
                <a:moveTo>
                  <a:pt x="0" y="0"/>
                </a:moveTo>
                <a:lnTo>
                  <a:pt x="7779" y="0"/>
                </a:lnTo>
                <a:lnTo>
                  <a:pt x="7779"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45" name="Freeform: Shape 2844"/>
          <p:cNvSpPr/>
          <p:nvPr/>
        </p:nvSpPr>
        <p:spPr>
          <a:xfrm>
            <a:off x="3543120" y="34858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46" name="Freeform: Shape 2845"/>
          <p:cNvSpPr/>
          <p:nvPr/>
        </p:nvSpPr>
        <p:spPr>
          <a:xfrm>
            <a:off x="3552480" y="3476520"/>
            <a:ext cx="2572200" cy="9720"/>
          </a:xfrm>
          <a:custGeom>
            <a:avLst/>
            <a:gdLst/>
            <a:ahLst/>
            <a:cxnLst/>
            <a:rect l="0" t="0" r="r" b="b"/>
            <a:pathLst>
              <a:path w="7145" h="27">
                <a:moveTo>
                  <a:pt x="0" y="0"/>
                </a:moveTo>
                <a:lnTo>
                  <a:pt x="7145" y="0"/>
                </a:lnTo>
                <a:lnTo>
                  <a:pt x="714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47" name="Freeform: Shape 2846"/>
          <p:cNvSpPr/>
          <p:nvPr/>
        </p:nvSpPr>
        <p:spPr>
          <a:xfrm>
            <a:off x="6114960" y="34858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48" name="Freeform: Shape 2847"/>
          <p:cNvSpPr/>
          <p:nvPr/>
        </p:nvSpPr>
        <p:spPr>
          <a:xfrm>
            <a:off x="6124320" y="3476520"/>
            <a:ext cx="2514960" cy="9720"/>
          </a:xfrm>
          <a:custGeom>
            <a:avLst/>
            <a:gdLst/>
            <a:ahLst/>
            <a:cxnLst/>
            <a:rect l="0" t="0" r="r" b="b"/>
            <a:pathLst>
              <a:path w="6986" h="27">
                <a:moveTo>
                  <a:pt x="0" y="0"/>
                </a:moveTo>
                <a:lnTo>
                  <a:pt x="6986" y="0"/>
                </a:lnTo>
                <a:lnTo>
                  <a:pt x="698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49" name="Freeform: Shape 2848"/>
          <p:cNvSpPr/>
          <p:nvPr/>
        </p:nvSpPr>
        <p:spPr>
          <a:xfrm>
            <a:off x="8629560" y="34858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50" name="Freeform: Shape 2849"/>
          <p:cNvSpPr/>
          <p:nvPr/>
        </p:nvSpPr>
        <p:spPr>
          <a:xfrm>
            <a:off x="8638920" y="3476520"/>
            <a:ext cx="2810160" cy="9720"/>
          </a:xfrm>
          <a:custGeom>
            <a:avLst/>
            <a:gdLst/>
            <a:ahLst/>
            <a:cxnLst/>
            <a:rect l="0" t="0" r="r" b="b"/>
            <a:pathLst>
              <a:path w="7806" h="27">
                <a:moveTo>
                  <a:pt x="0" y="0"/>
                </a:moveTo>
                <a:lnTo>
                  <a:pt x="7806" y="0"/>
                </a:lnTo>
                <a:lnTo>
                  <a:pt x="780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51" name="Freeform: Shape 2850"/>
          <p:cNvSpPr/>
          <p:nvPr/>
        </p:nvSpPr>
        <p:spPr>
          <a:xfrm>
            <a:off x="11439360" y="34858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52" name="Freeform: Shape 2851"/>
          <p:cNvSpPr/>
          <p:nvPr/>
        </p:nvSpPr>
        <p:spPr>
          <a:xfrm>
            <a:off x="752400" y="39240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53" name="Freeform: Shape 2852"/>
          <p:cNvSpPr/>
          <p:nvPr/>
        </p:nvSpPr>
        <p:spPr>
          <a:xfrm>
            <a:off x="752400" y="3914640"/>
            <a:ext cx="2800440" cy="9720"/>
          </a:xfrm>
          <a:custGeom>
            <a:avLst/>
            <a:gdLst/>
            <a:ahLst/>
            <a:cxnLst/>
            <a:rect l="0" t="0" r="r" b="b"/>
            <a:pathLst>
              <a:path w="7779" h="27">
                <a:moveTo>
                  <a:pt x="0" y="0"/>
                </a:moveTo>
                <a:lnTo>
                  <a:pt x="7779" y="0"/>
                </a:lnTo>
                <a:lnTo>
                  <a:pt x="7779"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54" name="Freeform: Shape 2853"/>
          <p:cNvSpPr/>
          <p:nvPr/>
        </p:nvSpPr>
        <p:spPr>
          <a:xfrm>
            <a:off x="3543120" y="39240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55" name="Freeform: Shape 2854"/>
          <p:cNvSpPr/>
          <p:nvPr/>
        </p:nvSpPr>
        <p:spPr>
          <a:xfrm>
            <a:off x="3552480" y="3914640"/>
            <a:ext cx="2572200" cy="9720"/>
          </a:xfrm>
          <a:custGeom>
            <a:avLst/>
            <a:gdLst/>
            <a:ahLst/>
            <a:cxnLst/>
            <a:rect l="0" t="0" r="r" b="b"/>
            <a:pathLst>
              <a:path w="7145" h="27">
                <a:moveTo>
                  <a:pt x="0" y="0"/>
                </a:moveTo>
                <a:lnTo>
                  <a:pt x="7145" y="0"/>
                </a:lnTo>
                <a:lnTo>
                  <a:pt x="714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56" name="Freeform: Shape 2855"/>
          <p:cNvSpPr/>
          <p:nvPr/>
        </p:nvSpPr>
        <p:spPr>
          <a:xfrm>
            <a:off x="6114960" y="39240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57" name="Freeform: Shape 2856"/>
          <p:cNvSpPr/>
          <p:nvPr/>
        </p:nvSpPr>
        <p:spPr>
          <a:xfrm>
            <a:off x="6124320" y="3914640"/>
            <a:ext cx="2514960" cy="9720"/>
          </a:xfrm>
          <a:custGeom>
            <a:avLst/>
            <a:gdLst/>
            <a:ahLst/>
            <a:cxnLst/>
            <a:rect l="0" t="0" r="r" b="b"/>
            <a:pathLst>
              <a:path w="6986" h="27">
                <a:moveTo>
                  <a:pt x="0" y="0"/>
                </a:moveTo>
                <a:lnTo>
                  <a:pt x="6986" y="0"/>
                </a:lnTo>
                <a:lnTo>
                  <a:pt x="698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58" name="Freeform: Shape 2857"/>
          <p:cNvSpPr/>
          <p:nvPr/>
        </p:nvSpPr>
        <p:spPr>
          <a:xfrm>
            <a:off x="8629560" y="39240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59" name="Freeform: Shape 2858"/>
          <p:cNvSpPr/>
          <p:nvPr/>
        </p:nvSpPr>
        <p:spPr>
          <a:xfrm>
            <a:off x="8638920" y="3914640"/>
            <a:ext cx="2810160" cy="9720"/>
          </a:xfrm>
          <a:custGeom>
            <a:avLst/>
            <a:gdLst/>
            <a:ahLst/>
            <a:cxnLst/>
            <a:rect l="0" t="0" r="r" b="b"/>
            <a:pathLst>
              <a:path w="7806" h="27">
                <a:moveTo>
                  <a:pt x="0" y="0"/>
                </a:moveTo>
                <a:lnTo>
                  <a:pt x="7806" y="0"/>
                </a:lnTo>
                <a:lnTo>
                  <a:pt x="780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60" name="Freeform: Shape 2859"/>
          <p:cNvSpPr/>
          <p:nvPr/>
        </p:nvSpPr>
        <p:spPr>
          <a:xfrm>
            <a:off x="11439360" y="39240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61" name="Freeform: Shape 2860"/>
          <p:cNvSpPr/>
          <p:nvPr/>
        </p:nvSpPr>
        <p:spPr>
          <a:xfrm>
            <a:off x="752400" y="435276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62" name="Freeform: Shape 2861"/>
          <p:cNvSpPr/>
          <p:nvPr/>
        </p:nvSpPr>
        <p:spPr>
          <a:xfrm>
            <a:off x="752400" y="4343040"/>
            <a:ext cx="2800440" cy="10080"/>
          </a:xfrm>
          <a:custGeom>
            <a:avLst/>
            <a:gdLst/>
            <a:ahLst/>
            <a:cxnLst/>
            <a:rect l="0" t="0" r="r" b="b"/>
            <a:pathLst>
              <a:path w="7779" h="28">
                <a:moveTo>
                  <a:pt x="0" y="0"/>
                </a:moveTo>
                <a:lnTo>
                  <a:pt x="7779" y="0"/>
                </a:lnTo>
                <a:lnTo>
                  <a:pt x="777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63" name="Freeform: Shape 2862"/>
          <p:cNvSpPr/>
          <p:nvPr/>
        </p:nvSpPr>
        <p:spPr>
          <a:xfrm>
            <a:off x="3543120" y="435276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64" name="Freeform: Shape 2863"/>
          <p:cNvSpPr/>
          <p:nvPr/>
        </p:nvSpPr>
        <p:spPr>
          <a:xfrm>
            <a:off x="3552480" y="4343040"/>
            <a:ext cx="2572200" cy="10080"/>
          </a:xfrm>
          <a:custGeom>
            <a:avLst/>
            <a:gdLst/>
            <a:ahLst/>
            <a:cxnLst/>
            <a:rect l="0" t="0" r="r" b="b"/>
            <a:pathLst>
              <a:path w="7145" h="28">
                <a:moveTo>
                  <a:pt x="0" y="0"/>
                </a:moveTo>
                <a:lnTo>
                  <a:pt x="7145" y="0"/>
                </a:lnTo>
                <a:lnTo>
                  <a:pt x="714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65" name="Freeform: Shape 2864"/>
          <p:cNvSpPr/>
          <p:nvPr/>
        </p:nvSpPr>
        <p:spPr>
          <a:xfrm>
            <a:off x="6114960" y="435276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66" name="Freeform: Shape 2865"/>
          <p:cNvSpPr/>
          <p:nvPr/>
        </p:nvSpPr>
        <p:spPr>
          <a:xfrm>
            <a:off x="6124320" y="4343040"/>
            <a:ext cx="2514960" cy="10080"/>
          </a:xfrm>
          <a:custGeom>
            <a:avLst/>
            <a:gdLst/>
            <a:ahLst/>
            <a:cxnLst/>
            <a:rect l="0" t="0" r="r" b="b"/>
            <a:pathLst>
              <a:path w="6986" h="28">
                <a:moveTo>
                  <a:pt x="0" y="0"/>
                </a:moveTo>
                <a:lnTo>
                  <a:pt x="6986" y="0"/>
                </a:lnTo>
                <a:lnTo>
                  <a:pt x="698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67" name="Freeform: Shape 2866"/>
          <p:cNvSpPr/>
          <p:nvPr/>
        </p:nvSpPr>
        <p:spPr>
          <a:xfrm>
            <a:off x="8629560" y="435276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68" name="Freeform: Shape 2867"/>
          <p:cNvSpPr/>
          <p:nvPr/>
        </p:nvSpPr>
        <p:spPr>
          <a:xfrm>
            <a:off x="8638920" y="4343040"/>
            <a:ext cx="2810160" cy="10080"/>
          </a:xfrm>
          <a:custGeom>
            <a:avLst/>
            <a:gdLst/>
            <a:ahLst/>
            <a:cxnLst/>
            <a:rect l="0" t="0" r="r" b="b"/>
            <a:pathLst>
              <a:path w="7806" h="28">
                <a:moveTo>
                  <a:pt x="0" y="0"/>
                </a:moveTo>
                <a:lnTo>
                  <a:pt x="7806" y="0"/>
                </a:lnTo>
                <a:lnTo>
                  <a:pt x="780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69" name="Freeform: Shape 2868"/>
          <p:cNvSpPr/>
          <p:nvPr/>
        </p:nvSpPr>
        <p:spPr>
          <a:xfrm>
            <a:off x="11439360" y="435276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70" name="Freeform: Shape 2869"/>
          <p:cNvSpPr/>
          <p:nvPr/>
        </p:nvSpPr>
        <p:spPr>
          <a:xfrm>
            <a:off x="752400" y="478152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71" name="Freeform: Shape 2870"/>
          <p:cNvSpPr/>
          <p:nvPr/>
        </p:nvSpPr>
        <p:spPr>
          <a:xfrm>
            <a:off x="752400" y="4771800"/>
            <a:ext cx="2800440" cy="10080"/>
          </a:xfrm>
          <a:custGeom>
            <a:avLst/>
            <a:gdLst/>
            <a:ahLst/>
            <a:cxnLst/>
            <a:rect l="0" t="0" r="r" b="b"/>
            <a:pathLst>
              <a:path w="7779" h="28">
                <a:moveTo>
                  <a:pt x="0" y="0"/>
                </a:moveTo>
                <a:lnTo>
                  <a:pt x="7779" y="0"/>
                </a:lnTo>
                <a:lnTo>
                  <a:pt x="777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72" name="Freeform: Shape 2871"/>
          <p:cNvSpPr/>
          <p:nvPr/>
        </p:nvSpPr>
        <p:spPr>
          <a:xfrm>
            <a:off x="3543120" y="478152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73" name="Freeform: Shape 2872"/>
          <p:cNvSpPr/>
          <p:nvPr/>
        </p:nvSpPr>
        <p:spPr>
          <a:xfrm>
            <a:off x="3552480" y="4771800"/>
            <a:ext cx="2572200" cy="10080"/>
          </a:xfrm>
          <a:custGeom>
            <a:avLst/>
            <a:gdLst/>
            <a:ahLst/>
            <a:cxnLst/>
            <a:rect l="0" t="0" r="r" b="b"/>
            <a:pathLst>
              <a:path w="7145" h="28">
                <a:moveTo>
                  <a:pt x="0" y="0"/>
                </a:moveTo>
                <a:lnTo>
                  <a:pt x="7145" y="0"/>
                </a:lnTo>
                <a:lnTo>
                  <a:pt x="714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74" name="Freeform: Shape 2873"/>
          <p:cNvSpPr/>
          <p:nvPr/>
        </p:nvSpPr>
        <p:spPr>
          <a:xfrm>
            <a:off x="6114960" y="478152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75" name="Freeform: Shape 2874"/>
          <p:cNvSpPr/>
          <p:nvPr/>
        </p:nvSpPr>
        <p:spPr>
          <a:xfrm>
            <a:off x="6124320" y="4771800"/>
            <a:ext cx="2514960" cy="10080"/>
          </a:xfrm>
          <a:custGeom>
            <a:avLst/>
            <a:gdLst/>
            <a:ahLst/>
            <a:cxnLst/>
            <a:rect l="0" t="0" r="r" b="b"/>
            <a:pathLst>
              <a:path w="6986" h="28">
                <a:moveTo>
                  <a:pt x="0" y="0"/>
                </a:moveTo>
                <a:lnTo>
                  <a:pt x="6986" y="0"/>
                </a:lnTo>
                <a:lnTo>
                  <a:pt x="698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76" name="Freeform: Shape 2875"/>
          <p:cNvSpPr/>
          <p:nvPr/>
        </p:nvSpPr>
        <p:spPr>
          <a:xfrm>
            <a:off x="8629560" y="478152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77" name="Freeform: Shape 2876"/>
          <p:cNvSpPr/>
          <p:nvPr/>
        </p:nvSpPr>
        <p:spPr>
          <a:xfrm>
            <a:off x="8638920" y="4771800"/>
            <a:ext cx="2810160" cy="10080"/>
          </a:xfrm>
          <a:custGeom>
            <a:avLst/>
            <a:gdLst/>
            <a:ahLst/>
            <a:cxnLst/>
            <a:rect l="0" t="0" r="r" b="b"/>
            <a:pathLst>
              <a:path w="7806" h="28">
                <a:moveTo>
                  <a:pt x="0" y="0"/>
                </a:moveTo>
                <a:lnTo>
                  <a:pt x="7806" y="0"/>
                </a:lnTo>
                <a:lnTo>
                  <a:pt x="780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78" name="Freeform: Shape 2877"/>
          <p:cNvSpPr/>
          <p:nvPr/>
        </p:nvSpPr>
        <p:spPr>
          <a:xfrm>
            <a:off x="11439360" y="478152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79" name="Freeform: Shape 2878"/>
          <p:cNvSpPr/>
          <p:nvPr/>
        </p:nvSpPr>
        <p:spPr>
          <a:xfrm>
            <a:off x="752400" y="52196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80" name="Freeform: Shape 2879"/>
          <p:cNvSpPr/>
          <p:nvPr/>
        </p:nvSpPr>
        <p:spPr>
          <a:xfrm>
            <a:off x="752400" y="5209920"/>
            <a:ext cx="2800440" cy="10080"/>
          </a:xfrm>
          <a:custGeom>
            <a:avLst/>
            <a:gdLst/>
            <a:ahLst/>
            <a:cxnLst/>
            <a:rect l="0" t="0" r="r" b="b"/>
            <a:pathLst>
              <a:path w="7779" h="28">
                <a:moveTo>
                  <a:pt x="0" y="0"/>
                </a:moveTo>
                <a:lnTo>
                  <a:pt x="7779" y="0"/>
                </a:lnTo>
                <a:lnTo>
                  <a:pt x="7779"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81" name="Freeform: Shape 2880"/>
          <p:cNvSpPr/>
          <p:nvPr/>
        </p:nvSpPr>
        <p:spPr>
          <a:xfrm>
            <a:off x="3543120" y="52196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82" name="Freeform: Shape 2881"/>
          <p:cNvSpPr/>
          <p:nvPr/>
        </p:nvSpPr>
        <p:spPr>
          <a:xfrm>
            <a:off x="3552480" y="5209920"/>
            <a:ext cx="2572200" cy="10080"/>
          </a:xfrm>
          <a:custGeom>
            <a:avLst/>
            <a:gdLst/>
            <a:ahLst/>
            <a:cxnLst/>
            <a:rect l="0" t="0" r="r" b="b"/>
            <a:pathLst>
              <a:path w="7145" h="28">
                <a:moveTo>
                  <a:pt x="0" y="0"/>
                </a:moveTo>
                <a:lnTo>
                  <a:pt x="7145" y="0"/>
                </a:lnTo>
                <a:lnTo>
                  <a:pt x="714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83" name="Freeform: Shape 2882"/>
          <p:cNvSpPr/>
          <p:nvPr/>
        </p:nvSpPr>
        <p:spPr>
          <a:xfrm>
            <a:off x="6114960" y="52196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84" name="Freeform: Shape 2883"/>
          <p:cNvSpPr/>
          <p:nvPr/>
        </p:nvSpPr>
        <p:spPr>
          <a:xfrm>
            <a:off x="6124320" y="5209920"/>
            <a:ext cx="2514960" cy="10080"/>
          </a:xfrm>
          <a:custGeom>
            <a:avLst/>
            <a:gdLst/>
            <a:ahLst/>
            <a:cxnLst/>
            <a:rect l="0" t="0" r="r" b="b"/>
            <a:pathLst>
              <a:path w="6986" h="28">
                <a:moveTo>
                  <a:pt x="0" y="0"/>
                </a:moveTo>
                <a:lnTo>
                  <a:pt x="6986" y="0"/>
                </a:lnTo>
                <a:lnTo>
                  <a:pt x="698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85" name="Freeform: Shape 2884"/>
          <p:cNvSpPr/>
          <p:nvPr/>
        </p:nvSpPr>
        <p:spPr>
          <a:xfrm>
            <a:off x="8629560" y="52196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86" name="Freeform: Shape 2885"/>
          <p:cNvSpPr/>
          <p:nvPr/>
        </p:nvSpPr>
        <p:spPr>
          <a:xfrm>
            <a:off x="8638920" y="5209920"/>
            <a:ext cx="2810160" cy="10080"/>
          </a:xfrm>
          <a:custGeom>
            <a:avLst/>
            <a:gdLst/>
            <a:ahLst/>
            <a:cxnLst/>
            <a:rect l="0" t="0" r="r" b="b"/>
            <a:pathLst>
              <a:path w="7806" h="28">
                <a:moveTo>
                  <a:pt x="0" y="0"/>
                </a:moveTo>
                <a:lnTo>
                  <a:pt x="7806" y="0"/>
                </a:lnTo>
                <a:lnTo>
                  <a:pt x="780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87" name="Freeform: Shape 2886"/>
          <p:cNvSpPr/>
          <p:nvPr/>
        </p:nvSpPr>
        <p:spPr>
          <a:xfrm>
            <a:off x="11439360" y="5219640"/>
            <a:ext cx="9720" cy="428760"/>
          </a:xfrm>
          <a:custGeom>
            <a:avLst/>
            <a:gdLst/>
            <a:ahLst/>
            <a:cxnLst/>
            <a:rect l="0" t="0" r="r" b="b"/>
            <a:pathLst>
              <a:path w="27" h="1191">
                <a:moveTo>
                  <a:pt x="0" y="0"/>
                </a:moveTo>
                <a:lnTo>
                  <a:pt x="27" y="0"/>
                </a:lnTo>
                <a:lnTo>
                  <a:pt x="27" y="1191"/>
                </a:lnTo>
                <a:lnTo>
                  <a:pt x="0" y="1191"/>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88" name="Freeform: Shape 2887"/>
          <p:cNvSpPr/>
          <p:nvPr/>
        </p:nvSpPr>
        <p:spPr>
          <a:xfrm>
            <a:off x="752400" y="5638680"/>
            <a:ext cx="2800440" cy="9720"/>
          </a:xfrm>
          <a:custGeom>
            <a:avLst/>
            <a:gdLst/>
            <a:ahLst/>
            <a:cxnLst/>
            <a:rect l="0" t="0" r="r" b="b"/>
            <a:pathLst>
              <a:path w="7779" h="27">
                <a:moveTo>
                  <a:pt x="0" y="0"/>
                </a:moveTo>
                <a:lnTo>
                  <a:pt x="7779" y="0"/>
                </a:lnTo>
                <a:lnTo>
                  <a:pt x="7779"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89" name="Freeform: Shape 2888"/>
          <p:cNvSpPr/>
          <p:nvPr/>
        </p:nvSpPr>
        <p:spPr>
          <a:xfrm>
            <a:off x="3552480" y="5638680"/>
            <a:ext cx="2572200" cy="9720"/>
          </a:xfrm>
          <a:custGeom>
            <a:avLst/>
            <a:gdLst/>
            <a:ahLst/>
            <a:cxnLst/>
            <a:rect l="0" t="0" r="r" b="b"/>
            <a:pathLst>
              <a:path w="7145" h="27">
                <a:moveTo>
                  <a:pt x="0" y="0"/>
                </a:moveTo>
                <a:lnTo>
                  <a:pt x="7145" y="0"/>
                </a:lnTo>
                <a:lnTo>
                  <a:pt x="714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90" name="Freeform: Shape 2889"/>
          <p:cNvSpPr/>
          <p:nvPr/>
        </p:nvSpPr>
        <p:spPr>
          <a:xfrm>
            <a:off x="6124320" y="5638680"/>
            <a:ext cx="2514960" cy="9720"/>
          </a:xfrm>
          <a:custGeom>
            <a:avLst/>
            <a:gdLst/>
            <a:ahLst/>
            <a:cxnLst/>
            <a:rect l="0" t="0" r="r" b="b"/>
            <a:pathLst>
              <a:path w="6986" h="27">
                <a:moveTo>
                  <a:pt x="0" y="0"/>
                </a:moveTo>
                <a:lnTo>
                  <a:pt x="6986" y="0"/>
                </a:lnTo>
                <a:lnTo>
                  <a:pt x="698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91" name="Freeform: Shape 2890"/>
          <p:cNvSpPr/>
          <p:nvPr/>
        </p:nvSpPr>
        <p:spPr>
          <a:xfrm>
            <a:off x="8638920" y="5638680"/>
            <a:ext cx="2810160" cy="9720"/>
          </a:xfrm>
          <a:custGeom>
            <a:avLst/>
            <a:gdLst/>
            <a:ahLst/>
            <a:cxnLst/>
            <a:rect l="0" t="0" r="r" b="b"/>
            <a:pathLst>
              <a:path w="7806" h="27">
                <a:moveTo>
                  <a:pt x="0" y="0"/>
                </a:moveTo>
                <a:lnTo>
                  <a:pt x="7806" y="0"/>
                </a:lnTo>
                <a:lnTo>
                  <a:pt x="780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92" name="TextBox 2891"/>
          <p:cNvSpPr txBox="1"/>
          <p:nvPr/>
        </p:nvSpPr>
        <p:spPr>
          <a:xfrm>
            <a:off x="747720" y="1215720"/>
            <a:ext cx="4934520" cy="373680"/>
          </a:xfrm>
          <a:prstGeom prst="rect">
            <a:avLst/>
          </a:prstGeom>
          <a:noFill/>
          <a:ln w="0">
            <a:noFill/>
          </a:ln>
        </p:spPr>
        <p:txBody>
          <a:bodyPr wrap="none" lIns="0" tIns="0" rIns="0" bIns="0" anchor="t">
            <a:spAutoFit/>
          </a:bodyPr>
          <a:lstStyle/>
          <a:p>
            <a:r>
              <a:rPr lang="en-GB" sz="2420" b="0" u="none" strike="noStrike">
                <a:solidFill>
                  <a:srgbClr val="2F2F2F"/>
                </a:solidFill>
                <a:effectLst/>
                <a:uFillTx/>
                <a:latin typeface="Inter"/>
                <a:ea typeface="Inter"/>
              </a:rPr>
              <a:t>3.6 Email System (16 features) 1/2</a:t>
            </a:r>
            <a:endParaRPr lang="en-GB" sz="2420" b="0" u="none" strike="noStrike">
              <a:solidFill>
                <a:srgbClr val="000000"/>
              </a:solidFill>
              <a:effectLst/>
              <a:uFillTx/>
              <a:latin typeface="Times New Roman"/>
            </a:endParaRPr>
          </a:p>
        </p:txBody>
      </p:sp>
      <p:sp>
        <p:nvSpPr>
          <p:cNvPr id="2893" name="TextBox 2892"/>
          <p:cNvSpPr txBox="1"/>
          <p:nvPr/>
        </p:nvSpPr>
        <p:spPr>
          <a:xfrm>
            <a:off x="1808280" y="1853640"/>
            <a:ext cx="689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Feature</a:t>
            </a:r>
            <a:endParaRPr lang="en-GB" sz="1500" b="0" u="none" strike="noStrike">
              <a:solidFill>
                <a:srgbClr val="000000"/>
              </a:solidFill>
              <a:effectLst/>
              <a:uFillTx/>
              <a:latin typeface="Times New Roman"/>
            </a:endParaRPr>
          </a:p>
        </p:txBody>
      </p:sp>
      <p:sp>
        <p:nvSpPr>
          <p:cNvPr id="2894" name="TextBox 2893"/>
          <p:cNvSpPr txBox="1"/>
          <p:nvPr/>
        </p:nvSpPr>
        <p:spPr>
          <a:xfrm>
            <a:off x="4608360" y="1853640"/>
            <a:ext cx="458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Type</a:t>
            </a:r>
            <a:endParaRPr lang="en-GB" sz="1500" b="0" u="none" strike="noStrike">
              <a:solidFill>
                <a:srgbClr val="000000"/>
              </a:solidFill>
              <a:effectLst/>
              <a:uFillTx/>
              <a:latin typeface="Times New Roman"/>
            </a:endParaRPr>
          </a:p>
        </p:txBody>
      </p:sp>
      <p:sp>
        <p:nvSpPr>
          <p:cNvPr id="2895" name="TextBox 2894"/>
          <p:cNvSpPr txBox="1"/>
          <p:nvPr/>
        </p:nvSpPr>
        <p:spPr>
          <a:xfrm>
            <a:off x="7087680" y="1853640"/>
            <a:ext cx="567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Status</a:t>
            </a:r>
            <a:endParaRPr lang="en-GB" sz="1500" b="0" u="none" strike="noStrike">
              <a:solidFill>
                <a:srgbClr val="000000"/>
              </a:solidFill>
              <a:effectLst/>
              <a:uFillTx/>
              <a:latin typeface="Times New Roman"/>
            </a:endParaRPr>
          </a:p>
        </p:txBody>
      </p:sp>
      <p:sp>
        <p:nvSpPr>
          <p:cNvPr id="2896" name="TextBox 2895"/>
          <p:cNvSpPr txBox="1"/>
          <p:nvPr/>
        </p:nvSpPr>
        <p:spPr>
          <a:xfrm>
            <a:off x="9770400" y="1853640"/>
            <a:ext cx="532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Notes</a:t>
            </a:r>
            <a:endParaRPr lang="en-GB" sz="1500" b="0" u="none" strike="noStrike">
              <a:solidFill>
                <a:srgbClr val="000000"/>
              </a:solidFill>
              <a:effectLst/>
              <a:uFillTx/>
              <a:latin typeface="Times New Roman"/>
            </a:endParaRPr>
          </a:p>
        </p:txBody>
      </p:sp>
      <p:sp>
        <p:nvSpPr>
          <p:cNvPr id="2897" name="Freeform: Shape 2896"/>
          <p:cNvSpPr/>
          <p:nvPr/>
        </p:nvSpPr>
        <p:spPr>
          <a:xfrm>
            <a:off x="3734280" y="2305800"/>
            <a:ext cx="146880" cy="169920"/>
          </a:xfrm>
          <a:custGeom>
            <a:avLst/>
            <a:gdLst/>
            <a:ahLst/>
            <a:cxnLst/>
            <a:rect l="0" t="0" r="r" b="b"/>
            <a:pathLst>
              <a:path w="408" h="472">
                <a:moveTo>
                  <a:pt x="398" y="219"/>
                </a:moveTo>
                <a:lnTo>
                  <a:pt x="266" y="171"/>
                </a:lnTo>
                <a:lnTo>
                  <a:pt x="218" y="11"/>
                </a:lnTo>
                <a:cubicBezTo>
                  <a:pt x="216" y="5"/>
                  <a:pt x="210" y="0"/>
                  <a:pt x="203" y="0"/>
                </a:cubicBezTo>
                <a:cubicBezTo>
                  <a:pt x="197" y="0"/>
                  <a:pt x="191" y="5"/>
                  <a:pt x="189" y="11"/>
                </a:cubicBezTo>
                <a:lnTo>
                  <a:pt x="141" y="171"/>
                </a:lnTo>
                <a:lnTo>
                  <a:pt x="10" y="219"/>
                </a:lnTo>
                <a:cubicBezTo>
                  <a:pt x="4" y="221"/>
                  <a:pt x="0" y="227"/>
                  <a:pt x="0" y="233"/>
                </a:cubicBezTo>
                <a:cubicBezTo>
                  <a:pt x="0" y="239"/>
                  <a:pt x="4" y="245"/>
                  <a:pt x="10" y="247"/>
                </a:cubicBezTo>
                <a:lnTo>
                  <a:pt x="141" y="295"/>
                </a:lnTo>
                <a:lnTo>
                  <a:pt x="189" y="461"/>
                </a:lnTo>
                <a:cubicBezTo>
                  <a:pt x="191" y="467"/>
                  <a:pt x="197" y="472"/>
                  <a:pt x="203" y="472"/>
                </a:cubicBezTo>
                <a:cubicBezTo>
                  <a:pt x="210" y="472"/>
                  <a:pt x="216" y="467"/>
                  <a:pt x="218" y="461"/>
                </a:cubicBezTo>
                <a:lnTo>
                  <a:pt x="266" y="295"/>
                </a:lnTo>
                <a:lnTo>
                  <a:pt x="398" y="247"/>
                </a:lnTo>
                <a:cubicBezTo>
                  <a:pt x="404" y="245"/>
                  <a:pt x="408" y="239"/>
                  <a:pt x="408" y="233"/>
                </a:cubicBezTo>
                <a:cubicBezTo>
                  <a:pt x="408" y="227"/>
                  <a:pt x="404"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98" name="Freeform: Shape 2897"/>
          <p:cNvSpPr/>
          <p:nvPr/>
        </p:nvSpPr>
        <p:spPr>
          <a:xfrm>
            <a:off x="3700800" y="2307600"/>
            <a:ext cx="74520" cy="173160"/>
          </a:xfrm>
          <a:custGeom>
            <a:avLst/>
            <a:gdLst/>
            <a:ahLst/>
            <a:cxnLst/>
            <a:rect l="0" t="0" r="r" b="b"/>
            <a:pathLst>
              <a:path w="207" h="481">
                <a:moveTo>
                  <a:pt x="197" y="377"/>
                </a:moveTo>
                <a:lnTo>
                  <a:pt x="163" y="364"/>
                </a:lnTo>
                <a:lnTo>
                  <a:pt x="150" y="316"/>
                </a:lnTo>
                <a:cubicBezTo>
                  <a:pt x="148" y="309"/>
                  <a:pt x="142" y="305"/>
                  <a:pt x="136" y="305"/>
                </a:cubicBezTo>
                <a:cubicBezTo>
                  <a:pt x="129" y="305"/>
                  <a:pt x="123" y="309"/>
                  <a:pt x="122" y="316"/>
                </a:cubicBezTo>
                <a:lnTo>
                  <a:pt x="108" y="364"/>
                </a:lnTo>
                <a:lnTo>
                  <a:pt x="74" y="377"/>
                </a:lnTo>
                <a:cubicBezTo>
                  <a:pt x="68" y="379"/>
                  <a:pt x="64" y="385"/>
                  <a:pt x="64" y="391"/>
                </a:cubicBezTo>
                <a:cubicBezTo>
                  <a:pt x="64" y="397"/>
                  <a:pt x="68" y="402"/>
                  <a:pt x="74" y="405"/>
                </a:cubicBezTo>
                <a:lnTo>
                  <a:pt x="108" y="417"/>
                </a:lnTo>
                <a:lnTo>
                  <a:pt x="122" y="470"/>
                </a:lnTo>
                <a:cubicBezTo>
                  <a:pt x="123" y="477"/>
                  <a:pt x="129" y="481"/>
                  <a:pt x="136" y="481"/>
                </a:cubicBezTo>
                <a:cubicBezTo>
                  <a:pt x="143" y="481"/>
                  <a:pt x="148" y="477"/>
                  <a:pt x="150" y="470"/>
                </a:cubicBezTo>
                <a:lnTo>
                  <a:pt x="163" y="417"/>
                </a:lnTo>
                <a:lnTo>
                  <a:pt x="197" y="405"/>
                </a:lnTo>
                <a:cubicBezTo>
                  <a:pt x="203" y="402"/>
                  <a:pt x="207" y="397"/>
                  <a:pt x="207" y="391"/>
                </a:cubicBezTo>
                <a:cubicBezTo>
                  <a:pt x="207" y="385"/>
                  <a:pt x="203" y="379"/>
                  <a:pt x="197" y="377"/>
                </a:cubicBezTo>
                <a:moveTo>
                  <a:pt x="133" y="58"/>
                </a:moveTo>
                <a:lnTo>
                  <a:pt x="99" y="45"/>
                </a:lnTo>
                <a:lnTo>
                  <a:pt x="86" y="10"/>
                </a:lnTo>
                <a:cubicBezTo>
                  <a:pt x="84" y="4"/>
                  <a:pt x="78" y="0"/>
                  <a:pt x="71" y="0"/>
                </a:cubicBezTo>
                <a:cubicBezTo>
                  <a:pt x="65" y="0"/>
                  <a:pt x="59" y="4"/>
                  <a:pt x="57" y="10"/>
                </a:cubicBezTo>
                <a:lnTo>
                  <a:pt x="44" y="45"/>
                </a:lnTo>
                <a:lnTo>
                  <a:pt x="10" y="58"/>
                </a:lnTo>
                <a:cubicBezTo>
                  <a:pt x="4" y="60"/>
                  <a:pt x="0" y="65"/>
                  <a:pt x="0" y="72"/>
                </a:cubicBezTo>
                <a:cubicBezTo>
                  <a:pt x="0" y="78"/>
                  <a:pt x="4" y="84"/>
                  <a:pt x="10" y="86"/>
                </a:cubicBezTo>
                <a:lnTo>
                  <a:pt x="44" y="99"/>
                </a:lnTo>
                <a:lnTo>
                  <a:pt x="57" y="134"/>
                </a:lnTo>
                <a:cubicBezTo>
                  <a:pt x="59" y="140"/>
                  <a:pt x="65" y="143"/>
                  <a:pt x="71" y="143"/>
                </a:cubicBezTo>
                <a:cubicBezTo>
                  <a:pt x="78" y="143"/>
                  <a:pt x="84" y="140"/>
                  <a:pt x="86" y="134"/>
                </a:cubicBezTo>
                <a:lnTo>
                  <a:pt x="99" y="99"/>
                </a:lnTo>
                <a:lnTo>
                  <a:pt x="133" y="86"/>
                </a:lnTo>
                <a:cubicBezTo>
                  <a:pt x="139" y="84"/>
                  <a:pt x="143" y="78"/>
                  <a:pt x="143" y="72"/>
                </a:cubicBezTo>
                <a:cubicBezTo>
                  <a:pt x="143" y="65"/>
                  <a:pt x="139" y="60"/>
                  <a:pt x="133"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899" name="TextBox 2898"/>
          <p:cNvSpPr txBox="1"/>
          <p:nvPr/>
        </p:nvSpPr>
        <p:spPr>
          <a:xfrm>
            <a:off x="880920" y="2282400"/>
            <a:ext cx="12078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Email Module</a:t>
            </a:r>
            <a:endParaRPr lang="en-GB" sz="1500" b="0" u="none" strike="noStrike">
              <a:solidFill>
                <a:srgbClr val="000000"/>
              </a:solidFill>
              <a:effectLst/>
              <a:uFillTx/>
              <a:latin typeface="Times New Roman"/>
            </a:endParaRPr>
          </a:p>
        </p:txBody>
      </p:sp>
      <p:sp>
        <p:nvSpPr>
          <p:cNvPr id="2900" name="Freeform: Shape 2899"/>
          <p:cNvSpPr/>
          <p:nvPr/>
        </p:nvSpPr>
        <p:spPr>
          <a:xfrm>
            <a:off x="6267240" y="229536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01" name="Freeform: Shape 2900"/>
          <p:cNvSpPr/>
          <p:nvPr/>
        </p:nvSpPr>
        <p:spPr>
          <a:xfrm>
            <a:off x="6297480" y="2327040"/>
            <a:ext cx="131040" cy="128880"/>
          </a:xfrm>
          <a:custGeom>
            <a:avLst/>
            <a:gdLst/>
            <a:ahLst/>
            <a:cxnLst/>
            <a:rect l="0" t="0" r="r" b="b"/>
            <a:pathLst>
              <a:path w="364" h="358">
                <a:moveTo>
                  <a:pt x="347" y="6"/>
                </a:moveTo>
                <a:cubicBezTo>
                  <a:pt x="330" y="-5"/>
                  <a:pt x="308" y="0"/>
                  <a:pt x="297" y="17"/>
                </a:cubicBezTo>
                <a:lnTo>
                  <a:pt x="137" y="265"/>
                </a:lnTo>
                <a:lnTo>
                  <a:pt x="62" y="197"/>
                </a:lnTo>
                <a:cubicBezTo>
                  <a:pt x="47" y="183"/>
                  <a:pt x="24" y="184"/>
                  <a:pt x="10" y="199"/>
                </a:cubicBezTo>
                <a:cubicBezTo>
                  <a:pt x="-4" y="214"/>
                  <a:pt x="-3" y="237"/>
                  <a:pt x="12" y="251"/>
                </a:cubicBezTo>
                <a:lnTo>
                  <a:pt x="119" y="349"/>
                </a:lnTo>
                <a:cubicBezTo>
                  <a:pt x="126" y="355"/>
                  <a:pt x="135" y="358"/>
                  <a:pt x="144" y="358"/>
                </a:cubicBezTo>
                <a:cubicBezTo>
                  <a:pt x="154" y="358"/>
                  <a:pt x="166" y="354"/>
                  <a:pt x="175" y="342"/>
                </a:cubicBezTo>
                <a:cubicBezTo>
                  <a:pt x="179" y="334"/>
                  <a:pt x="358" y="57"/>
                  <a:pt x="358" y="57"/>
                </a:cubicBezTo>
                <a:cubicBezTo>
                  <a:pt x="369" y="40"/>
                  <a:pt x="364" y="18"/>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02" name="TextBox 2901"/>
          <p:cNvSpPr txBox="1"/>
          <p:nvPr/>
        </p:nvSpPr>
        <p:spPr>
          <a:xfrm>
            <a:off x="3895200" y="228240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2903" name="TextBox 2902"/>
          <p:cNvSpPr txBox="1"/>
          <p:nvPr/>
        </p:nvSpPr>
        <p:spPr>
          <a:xfrm>
            <a:off x="8763120" y="2282400"/>
            <a:ext cx="22104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Email system framework</a:t>
            </a:r>
            <a:endParaRPr lang="en-GB" sz="1500" b="0" u="none" strike="noStrike">
              <a:solidFill>
                <a:srgbClr val="000000"/>
              </a:solidFill>
              <a:effectLst/>
              <a:uFillTx/>
              <a:latin typeface="Times New Roman"/>
            </a:endParaRPr>
          </a:p>
        </p:txBody>
      </p:sp>
      <p:sp>
        <p:nvSpPr>
          <p:cNvPr id="2904" name="Freeform: Shape 2903"/>
          <p:cNvSpPr/>
          <p:nvPr/>
        </p:nvSpPr>
        <p:spPr>
          <a:xfrm>
            <a:off x="3734280" y="2743920"/>
            <a:ext cx="146880" cy="169920"/>
          </a:xfrm>
          <a:custGeom>
            <a:avLst/>
            <a:gdLst/>
            <a:ahLst/>
            <a:cxnLst/>
            <a:rect l="0" t="0" r="r" b="b"/>
            <a:pathLst>
              <a:path w="408" h="472">
                <a:moveTo>
                  <a:pt x="398" y="220"/>
                </a:moveTo>
                <a:lnTo>
                  <a:pt x="266" y="172"/>
                </a:lnTo>
                <a:lnTo>
                  <a:pt x="218" y="11"/>
                </a:lnTo>
                <a:cubicBezTo>
                  <a:pt x="216" y="5"/>
                  <a:pt x="210" y="0"/>
                  <a:pt x="203" y="0"/>
                </a:cubicBezTo>
                <a:cubicBezTo>
                  <a:pt x="197" y="0"/>
                  <a:pt x="191" y="5"/>
                  <a:pt x="189" y="11"/>
                </a:cubicBezTo>
                <a:lnTo>
                  <a:pt x="141" y="172"/>
                </a:lnTo>
                <a:lnTo>
                  <a:pt x="10" y="220"/>
                </a:lnTo>
                <a:cubicBezTo>
                  <a:pt x="4" y="222"/>
                  <a:pt x="0" y="228"/>
                  <a:pt x="0" y="234"/>
                </a:cubicBezTo>
                <a:cubicBezTo>
                  <a:pt x="0" y="240"/>
                  <a:pt x="4" y="246"/>
                  <a:pt x="10" y="248"/>
                </a:cubicBezTo>
                <a:lnTo>
                  <a:pt x="141" y="296"/>
                </a:lnTo>
                <a:lnTo>
                  <a:pt x="189" y="461"/>
                </a:lnTo>
                <a:cubicBezTo>
                  <a:pt x="191" y="468"/>
                  <a:pt x="197" y="472"/>
                  <a:pt x="203" y="472"/>
                </a:cubicBezTo>
                <a:cubicBezTo>
                  <a:pt x="210" y="472"/>
                  <a:pt x="216" y="468"/>
                  <a:pt x="218" y="461"/>
                </a:cubicBezTo>
                <a:lnTo>
                  <a:pt x="266" y="296"/>
                </a:lnTo>
                <a:lnTo>
                  <a:pt x="398" y="248"/>
                </a:lnTo>
                <a:cubicBezTo>
                  <a:pt x="404" y="246"/>
                  <a:pt x="408" y="240"/>
                  <a:pt x="408" y="234"/>
                </a:cubicBezTo>
                <a:cubicBezTo>
                  <a:pt x="408" y="228"/>
                  <a:pt x="404" y="222"/>
                  <a:pt x="398" y="220"/>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05" name="Freeform: Shape 2904"/>
          <p:cNvSpPr/>
          <p:nvPr/>
        </p:nvSpPr>
        <p:spPr>
          <a:xfrm>
            <a:off x="3700800" y="2745720"/>
            <a:ext cx="74520" cy="173520"/>
          </a:xfrm>
          <a:custGeom>
            <a:avLst/>
            <a:gdLst/>
            <a:ahLst/>
            <a:cxnLst/>
            <a:rect l="0" t="0" r="r" b="b"/>
            <a:pathLst>
              <a:path w="207" h="482">
                <a:moveTo>
                  <a:pt x="197" y="377"/>
                </a:moveTo>
                <a:lnTo>
                  <a:pt x="163" y="364"/>
                </a:lnTo>
                <a:lnTo>
                  <a:pt x="150" y="316"/>
                </a:lnTo>
                <a:cubicBezTo>
                  <a:pt x="148" y="310"/>
                  <a:pt x="142" y="305"/>
                  <a:pt x="136" y="305"/>
                </a:cubicBezTo>
                <a:cubicBezTo>
                  <a:pt x="129" y="305"/>
                  <a:pt x="123" y="310"/>
                  <a:pt x="122" y="316"/>
                </a:cubicBezTo>
                <a:lnTo>
                  <a:pt x="108" y="364"/>
                </a:lnTo>
                <a:lnTo>
                  <a:pt x="74" y="377"/>
                </a:lnTo>
                <a:cubicBezTo>
                  <a:pt x="68" y="379"/>
                  <a:pt x="64" y="385"/>
                  <a:pt x="64" y="391"/>
                </a:cubicBezTo>
                <a:cubicBezTo>
                  <a:pt x="64" y="397"/>
                  <a:pt x="68" y="402"/>
                  <a:pt x="74" y="405"/>
                </a:cubicBezTo>
                <a:lnTo>
                  <a:pt x="108" y="417"/>
                </a:lnTo>
                <a:lnTo>
                  <a:pt x="122" y="470"/>
                </a:lnTo>
                <a:cubicBezTo>
                  <a:pt x="123" y="477"/>
                  <a:pt x="129" y="482"/>
                  <a:pt x="136" y="482"/>
                </a:cubicBezTo>
                <a:cubicBezTo>
                  <a:pt x="143" y="482"/>
                  <a:pt x="148" y="477"/>
                  <a:pt x="150" y="470"/>
                </a:cubicBezTo>
                <a:lnTo>
                  <a:pt x="163" y="417"/>
                </a:lnTo>
                <a:lnTo>
                  <a:pt x="197" y="405"/>
                </a:lnTo>
                <a:cubicBezTo>
                  <a:pt x="203" y="402"/>
                  <a:pt x="207" y="397"/>
                  <a:pt x="207" y="391"/>
                </a:cubicBezTo>
                <a:cubicBezTo>
                  <a:pt x="207" y="385"/>
                  <a:pt x="203" y="379"/>
                  <a:pt x="197" y="377"/>
                </a:cubicBezTo>
                <a:moveTo>
                  <a:pt x="133" y="58"/>
                </a:moveTo>
                <a:lnTo>
                  <a:pt x="99" y="45"/>
                </a:lnTo>
                <a:lnTo>
                  <a:pt x="86" y="10"/>
                </a:lnTo>
                <a:cubicBezTo>
                  <a:pt x="84" y="4"/>
                  <a:pt x="78" y="0"/>
                  <a:pt x="71" y="0"/>
                </a:cubicBezTo>
                <a:cubicBezTo>
                  <a:pt x="65" y="0"/>
                  <a:pt x="59" y="4"/>
                  <a:pt x="57" y="10"/>
                </a:cubicBezTo>
                <a:lnTo>
                  <a:pt x="44" y="45"/>
                </a:lnTo>
                <a:lnTo>
                  <a:pt x="10" y="58"/>
                </a:lnTo>
                <a:cubicBezTo>
                  <a:pt x="4" y="60"/>
                  <a:pt x="0" y="65"/>
                  <a:pt x="0" y="71"/>
                </a:cubicBezTo>
                <a:cubicBezTo>
                  <a:pt x="0" y="78"/>
                  <a:pt x="4" y="83"/>
                  <a:pt x="10" y="85"/>
                </a:cubicBezTo>
                <a:lnTo>
                  <a:pt x="44" y="98"/>
                </a:lnTo>
                <a:lnTo>
                  <a:pt x="57" y="133"/>
                </a:lnTo>
                <a:cubicBezTo>
                  <a:pt x="59" y="139"/>
                  <a:pt x="65" y="142"/>
                  <a:pt x="71" y="142"/>
                </a:cubicBezTo>
                <a:cubicBezTo>
                  <a:pt x="78" y="142"/>
                  <a:pt x="84" y="139"/>
                  <a:pt x="86" y="133"/>
                </a:cubicBezTo>
                <a:lnTo>
                  <a:pt x="99" y="98"/>
                </a:lnTo>
                <a:lnTo>
                  <a:pt x="133" y="85"/>
                </a:lnTo>
                <a:cubicBezTo>
                  <a:pt x="139" y="83"/>
                  <a:pt x="143" y="78"/>
                  <a:pt x="143" y="71"/>
                </a:cubicBezTo>
                <a:cubicBezTo>
                  <a:pt x="143" y="65"/>
                  <a:pt x="139" y="60"/>
                  <a:pt x="133"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06" name="TextBox 2905"/>
          <p:cNvSpPr txBox="1"/>
          <p:nvPr/>
        </p:nvSpPr>
        <p:spPr>
          <a:xfrm>
            <a:off x="880920" y="2720520"/>
            <a:ext cx="12690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Email Settings</a:t>
            </a:r>
            <a:endParaRPr lang="en-GB" sz="1500" b="0" u="none" strike="noStrike">
              <a:solidFill>
                <a:srgbClr val="000000"/>
              </a:solidFill>
              <a:effectLst/>
              <a:uFillTx/>
              <a:latin typeface="Times New Roman"/>
            </a:endParaRPr>
          </a:p>
        </p:txBody>
      </p:sp>
      <p:sp>
        <p:nvSpPr>
          <p:cNvPr id="2907" name="Freeform: Shape 2906"/>
          <p:cNvSpPr/>
          <p:nvPr/>
        </p:nvSpPr>
        <p:spPr>
          <a:xfrm>
            <a:off x="6267240" y="273348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08" name="Freeform: Shape 2907"/>
          <p:cNvSpPr/>
          <p:nvPr/>
        </p:nvSpPr>
        <p:spPr>
          <a:xfrm>
            <a:off x="6297480" y="2765160"/>
            <a:ext cx="131040" cy="128520"/>
          </a:xfrm>
          <a:custGeom>
            <a:avLst/>
            <a:gdLst/>
            <a:ahLst/>
            <a:cxnLst/>
            <a:rect l="0" t="0" r="r" b="b"/>
            <a:pathLst>
              <a:path w="364" h="357">
                <a:moveTo>
                  <a:pt x="347" y="6"/>
                </a:moveTo>
                <a:cubicBezTo>
                  <a:pt x="330" y="-5"/>
                  <a:pt x="308" y="-1"/>
                  <a:pt x="297" y="16"/>
                </a:cubicBezTo>
                <a:lnTo>
                  <a:pt x="137" y="263"/>
                </a:lnTo>
                <a:lnTo>
                  <a:pt x="62" y="195"/>
                </a:lnTo>
                <a:cubicBezTo>
                  <a:pt x="47" y="181"/>
                  <a:pt x="24" y="182"/>
                  <a:pt x="10" y="197"/>
                </a:cubicBezTo>
                <a:cubicBezTo>
                  <a:pt x="-4" y="212"/>
                  <a:pt x="-3" y="235"/>
                  <a:pt x="12" y="249"/>
                </a:cubicBezTo>
                <a:lnTo>
                  <a:pt x="119" y="348"/>
                </a:lnTo>
                <a:cubicBezTo>
                  <a:pt x="126" y="354"/>
                  <a:pt x="135" y="357"/>
                  <a:pt x="144" y="357"/>
                </a:cubicBezTo>
                <a:cubicBezTo>
                  <a:pt x="154" y="357"/>
                  <a:pt x="166" y="353"/>
                  <a:pt x="175" y="341"/>
                </a:cubicBezTo>
                <a:cubicBezTo>
                  <a:pt x="179" y="333"/>
                  <a:pt x="358" y="56"/>
                  <a:pt x="358" y="56"/>
                </a:cubicBezTo>
                <a:cubicBezTo>
                  <a:pt x="369" y="39"/>
                  <a:pt x="364" y="17"/>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09" name="TextBox 2908"/>
          <p:cNvSpPr txBox="1"/>
          <p:nvPr/>
        </p:nvSpPr>
        <p:spPr>
          <a:xfrm>
            <a:off x="3895200" y="272052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2910" name="TextBox 2909"/>
          <p:cNvSpPr txBox="1"/>
          <p:nvPr/>
        </p:nvSpPr>
        <p:spPr>
          <a:xfrm>
            <a:off x="8763120" y="2720520"/>
            <a:ext cx="1730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Email configuration</a:t>
            </a:r>
            <a:endParaRPr lang="en-GB" sz="1500" b="0" u="none" strike="noStrike">
              <a:solidFill>
                <a:srgbClr val="000000"/>
              </a:solidFill>
              <a:effectLst/>
              <a:uFillTx/>
              <a:latin typeface="Times New Roman"/>
            </a:endParaRPr>
          </a:p>
        </p:txBody>
      </p:sp>
      <p:sp>
        <p:nvSpPr>
          <p:cNvPr id="2911" name="Freeform: Shape 2910"/>
          <p:cNvSpPr/>
          <p:nvPr/>
        </p:nvSpPr>
        <p:spPr>
          <a:xfrm>
            <a:off x="3734280" y="3172680"/>
            <a:ext cx="146880" cy="169560"/>
          </a:xfrm>
          <a:custGeom>
            <a:avLst/>
            <a:gdLst/>
            <a:ahLst/>
            <a:cxnLst/>
            <a:rect l="0" t="0" r="r" b="b"/>
            <a:pathLst>
              <a:path w="408" h="471">
                <a:moveTo>
                  <a:pt x="398" y="219"/>
                </a:moveTo>
                <a:lnTo>
                  <a:pt x="266" y="171"/>
                </a:lnTo>
                <a:lnTo>
                  <a:pt x="218" y="10"/>
                </a:lnTo>
                <a:cubicBezTo>
                  <a:pt x="216" y="4"/>
                  <a:pt x="210" y="0"/>
                  <a:pt x="203" y="0"/>
                </a:cubicBezTo>
                <a:cubicBezTo>
                  <a:pt x="197" y="0"/>
                  <a:pt x="191" y="4"/>
                  <a:pt x="189" y="10"/>
                </a:cubicBezTo>
                <a:lnTo>
                  <a:pt x="141" y="171"/>
                </a:lnTo>
                <a:lnTo>
                  <a:pt x="10" y="219"/>
                </a:lnTo>
                <a:cubicBezTo>
                  <a:pt x="4" y="221"/>
                  <a:pt x="0" y="227"/>
                  <a:pt x="0" y="233"/>
                </a:cubicBezTo>
                <a:cubicBezTo>
                  <a:pt x="0" y="239"/>
                  <a:pt x="4" y="244"/>
                  <a:pt x="10" y="247"/>
                </a:cubicBezTo>
                <a:lnTo>
                  <a:pt x="141" y="295"/>
                </a:lnTo>
                <a:lnTo>
                  <a:pt x="189" y="461"/>
                </a:lnTo>
                <a:cubicBezTo>
                  <a:pt x="191" y="467"/>
                  <a:pt x="197" y="471"/>
                  <a:pt x="203" y="471"/>
                </a:cubicBezTo>
                <a:cubicBezTo>
                  <a:pt x="210" y="471"/>
                  <a:pt x="216" y="467"/>
                  <a:pt x="218" y="461"/>
                </a:cubicBezTo>
                <a:lnTo>
                  <a:pt x="266" y="295"/>
                </a:lnTo>
                <a:lnTo>
                  <a:pt x="398" y="247"/>
                </a:lnTo>
                <a:cubicBezTo>
                  <a:pt x="404" y="244"/>
                  <a:pt x="408" y="239"/>
                  <a:pt x="408" y="233"/>
                </a:cubicBezTo>
                <a:cubicBezTo>
                  <a:pt x="408" y="227"/>
                  <a:pt x="404"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12" name="Freeform: Shape 2911"/>
          <p:cNvSpPr/>
          <p:nvPr/>
        </p:nvSpPr>
        <p:spPr>
          <a:xfrm>
            <a:off x="3700800" y="3174480"/>
            <a:ext cx="74520" cy="173160"/>
          </a:xfrm>
          <a:custGeom>
            <a:avLst/>
            <a:gdLst/>
            <a:ahLst/>
            <a:cxnLst/>
            <a:rect l="0" t="0" r="r" b="b"/>
            <a:pathLst>
              <a:path w="207" h="481">
                <a:moveTo>
                  <a:pt x="197" y="377"/>
                </a:moveTo>
                <a:lnTo>
                  <a:pt x="163" y="364"/>
                </a:lnTo>
                <a:lnTo>
                  <a:pt x="150" y="316"/>
                </a:lnTo>
                <a:cubicBezTo>
                  <a:pt x="148" y="309"/>
                  <a:pt x="142" y="305"/>
                  <a:pt x="136" y="305"/>
                </a:cubicBezTo>
                <a:cubicBezTo>
                  <a:pt x="129" y="305"/>
                  <a:pt x="123" y="309"/>
                  <a:pt x="122" y="316"/>
                </a:cubicBezTo>
                <a:lnTo>
                  <a:pt x="108" y="364"/>
                </a:lnTo>
                <a:lnTo>
                  <a:pt x="74" y="377"/>
                </a:lnTo>
                <a:cubicBezTo>
                  <a:pt x="68" y="379"/>
                  <a:pt x="64" y="384"/>
                  <a:pt x="64" y="390"/>
                </a:cubicBezTo>
                <a:cubicBezTo>
                  <a:pt x="64" y="397"/>
                  <a:pt x="68" y="402"/>
                  <a:pt x="74" y="404"/>
                </a:cubicBezTo>
                <a:lnTo>
                  <a:pt x="108" y="417"/>
                </a:lnTo>
                <a:lnTo>
                  <a:pt x="122" y="470"/>
                </a:lnTo>
                <a:cubicBezTo>
                  <a:pt x="123" y="477"/>
                  <a:pt x="129" y="481"/>
                  <a:pt x="136" y="481"/>
                </a:cubicBezTo>
                <a:cubicBezTo>
                  <a:pt x="143" y="481"/>
                  <a:pt x="148" y="477"/>
                  <a:pt x="150" y="470"/>
                </a:cubicBezTo>
                <a:lnTo>
                  <a:pt x="163" y="417"/>
                </a:lnTo>
                <a:lnTo>
                  <a:pt x="197" y="404"/>
                </a:lnTo>
                <a:cubicBezTo>
                  <a:pt x="203" y="402"/>
                  <a:pt x="207" y="397"/>
                  <a:pt x="207" y="390"/>
                </a:cubicBezTo>
                <a:cubicBezTo>
                  <a:pt x="207" y="384"/>
                  <a:pt x="203" y="379"/>
                  <a:pt x="197" y="377"/>
                </a:cubicBezTo>
                <a:moveTo>
                  <a:pt x="133" y="57"/>
                </a:moveTo>
                <a:lnTo>
                  <a:pt x="99" y="44"/>
                </a:lnTo>
                <a:lnTo>
                  <a:pt x="86" y="10"/>
                </a:lnTo>
                <a:cubicBezTo>
                  <a:pt x="84" y="4"/>
                  <a:pt x="78" y="0"/>
                  <a:pt x="71" y="0"/>
                </a:cubicBezTo>
                <a:cubicBezTo>
                  <a:pt x="65" y="0"/>
                  <a:pt x="59" y="4"/>
                  <a:pt x="57" y="10"/>
                </a:cubicBezTo>
                <a:lnTo>
                  <a:pt x="44" y="44"/>
                </a:lnTo>
                <a:lnTo>
                  <a:pt x="10" y="57"/>
                </a:lnTo>
                <a:cubicBezTo>
                  <a:pt x="4" y="59"/>
                  <a:pt x="0" y="66"/>
                  <a:pt x="0" y="72"/>
                </a:cubicBezTo>
                <a:cubicBezTo>
                  <a:pt x="0" y="78"/>
                  <a:pt x="4" y="84"/>
                  <a:pt x="10" y="86"/>
                </a:cubicBezTo>
                <a:lnTo>
                  <a:pt x="44" y="99"/>
                </a:lnTo>
                <a:lnTo>
                  <a:pt x="57" y="133"/>
                </a:lnTo>
                <a:cubicBezTo>
                  <a:pt x="59" y="139"/>
                  <a:pt x="65" y="143"/>
                  <a:pt x="71" y="143"/>
                </a:cubicBezTo>
                <a:cubicBezTo>
                  <a:pt x="78" y="143"/>
                  <a:pt x="84" y="139"/>
                  <a:pt x="86" y="133"/>
                </a:cubicBezTo>
                <a:lnTo>
                  <a:pt x="99" y="99"/>
                </a:lnTo>
                <a:lnTo>
                  <a:pt x="133" y="86"/>
                </a:lnTo>
                <a:cubicBezTo>
                  <a:pt x="139" y="84"/>
                  <a:pt x="143" y="78"/>
                  <a:pt x="143" y="72"/>
                </a:cubicBezTo>
                <a:cubicBezTo>
                  <a:pt x="143" y="66"/>
                  <a:pt x="139" y="59"/>
                  <a:pt x="133"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13" name="TextBox 2912"/>
          <p:cNvSpPr txBox="1"/>
          <p:nvPr/>
        </p:nvSpPr>
        <p:spPr>
          <a:xfrm>
            <a:off x="880920" y="3149280"/>
            <a:ext cx="15595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MJML Templates</a:t>
            </a:r>
            <a:endParaRPr lang="en-GB" sz="1500" b="0" u="none" strike="noStrike">
              <a:solidFill>
                <a:srgbClr val="000000"/>
              </a:solidFill>
              <a:effectLst/>
              <a:uFillTx/>
              <a:latin typeface="Times New Roman"/>
            </a:endParaRPr>
          </a:p>
        </p:txBody>
      </p:sp>
      <p:sp>
        <p:nvSpPr>
          <p:cNvPr id="2914" name="Freeform: Shape 2913"/>
          <p:cNvSpPr/>
          <p:nvPr/>
        </p:nvSpPr>
        <p:spPr>
          <a:xfrm>
            <a:off x="6267240" y="3162240"/>
            <a:ext cx="190800" cy="190800"/>
          </a:xfrm>
          <a:custGeom>
            <a:avLst/>
            <a:gdLst/>
            <a:ahLst/>
            <a:cxnLst/>
            <a:rect l="0" t="0" r="r" b="b"/>
            <a:pathLst>
              <a:path w="530" h="530">
                <a:moveTo>
                  <a:pt x="530" y="470"/>
                </a:moveTo>
                <a:cubicBezTo>
                  <a:pt x="530" y="504"/>
                  <a:pt x="504" y="530"/>
                  <a:pt x="471" y="530"/>
                </a:cubicBezTo>
                <a:lnTo>
                  <a:pt x="59" y="530"/>
                </a:lnTo>
                <a:cubicBezTo>
                  <a:pt x="26" y="530"/>
                  <a:pt x="0" y="504"/>
                  <a:pt x="0" y="470"/>
                </a:cubicBezTo>
                <a:lnTo>
                  <a:pt x="0" y="58"/>
                </a:lnTo>
                <a:cubicBezTo>
                  <a:pt x="0" y="26"/>
                  <a:pt x="26" y="0"/>
                  <a:pt x="59" y="0"/>
                </a:cubicBezTo>
                <a:lnTo>
                  <a:pt x="471" y="0"/>
                </a:lnTo>
                <a:cubicBezTo>
                  <a:pt x="504" y="0"/>
                  <a:pt x="530" y="26"/>
                  <a:pt x="530" y="58"/>
                </a:cubicBezTo>
                <a:lnTo>
                  <a:pt x="530" y="470"/>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15" name="Freeform: Shape 2914"/>
          <p:cNvSpPr/>
          <p:nvPr/>
        </p:nvSpPr>
        <p:spPr>
          <a:xfrm>
            <a:off x="6297480" y="3193560"/>
            <a:ext cx="131040" cy="128880"/>
          </a:xfrm>
          <a:custGeom>
            <a:avLst/>
            <a:gdLst/>
            <a:ahLst/>
            <a:cxnLst/>
            <a:rect l="0" t="0" r="r" b="b"/>
            <a:pathLst>
              <a:path w="364" h="358">
                <a:moveTo>
                  <a:pt x="347" y="6"/>
                </a:moveTo>
                <a:cubicBezTo>
                  <a:pt x="330" y="-5"/>
                  <a:pt x="308" y="0"/>
                  <a:pt x="297" y="17"/>
                </a:cubicBezTo>
                <a:lnTo>
                  <a:pt x="137" y="265"/>
                </a:lnTo>
                <a:lnTo>
                  <a:pt x="62" y="195"/>
                </a:lnTo>
                <a:cubicBezTo>
                  <a:pt x="47" y="181"/>
                  <a:pt x="24" y="182"/>
                  <a:pt x="10" y="197"/>
                </a:cubicBezTo>
                <a:cubicBezTo>
                  <a:pt x="-4" y="213"/>
                  <a:pt x="-3" y="236"/>
                  <a:pt x="12" y="250"/>
                </a:cubicBezTo>
                <a:lnTo>
                  <a:pt x="119" y="348"/>
                </a:lnTo>
                <a:cubicBezTo>
                  <a:pt x="126" y="355"/>
                  <a:pt x="135" y="358"/>
                  <a:pt x="144" y="358"/>
                </a:cubicBezTo>
                <a:cubicBezTo>
                  <a:pt x="154" y="358"/>
                  <a:pt x="166" y="354"/>
                  <a:pt x="175" y="341"/>
                </a:cubicBezTo>
                <a:cubicBezTo>
                  <a:pt x="179" y="334"/>
                  <a:pt x="358" y="57"/>
                  <a:pt x="358" y="57"/>
                </a:cubicBezTo>
                <a:cubicBezTo>
                  <a:pt x="369" y="40"/>
                  <a:pt x="364" y="17"/>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16" name="TextBox 2915"/>
          <p:cNvSpPr txBox="1"/>
          <p:nvPr/>
        </p:nvSpPr>
        <p:spPr>
          <a:xfrm>
            <a:off x="3895200" y="314928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2917" name="TextBox 2916"/>
          <p:cNvSpPr txBox="1"/>
          <p:nvPr/>
        </p:nvSpPr>
        <p:spPr>
          <a:xfrm>
            <a:off x="8763120" y="3149280"/>
            <a:ext cx="25113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Responsive email templates</a:t>
            </a:r>
            <a:endParaRPr lang="en-GB" sz="1500" b="0" u="none" strike="noStrike">
              <a:solidFill>
                <a:srgbClr val="000000"/>
              </a:solidFill>
              <a:effectLst/>
              <a:uFillTx/>
              <a:latin typeface="Times New Roman"/>
            </a:endParaRPr>
          </a:p>
        </p:txBody>
      </p:sp>
      <p:sp>
        <p:nvSpPr>
          <p:cNvPr id="2918" name="Freeform: Shape 2917"/>
          <p:cNvSpPr/>
          <p:nvPr/>
        </p:nvSpPr>
        <p:spPr>
          <a:xfrm>
            <a:off x="3734280" y="3601440"/>
            <a:ext cx="146880" cy="169560"/>
          </a:xfrm>
          <a:custGeom>
            <a:avLst/>
            <a:gdLst/>
            <a:ahLst/>
            <a:cxnLst/>
            <a:rect l="0" t="0" r="r" b="b"/>
            <a:pathLst>
              <a:path w="408" h="471">
                <a:moveTo>
                  <a:pt x="398" y="220"/>
                </a:moveTo>
                <a:lnTo>
                  <a:pt x="266" y="171"/>
                </a:lnTo>
                <a:lnTo>
                  <a:pt x="218" y="10"/>
                </a:lnTo>
                <a:cubicBezTo>
                  <a:pt x="216" y="4"/>
                  <a:pt x="210" y="0"/>
                  <a:pt x="203" y="0"/>
                </a:cubicBezTo>
                <a:cubicBezTo>
                  <a:pt x="197" y="0"/>
                  <a:pt x="191" y="4"/>
                  <a:pt x="189" y="10"/>
                </a:cubicBezTo>
                <a:lnTo>
                  <a:pt x="141" y="171"/>
                </a:lnTo>
                <a:lnTo>
                  <a:pt x="10" y="220"/>
                </a:lnTo>
                <a:cubicBezTo>
                  <a:pt x="4" y="222"/>
                  <a:pt x="0" y="227"/>
                  <a:pt x="0" y="233"/>
                </a:cubicBezTo>
                <a:cubicBezTo>
                  <a:pt x="0" y="240"/>
                  <a:pt x="4" y="245"/>
                  <a:pt x="10" y="247"/>
                </a:cubicBezTo>
                <a:lnTo>
                  <a:pt x="141" y="296"/>
                </a:lnTo>
                <a:lnTo>
                  <a:pt x="189" y="461"/>
                </a:lnTo>
                <a:cubicBezTo>
                  <a:pt x="191" y="467"/>
                  <a:pt x="197" y="471"/>
                  <a:pt x="203" y="471"/>
                </a:cubicBezTo>
                <a:cubicBezTo>
                  <a:pt x="210" y="471"/>
                  <a:pt x="216" y="467"/>
                  <a:pt x="218" y="461"/>
                </a:cubicBezTo>
                <a:lnTo>
                  <a:pt x="266" y="296"/>
                </a:lnTo>
                <a:lnTo>
                  <a:pt x="398" y="247"/>
                </a:lnTo>
                <a:cubicBezTo>
                  <a:pt x="404" y="245"/>
                  <a:pt x="408" y="240"/>
                  <a:pt x="408" y="233"/>
                </a:cubicBezTo>
                <a:cubicBezTo>
                  <a:pt x="408" y="227"/>
                  <a:pt x="404" y="222"/>
                  <a:pt x="398" y="220"/>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19" name="Freeform: Shape 2918"/>
          <p:cNvSpPr/>
          <p:nvPr/>
        </p:nvSpPr>
        <p:spPr>
          <a:xfrm>
            <a:off x="3700800" y="3603240"/>
            <a:ext cx="74520" cy="173160"/>
          </a:xfrm>
          <a:custGeom>
            <a:avLst/>
            <a:gdLst/>
            <a:ahLst/>
            <a:cxnLst/>
            <a:rect l="0" t="0" r="r" b="b"/>
            <a:pathLst>
              <a:path w="207" h="481">
                <a:moveTo>
                  <a:pt x="197" y="376"/>
                </a:moveTo>
                <a:lnTo>
                  <a:pt x="163" y="364"/>
                </a:lnTo>
                <a:lnTo>
                  <a:pt x="150" y="315"/>
                </a:lnTo>
                <a:cubicBezTo>
                  <a:pt x="148" y="308"/>
                  <a:pt x="142" y="303"/>
                  <a:pt x="136" y="303"/>
                </a:cubicBezTo>
                <a:cubicBezTo>
                  <a:pt x="129" y="303"/>
                  <a:pt x="123" y="308"/>
                  <a:pt x="122" y="315"/>
                </a:cubicBezTo>
                <a:lnTo>
                  <a:pt x="108" y="364"/>
                </a:lnTo>
                <a:lnTo>
                  <a:pt x="74" y="376"/>
                </a:lnTo>
                <a:cubicBezTo>
                  <a:pt x="68" y="378"/>
                  <a:pt x="64" y="384"/>
                  <a:pt x="64" y="390"/>
                </a:cubicBezTo>
                <a:cubicBezTo>
                  <a:pt x="64" y="396"/>
                  <a:pt x="68" y="402"/>
                  <a:pt x="74" y="404"/>
                </a:cubicBezTo>
                <a:lnTo>
                  <a:pt x="108" y="416"/>
                </a:lnTo>
                <a:lnTo>
                  <a:pt x="122" y="470"/>
                </a:lnTo>
                <a:cubicBezTo>
                  <a:pt x="123" y="476"/>
                  <a:pt x="129" y="481"/>
                  <a:pt x="136" y="481"/>
                </a:cubicBezTo>
                <a:cubicBezTo>
                  <a:pt x="143" y="481"/>
                  <a:pt x="148" y="476"/>
                  <a:pt x="150" y="470"/>
                </a:cubicBezTo>
                <a:lnTo>
                  <a:pt x="163" y="416"/>
                </a:lnTo>
                <a:lnTo>
                  <a:pt x="197" y="404"/>
                </a:lnTo>
                <a:cubicBezTo>
                  <a:pt x="203" y="402"/>
                  <a:pt x="207" y="396"/>
                  <a:pt x="207" y="390"/>
                </a:cubicBezTo>
                <a:cubicBezTo>
                  <a:pt x="207" y="384"/>
                  <a:pt x="203" y="378"/>
                  <a:pt x="197" y="376"/>
                </a:cubicBezTo>
                <a:moveTo>
                  <a:pt x="133" y="57"/>
                </a:moveTo>
                <a:lnTo>
                  <a:pt x="99" y="44"/>
                </a:lnTo>
                <a:lnTo>
                  <a:pt x="86" y="9"/>
                </a:lnTo>
                <a:cubicBezTo>
                  <a:pt x="84" y="3"/>
                  <a:pt x="78" y="0"/>
                  <a:pt x="71" y="0"/>
                </a:cubicBezTo>
                <a:cubicBezTo>
                  <a:pt x="65" y="0"/>
                  <a:pt x="59" y="3"/>
                  <a:pt x="57" y="9"/>
                </a:cubicBezTo>
                <a:lnTo>
                  <a:pt x="44" y="44"/>
                </a:lnTo>
                <a:lnTo>
                  <a:pt x="10" y="57"/>
                </a:lnTo>
                <a:cubicBezTo>
                  <a:pt x="4" y="59"/>
                  <a:pt x="0" y="65"/>
                  <a:pt x="0" y="71"/>
                </a:cubicBezTo>
                <a:cubicBezTo>
                  <a:pt x="0" y="77"/>
                  <a:pt x="4" y="82"/>
                  <a:pt x="10" y="84"/>
                </a:cubicBezTo>
                <a:lnTo>
                  <a:pt x="44" y="97"/>
                </a:lnTo>
                <a:lnTo>
                  <a:pt x="57" y="132"/>
                </a:lnTo>
                <a:cubicBezTo>
                  <a:pt x="59" y="138"/>
                  <a:pt x="65" y="142"/>
                  <a:pt x="71" y="142"/>
                </a:cubicBezTo>
                <a:cubicBezTo>
                  <a:pt x="78" y="142"/>
                  <a:pt x="84" y="138"/>
                  <a:pt x="86" y="132"/>
                </a:cubicBezTo>
                <a:lnTo>
                  <a:pt x="99" y="97"/>
                </a:lnTo>
                <a:lnTo>
                  <a:pt x="133" y="84"/>
                </a:lnTo>
                <a:cubicBezTo>
                  <a:pt x="139" y="82"/>
                  <a:pt x="143" y="77"/>
                  <a:pt x="143" y="71"/>
                </a:cubicBezTo>
                <a:cubicBezTo>
                  <a:pt x="143" y="65"/>
                  <a:pt x="139" y="59"/>
                  <a:pt x="133"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20" name="TextBox 2919"/>
          <p:cNvSpPr txBox="1"/>
          <p:nvPr/>
        </p:nvSpPr>
        <p:spPr>
          <a:xfrm>
            <a:off x="880920" y="3577680"/>
            <a:ext cx="25268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Conditional Email Rendering</a:t>
            </a:r>
            <a:endParaRPr lang="en-GB" sz="1500" b="0" u="none" strike="noStrike">
              <a:solidFill>
                <a:srgbClr val="000000"/>
              </a:solidFill>
              <a:effectLst/>
              <a:uFillTx/>
              <a:latin typeface="Times New Roman"/>
            </a:endParaRPr>
          </a:p>
        </p:txBody>
      </p:sp>
      <p:sp>
        <p:nvSpPr>
          <p:cNvPr id="2921" name="Freeform: Shape 2920"/>
          <p:cNvSpPr/>
          <p:nvPr/>
        </p:nvSpPr>
        <p:spPr>
          <a:xfrm>
            <a:off x="6267240" y="3590640"/>
            <a:ext cx="190800" cy="190800"/>
          </a:xfrm>
          <a:custGeom>
            <a:avLst/>
            <a:gdLst/>
            <a:ahLst/>
            <a:cxnLst/>
            <a:rect l="0" t="0" r="r" b="b"/>
            <a:pathLst>
              <a:path w="530" h="530">
                <a:moveTo>
                  <a:pt x="530" y="472"/>
                </a:moveTo>
                <a:cubicBezTo>
                  <a:pt x="530" y="504"/>
                  <a:pt x="504" y="530"/>
                  <a:pt x="471" y="530"/>
                </a:cubicBezTo>
                <a:lnTo>
                  <a:pt x="59" y="530"/>
                </a:lnTo>
                <a:cubicBezTo>
                  <a:pt x="26" y="530"/>
                  <a:pt x="0" y="504"/>
                  <a:pt x="0" y="472"/>
                </a:cubicBezTo>
                <a:lnTo>
                  <a:pt x="0" y="59"/>
                </a:lnTo>
                <a:cubicBezTo>
                  <a:pt x="0" y="27"/>
                  <a:pt x="26" y="0"/>
                  <a:pt x="59" y="0"/>
                </a:cubicBezTo>
                <a:lnTo>
                  <a:pt x="471" y="0"/>
                </a:lnTo>
                <a:cubicBezTo>
                  <a:pt x="504" y="0"/>
                  <a:pt x="530" y="27"/>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22" name="Freeform: Shape 2921"/>
          <p:cNvSpPr/>
          <p:nvPr/>
        </p:nvSpPr>
        <p:spPr>
          <a:xfrm>
            <a:off x="6297480" y="3622320"/>
            <a:ext cx="131040" cy="128880"/>
          </a:xfrm>
          <a:custGeom>
            <a:avLst/>
            <a:gdLst/>
            <a:ahLst/>
            <a:cxnLst/>
            <a:rect l="0" t="0" r="r" b="b"/>
            <a:pathLst>
              <a:path w="364" h="358">
                <a:moveTo>
                  <a:pt x="347" y="6"/>
                </a:moveTo>
                <a:cubicBezTo>
                  <a:pt x="330" y="-5"/>
                  <a:pt x="308" y="0"/>
                  <a:pt x="297" y="17"/>
                </a:cubicBezTo>
                <a:lnTo>
                  <a:pt x="137" y="264"/>
                </a:lnTo>
                <a:lnTo>
                  <a:pt x="62" y="196"/>
                </a:lnTo>
                <a:cubicBezTo>
                  <a:pt x="47" y="182"/>
                  <a:pt x="24" y="183"/>
                  <a:pt x="10" y="198"/>
                </a:cubicBezTo>
                <a:cubicBezTo>
                  <a:pt x="-4" y="213"/>
                  <a:pt x="-3" y="236"/>
                  <a:pt x="12" y="250"/>
                </a:cubicBezTo>
                <a:lnTo>
                  <a:pt x="119" y="348"/>
                </a:lnTo>
                <a:cubicBezTo>
                  <a:pt x="126" y="354"/>
                  <a:pt x="135" y="358"/>
                  <a:pt x="144" y="358"/>
                </a:cubicBezTo>
                <a:cubicBezTo>
                  <a:pt x="154" y="358"/>
                  <a:pt x="166" y="353"/>
                  <a:pt x="175" y="341"/>
                </a:cubicBezTo>
                <a:cubicBezTo>
                  <a:pt x="179" y="333"/>
                  <a:pt x="358" y="57"/>
                  <a:pt x="358" y="57"/>
                </a:cubicBezTo>
                <a:cubicBezTo>
                  <a:pt x="369" y="40"/>
                  <a:pt x="364" y="17"/>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23" name="TextBox 2922"/>
          <p:cNvSpPr txBox="1"/>
          <p:nvPr/>
        </p:nvSpPr>
        <p:spPr>
          <a:xfrm>
            <a:off x="3895200" y="357768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2924" name="TextBox 2923"/>
          <p:cNvSpPr txBox="1"/>
          <p:nvPr/>
        </p:nvSpPr>
        <p:spPr>
          <a:xfrm>
            <a:off x="8763120" y="3577680"/>
            <a:ext cx="20548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Dynamic email content</a:t>
            </a:r>
            <a:endParaRPr lang="en-GB" sz="1500" b="0" u="none" strike="noStrike">
              <a:solidFill>
                <a:srgbClr val="000000"/>
              </a:solidFill>
              <a:effectLst/>
              <a:uFillTx/>
              <a:latin typeface="Times New Roman"/>
            </a:endParaRPr>
          </a:p>
        </p:txBody>
      </p:sp>
      <p:sp>
        <p:nvSpPr>
          <p:cNvPr id="2925" name="Freeform: Shape 2924"/>
          <p:cNvSpPr/>
          <p:nvPr/>
        </p:nvSpPr>
        <p:spPr>
          <a:xfrm>
            <a:off x="3734280" y="4039560"/>
            <a:ext cx="146880" cy="169560"/>
          </a:xfrm>
          <a:custGeom>
            <a:avLst/>
            <a:gdLst/>
            <a:ahLst/>
            <a:cxnLst/>
            <a:rect l="0" t="0" r="r" b="b"/>
            <a:pathLst>
              <a:path w="408" h="471">
                <a:moveTo>
                  <a:pt x="398" y="219"/>
                </a:moveTo>
                <a:lnTo>
                  <a:pt x="266" y="170"/>
                </a:lnTo>
                <a:lnTo>
                  <a:pt x="218" y="10"/>
                </a:lnTo>
                <a:cubicBezTo>
                  <a:pt x="216" y="4"/>
                  <a:pt x="210" y="0"/>
                  <a:pt x="203" y="0"/>
                </a:cubicBezTo>
                <a:cubicBezTo>
                  <a:pt x="197" y="0"/>
                  <a:pt x="191" y="4"/>
                  <a:pt x="189" y="10"/>
                </a:cubicBezTo>
                <a:lnTo>
                  <a:pt x="141" y="170"/>
                </a:lnTo>
                <a:lnTo>
                  <a:pt x="10" y="219"/>
                </a:lnTo>
                <a:cubicBezTo>
                  <a:pt x="4" y="221"/>
                  <a:pt x="0" y="226"/>
                  <a:pt x="0" y="232"/>
                </a:cubicBezTo>
                <a:cubicBezTo>
                  <a:pt x="0" y="239"/>
                  <a:pt x="4" y="244"/>
                  <a:pt x="10" y="246"/>
                </a:cubicBezTo>
                <a:lnTo>
                  <a:pt x="141" y="296"/>
                </a:lnTo>
                <a:lnTo>
                  <a:pt x="189" y="461"/>
                </a:lnTo>
                <a:cubicBezTo>
                  <a:pt x="191" y="467"/>
                  <a:pt x="197" y="471"/>
                  <a:pt x="203" y="471"/>
                </a:cubicBezTo>
                <a:cubicBezTo>
                  <a:pt x="210" y="471"/>
                  <a:pt x="216" y="467"/>
                  <a:pt x="218" y="461"/>
                </a:cubicBezTo>
                <a:lnTo>
                  <a:pt x="266" y="296"/>
                </a:lnTo>
                <a:lnTo>
                  <a:pt x="398" y="246"/>
                </a:lnTo>
                <a:cubicBezTo>
                  <a:pt x="404" y="244"/>
                  <a:pt x="408" y="239"/>
                  <a:pt x="408" y="232"/>
                </a:cubicBezTo>
                <a:cubicBezTo>
                  <a:pt x="408" y="226"/>
                  <a:pt x="404"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26" name="Freeform: Shape 2925"/>
          <p:cNvSpPr/>
          <p:nvPr/>
        </p:nvSpPr>
        <p:spPr>
          <a:xfrm>
            <a:off x="3700800" y="4041360"/>
            <a:ext cx="74520" cy="173160"/>
          </a:xfrm>
          <a:custGeom>
            <a:avLst/>
            <a:gdLst/>
            <a:ahLst/>
            <a:cxnLst/>
            <a:rect l="0" t="0" r="r" b="b"/>
            <a:pathLst>
              <a:path w="207" h="481">
                <a:moveTo>
                  <a:pt x="197" y="376"/>
                </a:moveTo>
                <a:lnTo>
                  <a:pt x="163" y="364"/>
                </a:lnTo>
                <a:lnTo>
                  <a:pt x="150" y="315"/>
                </a:lnTo>
                <a:cubicBezTo>
                  <a:pt x="148" y="309"/>
                  <a:pt x="142" y="304"/>
                  <a:pt x="136" y="304"/>
                </a:cubicBezTo>
                <a:cubicBezTo>
                  <a:pt x="129" y="304"/>
                  <a:pt x="123" y="309"/>
                  <a:pt x="122" y="315"/>
                </a:cubicBezTo>
                <a:lnTo>
                  <a:pt x="108" y="364"/>
                </a:lnTo>
                <a:lnTo>
                  <a:pt x="74" y="376"/>
                </a:lnTo>
                <a:cubicBezTo>
                  <a:pt x="68" y="379"/>
                  <a:pt x="64" y="384"/>
                  <a:pt x="64" y="390"/>
                </a:cubicBezTo>
                <a:cubicBezTo>
                  <a:pt x="64" y="396"/>
                  <a:pt x="68" y="402"/>
                  <a:pt x="74" y="404"/>
                </a:cubicBezTo>
                <a:lnTo>
                  <a:pt x="108" y="416"/>
                </a:lnTo>
                <a:lnTo>
                  <a:pt x="122" y="470"/>
                </a:lnTo>
                <a:cubicBezTo>
                  <a:pt x="123" y="476"/>
                  <a:pt x="129" y="481"/>
                  <a:pt x="136" y="481"/>
                </a:cubicBezTo>
                <a:cubicBezTo>
                  <a:pt x="143" y="481"/>
                  <a:pt x="148" y="476"/>
                  <a:pt x="150" y="470"/>
                </a:cubicBezTo>
                <a:lnTo>
                  <a:pt x="163" y="416"/>
                </a:lnTo>
                <a:lnTo>
                  <a:pt x="197" y="404"/>
                </a:lnTo>
                <a:cubicBezTo>
                  <a:pt x="203" y="402"/>
                  <a:pt x="207" y="396"/>
                  <a:pt x="207" y="390"/>
                </a:cubicBezTo>
                <a:cubicBezTo>
                  <a:pt x="207" y="384"/>
                  <a:pt x="203" y="379"/>
                  <a:pt x="197" y="376"/>
                </a:cubicBezTo>
                <a:moveTo>
                  <a:pt x="133" y="58"/>
                </a:moveTo>
                <a:lnTo>
                  <a:pt x="99" y="44"/>
                </a:lnTo>
                <a:lnTo>
                  <a:pt x="86" y="9"/>
                </a:lnTo>
                <a:cubicBezTo>
                  <a:pt x="84" y="4"/>
                  <a:pt x="78" y="0"/>
                  <a:pt x="71" y="0"/>
                </a:cubicBezTo>
                <a:cubicBezTo>
                  <a:pt x="65" y="0"/>
                  <a:pt x="59" y="4"/>
                  <a:pt x="57" y="9"/>
                </a:cubicBezTo>
                <a:lnTo>
                  <a:pt x="44" y="44"/>
                </a:lnTo>
                <a:lnTo>
                  <a:pt x="10" y="58"/>
                </a:lnTo>
                <a:cubicBezTo>
                  <a:pt x="4" y="60"/>
                  <a:pt x="0" y="66"/>
                  <a:pt x="0" y="72"/>
                </a:cubicBezTo>
                <a:cubicBezTo>
                  <a:pt x="0" y="78"/>
                  <a:pt x="4" y="83"/>
                  <a:pt x="10" y="86"/>
                </a:cubicBezTo>
                <a:lnTo>
                  <a:pt x="44" y="98"/>
                </a:lnTo>
                <a:lnTo>
                  <a:pt x="57" y="133"/>
                </a:lnTo>
                <a:cubicBezTo>
                  <a:pt x="59" y="139"/>
                  <a:pt x="65" y="143"/>
                  <a:pt x="71" y="143"/>
                </a:cubicBezTo>
                <a:cubicBezTo>
                  <a:pt x="78" y="143"/>
                  <a:pt x="84" y="139"/>
                  <a:pt x="86" y="133"/>
                </a:cubicBezTo>
                <a:lnTo>
                  <a:pt x="99" y="98"/>
                </a:lnTo>
                <a:lnTo>
                  <a:pt x="133" y="86"/>
                </a:lnTo>
                <a:cubicBezTo>
                  <a:pt x="139" y="83"/>
                  <a:pt x="143" y="78"/>
                  <a:pt x="143" y="72"/>
                </a:cubicBezTo>
                <a:cubicBezTo>
                  <a:pt x="143" y="66"/>
                  <a:pt x="139" y="60"/>
                  <a:pt x="133"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27" name="TextBox 2926"/>
          <p:cNvSpPr txBox="1"/>
          <p:nvPr/>
        </p:nvSpPr>
        <p:spPr>
          <a:xfrm>
            <a:off x="880920" y="4015800"/>
            <a:ext cx="16729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Email Attachments</a:t>
            </a:r>
            <a:endParaRPr lang="en-GB" sz="1500" b="0" u="none" strike="noStrike">
              <a:solidFill>
                <a:srgbClr val="000000"/>
              </a:solidFill>
              <a:effectLst/>
              <a:uFillTx/>
              <a:latin typeface="Times New Roman"/>
            </a:endParaRPr>
          </a:p>
        </p:txBody>
      </p:sp>
      <p:sp>
        <p:nvSpPr>
          <p:cNvPr id="2928" name="Freeform: Shape 2927"/>
          <p:cNvSpPr/>
          <p:nvPr/>
        </p:nvSpPr>
        <p:spPr>
          <a:xfrm>
            <a:off x="6267240" y="4028760"/>
            <a:ext cx="190800" cy="191160"/>
          </a:xfrm>
          <a:custGeom>
            <a:avLst/>
            <a:gdLst/>
            <a:ahLst/>
            <a:cxnLst/>
            <a:rect l="0" t="0" r="r" b="b"/>
            <a:pathLst>
              <a:path w="530" h="531">
                <a:moveTo>
                  <a:pt x="530" y="472"/>
                </a:moveTo>
                <a:cubicBezTo>
                  <a:pt x="530" y="504"/>
                  <a:pt x="504" y="531"/>
                  <a:pt x="471" y="531"/>
                </a:cubicBezTo>
                <a:lnTo>
                  <a:pt x="59" y="531"/>
                </a:lnTo>
                <a:cubicBezTo>
                  <a:pt x="26" y="531"/>
                  <a:pt x="0" y="504"/>
                  <a:pt x="0" y="472"/>
                </a:cubicBezTo>
                <a:lnTo>
                  <a:pt x="0" y="59"/>
                </a:lnTo>
                <a:cubicBezTo>
                  <a:pt x="0" y="27"/>
                  <a:pt x="26" y="0"/>
                  <a:pt x="59" y="0"/>
                </a:cubicBezTo>
                <a:lnTo>
                  <a:pt x="471" y="0"/>
                </a:lnTo>
                <a:cubicBezTo>
                  <a:pt x="504" y="0"/>
                  <a:pt x="530" y="27"/>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29" name="Freeform: Shape 2928"/>
          <p:cNvSpPr/>
          <p:nvPr/>
        </p:nvSpPr>
        <p:spPr>
          <a:xfrm>
            <a:off x="6297480" y="4060440"/>
            <a:ext cx="131040" cy="128880"/>
          </a:xfrm>
          <a:custGeom>
            <a:avLst/>
            <a:gdLst/>
            <a:ahLst/>
            <a:cxnLst/>
            <a:rect l="0" t="0" r="r" b="b"/>
            <a:pathLst>
              <a:path w="364" h="358">
                <a:moveTo>
                  <a:pt x="347" y="6"/>
                </a:moveTo>
                <a:cubicBezTo>
                  <a:pt x="330" y="-5"/>
                  <a:pt x="308" y="0"/>
                  <a:pt x="297" y="17"/>
                </a:cubicBezTo>
                <a:lnTo>
                  <a:pt x="137" y="263"/>
                </a:lnTo>
                <a:lnTo>
                  <a:pt x="62" y="195"/>
                </a:lnTo>
                <a:cubicBezTo>
                  <a:pt x="47" y="181"/>
                  <a:pt x="24" y="182"/>
                  <a:pt x="10" y="197"/>
                </a:cubicBezTo>
                <a:cubicBezTo>
                  <a:pt x="-4" y="212"/>
                  <a:pt x="-3" y="235"/>
                  <a:pt x="12" y="249"/>
                </a:cubicBezTo>
                <a:lnTo>
                  <a:pt x="119" y="348"/>
                </a:lnTo>
                <a:cubicBezTo>
                  <a:pt x="126" y="354"/>
                  <a:pt x="135" y="358"/>
                  <a:pt x="144" y="358"/>
                </a:cubicBezTo>
                <a:cubicBezTo>
                  <a:pt x="154" y="358"/>
                  <a:pt x="166" y="354"/>
                  <a:pt x="175" y="341"/>
                </a:cubicBezTo>
                <a:cubicBezTo>
                  <a:pt x="179" y="334"/>
                  <a:pt x="358" y="57"/>
                  <a:pt x="358" y="57"/>
                </a:cubicBezTo>
                <a:cubicBezTo>
                  <a:pt x="369" y="40"/>
                  <a:pt x="364" y="17"/>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30" name="TextBox 2929"/>
          <p:cNvSpPr txBox="1"/>
          <p:nvPr/>
        </p:nvSpPr>
        <p:spPr>
          <a:xfrm>
            <a:off x="3895200" y="401580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2931" name="TextBox 2930"/>
          <p:cNvSpPr txBox="1"/>
          <p:nvPr/>
        </p:nvSpPr>
        <p:spPr>
          <a:xfrm>
            <a:off x="8763120" y="4015800"/>
            <a:ext cx="1786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Attachment support</a:t>
            </a:r>
            <a:endParaRPr lang="en-GB" sz="1500" b="0" u="none" strike="noStrike">
              <a:solidFill>
                <a:srgbClr val="000000"/>
              </a:solidFill>
              <a:effectLst/>
              <a:uFillTx/>
              <a:latin typeface="Times New Roman"/>
            </a:endParaRPr>
          </a:p>
        </p:txBody>
      </p:sp>
      <p:sp>
        <p:nvSpPr>
          <p:cNvPr id="2932" name="Freeform: Shape 2931"/>
          <p:cNvSpPr/>
          <p:nvPr/>
        </p:nvSpPr>
        <p:spPr>
          <a:xfrm>
            <a:off x="3734280" y="4467960"/>
            <a:ext cx="146880" cy="169920"/>
          </a:xfrm>
          <a:custGeom>
            <a:avLst/>
            <a:gdLst/>
            <a:ahLst/>
            <a:cxnLst/>
            <a:rect l="0" t="0" r="r" b="b"/>
            <a:pathLst>
              <a:path w="408" h="472">
                <a:moveTo>
                  <a:pt x="398" y="220"/>
                </a:moveTo>
                <a:lnTo>
                  <a:pt x="266" y="172"/>
                </a:lnTo>
                <a:lnTo>
                  <a:pt x="218" y="11"/>
                </a:lnTo>
                <a:cubicBezTo>
                  <a:pt x="216" y="5"/>
                  <a:pt x="210" y="0"/>
                  <a:pt x="203" y="0"/>
                </a:cubicBezTo>
                <a:cubicBezTo>
                  <a:pt x="197" y="0"/>
                  <a:pt x="191" y="5"/>
                  <a:pt x="189" y="11"/>
                </a:cubicBezTo>
                <a:lnTo>
                  <a:pt x="141" y="172"/>
                </a:lnTo>
                <a:lnTo>
                  <a:pt x="10" y="220"/>
                </a:lnTo>
                <a:cubicBezTo>
                  <a:pt x="4" y="222"/>
                  <a:pt x="0" y="228"/>
                  <a:pt x="0" y="234"/>
                </a:cubicBezTo>
                <a:cubicBezTo>
                  <a:pt x="0" y="240"/>
                  <a:pt x="4" y="246"/>
                  <a:pt x="10" y="248"/>
                </a:cubicBezTo>
                <a:lnTo>
                  <a:pt x="141" y="296"/>
                </a:lnTo>
                <a:lnTo>
                  <a:pt x="189" y="461"/>
                </a:lnTo>
                <a:cubicBezTo>
                  <a:pt x="191" y="467"/>
                  <a:pt x="197" y="472"/>
                  <a:pt x="203" y="472"/>
                </a:cubicBezTo>
                <a:cubicBezTo>
                  <a:pt x="210" y="472"/>
                  <a:pt x="216" y="467"/>
                  <a:pt x="218" y="461"/>
                </a:cubicBezTo>
                <a:lnTo>
                  <a:pt x="266" y="296"/>
                </a:lnTo>
                <a:lnTo>
                  <a:pt x="398" y="248"/>
                </a:lnTo>
                <a:cubicBezTo>
                  <a:pt x="404" y="246"/>
                  <a:pt x="408" y="240"/>
                  <a:pt x="408" y="234"/>
                </a:cubicBezTo>
                <a:cubicBezTo>
                  <a:pt x="408" y="228"/>
                  <a:pt x="404" y="222"/>
                  <a:pt x="398" y="220"/>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33" name="Freeform: Shape 2932"/>
          <p:cNvSpPr/>
          <p:nvPr/>
        </p:nvSpPr>
        <p:spPr>
          <a:xfrm>
            <a:off x="3700800" y="4469760"/>
            <a:ext cx="74520" cy="173160"/>
          </a:xfrm>
          <a:custGeom>
            <a:avLst/>
            <a:gdLst/>
            <a:ahLst/>
            <a:cxnLst/>
            <a:rect l="0" t="0" r="r" b="b"/>
            <a:pathLst>
              <a:path w="207" h="481">
                <a:moveTo>
                  <a:pt x="197" y="377"/>
                </a:moveTo>
                <a:lnTo>
                  <a:pt x="163" y="364"/>
                </a:lnTo>
                <a:lnTo>
                  <a:pt x="150" y="316"/>
                </a:lnTo>
                <a:cubicBezTo>
                  <a:pt x="148" y="310"/>
                  <a:pt x="142" y="305"/>
                  <a:pt x="136" y="305"/>
                </a:cubicBezTo>
                <a:cubicBezTo>
                  <a:pt x="129" y="305"/>
                  <a:pt x="123" y="310"/>
                  <a:pt x="122" y="316"/>
                </a:cubicBezTo>
                <a:lnTo>
                  <a:pt x="108" y="364"/>
                </a:lnTo>
                <a:lnTo>
                  <a:pt x="74" y="377"/>
                </a:lnTo>
                <a:cubicBezTo>
                  <a:pt x="68" y="379"/>
                  <a:pt x="64" y="385"/>
                  <a:pt x="64" y="391"/>
                </a:cubicBezTo>
                <a:cubicBezTo>
                  <a:pt x="64" y="397"/>
                  <a:pt x="68" y="402"/>
                  <a:pt x="74" y="405"/>
                </a:cubicBezTo>
                <a:lnTo>
                  <a:pt x="108" y="417"/>
                </a:lnTo>
                <a:lnTo>
                  <a:pt x="122" y="470"/>
                </a:lnTo>
                <a:cubicBezTo>
                  <a:pt x="123" y="477"/>
                  <a:pt x="129" y="481"/>
                  <a:pt x="136" y="481"/>
                </a:cubicBezTo>
                <a:cubicBezTo>
                  <a:pt x="143" y="481"/>
                  <a:pt x="148" y="477"/>
                  <a:pt x="150" y="470"/>
                </a:cubicBezTo>
                <a:lnTo>
                  <a:pt x="163" y="417"/>
                </a:lnTo>
                <a:lnTo>
                  <a:pt x="197" y="405"/>
                </a:lnTo>
                <a:cubicBezTo>
                  <a:pt x="203" y="402"/>
                  <a:pt x="207" y="397"/>
                  <a:pt x="207" y="391"/>
                </a:cubicBezTo>
                <a:cubicBezTo>
                  <a:pt x="207" y="385"/>
                  <a:pt x="203" y="379"/>
                  <a:pt x="197" y="377"/>
                </a:cubicBezTo>
                <a:moveTo>
                  <a:pt x="133" y="58"/>
                </a:moveTo>
                <a:lnTo>
                  <a:pt x="99" y="45"/>
                </a:lnTo>
                <a:lnTo>
                  <a:pt x="86" y="10"/>
                </a:lnTo>
                <a:cubicBezTo>
                  <a:pt x="84" y="4"/>
                  <a:pt x="78" y="0"/>
                  <a:pt x="71" y="0"/>
                </a:cubicBezTo>
                <a:cubicBezTo>
                  <a:pt x="65" y="0"/>
                  <a:pt x="59" y="4"/>
                  <a:pt x="57" y="10"/>
                </a:cubicBezTo>
                <a:lnTo>
                  <a:pt x="44" y="45"/>
                </a:lnTo>
                <a:lnTo>
                  <a:pt x="10" y="58"/>
                </a:lnTo>
                <a:cubicBezTo>
                  <a:pt x="4" y="60"/>
                  <a:pt x="0" y="65"/>
                  <a:pt x="0" y="71"/>
                </a:cubicBezTo>
                <a:cubicBezTo>
                  <a:pt x="0" y="78"/>
                  <a:pt x="4" y="83"/>
                  <a:pt x="10" y="85"/>
                </a:cubicBezTo>
                <a:lnTo>
                  <a:pt x="44" y="98"/>
                </a:lnTo>
                <a:lnTo>
                  <a:pt x="57" y="133"/>
                </a:lnTo>
                <a:cubicBezTo>
                  <a:pt x="59" y="139"/>
                  <a:pt x="65" y="142"/>
                  <a:pt x="71" y="142"/>
                </a:cubicBezTo>
                <a:cubicBezTo>
                  <a:pt x="78" y="142"/>
                  <a:pt x="84" y="139"/>
                  <a:pt x="86" y="133"/>
                </a:cubicBezTo>
                <a:lnTo>
                  <a:pt x="99" y="98"/>
                </a:lnTo>
                <a:lnTo>
                  <a:pt x="133" y="85"/>
                </a:lnTo>
                <a:cubicBezTo>
                  <a:pt x="139" y="83"/>
                  <a:pt x="143" y="78"/>
                  <a:pt x="143" y="71"/>
                </a:cubicBezTo>
                <a:cubicBezTo>
                  <a:pt x="143" y="65"/>
                  <a:pt x="139" y="60"/>
                  <a:pt x="133"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34" name="TextBox 2933"/>
          <p:cNvSpPr txBox="1"/>
          <p:nvPr/>
        </p:nvSpPr>
        <p:spPr>
          <a:xfrm>
            <a:off x="880920" y="4444560"/>
            <a:ext cx="1261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Content Rules</a:t>
            </a:r>
            <a:endParaRPr lang="en-GB" sz="1500" b="0" u="none" strike="noStrike">
              <a:solidFill>
                <a:srgbClr val="000000"/>
              </a:solidFill>
              <a:effectLst/>
              <a:uFillTx/>
              <a:latin typeface="Times New Roman"/>
            </a:endParaRPr>
          </a:p>
        </p:txBody>
      </p:sp>
      <p:sp>
        <p:nvSpPr>
          <p:cNvPr id="2935" name="Freeform: Shape 2934"/>
          <p:cNvSpPr/>
          <p:nvPr/>
        </p:nvSpPr>
        <p:spPr>
          <a:xfrm>
            <a:off x="6267240" y="445752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60"/>
                </a:lnTo>
                <a:cubicBezTo>
                  <a:pt x="0" y="26"/>
                  <a:pt x="26" y="0"/>
                  <a:pt x="59" y="0"/>
                </a:cubicBezTo>
                <a:lnTo>
                  <a:pt x="471" y="0"/>
                </a:lnTo>
                <a:cubicBezTo>
                  <a:pt x="504" y="0"/>
                  <a:pt x="530" y="26"/>
                  <a:pt x="530" y="60"/>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36" name="Freeform: Shape 2935"/>
          <p:cNvSpPr/>
          <p:nvPr/>
        </p:nvSpPr>
        <p:spPr>
          <a:xfrm>
            <a:off x="6297480" y="4489200"/>
            <a:ext cx="131040" cy="128880"/>
          </a:xfrm>
          <a:custGeom>
            <a:avLst/>
            <a:gdLst/>
            <a:ahLst/>
            <a:cxnLst/>
            <a:rect l="0" t="0" r="r" b="b"/>
            <a:pathLst>
              <a:path w="364" h="358">
                <a:moveTo>
                  <a:pt x="347" y="7"/>
                </a:moveTo>
                <a:cubicBezTo>
                  <a:pt x="330" y="-5"/>
                  <a:pt x="308" y="0"/>
                  <a:pt x="297" y="17"/>
                </a:cubicBezTo>
                <a:lnTo>
                  <a:pt x="137" y="265"/>
                </a:lnTo>
                <a:lnTo>
                  <a:pt x="62" y="197"/>
                </a:lnTo>
                <a:cubicBezTo>
                  <a:pt x="47" y="183"/>
                  <a:pt x="24" y="184"/>
                  <a:pt x="10" y="199"/>
                </a:cubicBezTo>
                <a:cubicBezTo>
                  <a:pt x="-4" y="214"/>
                  <a:pt x="-3" y="237"/>
                  <a:pt x="12" y="251"/>
                </a:cubicBezTo>
                <a:lnTo>
                  <a:pt x="119" y="349"/>
                </a:lnTo>
                <a:cubicBezTo>
                  <a:pt x="126" y="355"/>
                  <a:pt x="135" y="358"/>
                  <a:pt x="144" y="358"/>
                </a:cubicBezTo>
                <a:cubicBezTo>
                  <a:pt x="154" y="358"/>
                  <a:pt x="166" y="354"/>
                  <a:pt x="175" y="342"/>
                </a:cubicBezTo>
                <a:cubicBezTo>
                  <a:pt x="179" y="334"/>
                  <a:pt x="358" y="57"/>
                  <a:pt x="358" y="57"/>
                </a:cubicBezTo>
                <a:cubicBezTo>
                  <a:pt x="369" y="40"/>
                  <a:pt x="364" y="18"/>
                  <a:pt x="347" y="7"/>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37" name="TextBox 2936"/>
          <p:cNvSpPr txBox="1"/>
          <p:nvPr/>
        </p:nvSpPr>
        <p:spPr>
          <a:xfrm>
            <a:off x="3895200" y="444456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2938" name="TextBox 2937"/>
          <p:cNvSpPr txBox="1"/>
          <p:nvPr/>
        </p:nvSpPr>
        <p:spPr>
          <a:xfrm>
            <a:off x="8763120" y="4444560"/>
            <a:ext cx="1714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Email content rules</a:t>
            </a:r>
            <a:endParaRPr lang="en-GB" sz="1500" b="0" u="none" strike="noStrike">
              <a:solidFill>
                <a:srgbClr val="000000"/>
              </a:solidFill>
              <a:effectLst/>
              <a:uFillTx/>
              <a:latin typeface="Times New Roman"/>
            </a:endParaRPr>
          </a:p>
        </p:txBody>
      </p:sp>
      <p:sp>
        <p:nvSpPr>
          <p:cNvPr id="2939" name="Freeform: Shape 2938"/>
          <p:cNvSpPr/>
          <p:nvPr/>
        </p:nvSpPr>
        <p:spPr>
          <a:xfrm>
            <a:off x="3734280" y="4896720"/>
            <a:ext cx="146880" cy="169560"/>
          </a:xfrm>
          <a:custGeom>
            <a:avLst/>
            <a:gdLst/>
            <a:ahLst/>
            <a:cxnLst/>
            <a:rect l="0" t="0" r="r" b="b"/>
            <a:pathLst>
              <a:path w="408" h="471">
                <a:moveTo>
                  <a:pt x="398" y="219"/>
                </a:moveTo>
                <a:lnTo>
                  <a:pt x="266" y="171"/>
                </a:lnTo>
                <a:lnTo>
                  <a:pt x="218" y="10"/>
                </a:lnTo>
                <a:cubicBezTo>
                  <a:pt x="216" y="4"/>
                  <a:pt x="210" y="0"/>
                  <a:pt x="203" y="0"/>
                </a:cubicBezTo>
                <a:cubicBezTo>
                  <a:pt x="197" y="0"/>
                  <a:pt x="191" y="4"/>
                  <a:pt x="189" y="10"/>
                </a:cubicBezTo>
                <a:lnTo>
                  <a:pt x="141" y="171"/>
                </a:lnTo>
                <a:lnTo>
                  <a:pt x="10" y="219"/>
                </a:lnTo>
                <a:cubicBezTo>
                  <a:pt x="4" y="221"/>
                  <a:pt x="0" y="227"/>
                  <a:pt x="0" y="233"/>
                </a:cubicBezTo>
                <a:cubicBezTo>
                  <a:pt x="0" y="239"/>
                  <a:pt x="4" y="244"/>
                  <a:pt x="10" y="247"/>
                </a:cubicBezTo>
                <a:lnTo>
                  <a:pt x="141" y="296"/>
                </a:lnTo>
                <a:lnTo>
                  <a:pt x="189" y="461"/>
                </a:lnTo>
                <a:cubicBezTo>
                  <a:pt x="191" y="467"/>
                  <a:pt x="197" y="471"/>
                  <a:pt x="203" y="471"/>
                </a:cubicBezTo>
                <a:cubicBezTo>
                  <a:pt x="210" y="471"/>
                  <a:pt x="216" y="467"/>
                  <a:pt x="218" y="461"/>
                </a:cubicBezTo>
                <a:lnTo>
                  <a:pt x="266" y="296"/>
                </a:lnTo>
                <a:lnTo>
                  <a:pt x="398" y="246"/>
                </a:lnTo>
                <a:cubicBezTo>
                  <a:pt x="404" y="244"/>
                  <a:pt x="408" y="239"/>
                  <a:pt x="408" y="233"/>
                </a:cubicBezTo>
                <a:cubicBezTo>
                  <a:pt x="408" y="227"/>
                  <a:pt x="404"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40" name="Freeform: Shape 2939"/>
          <p:cNvSpPr/>
          <p:nvPr/>
        </p:nvSpPr>
        <p:spPr>
          <a:xfrm>
            <a:off x="3700800" y="4898520"/>
            <a:ext cx="74520" cy="173160"/>
          </a:xfrm>
          <a:custGeom>
            <a:avLst/>
            <a:gdLst/>
            <a:ahLst/>
            <a:cxnLst/>
            <a:rect l="0" t="0" r="r" b="b"/>
            <a:pathLst>
              <a:path w="207" h="481">
                <a:moveTo>
                  <a:pt x="197" y="377"/>
                </a:moveTo>
                <a:lnTo>
                  <a:pt x="163" y="364"/>
                </a:lnTo>
                <a:lnTo>
                  <a:pt x="150" y="316"/>
                </a:lnTo>
                <a:cubicBezTo>
                  <a:pt x="148" y="309"/>
                  <a:pt x="142" y="305"/>
                  <a:pt x="136" y="305"/>
                </a:cubicBezTo>
                <a:cubicBezTo>
                  <a:pt x="129" y="305"/>
                  <a:pt x="123" y="309"/>
                  <a:pt x="122" y="316"/>
                </a:cubicBezTo>
                <a:lnTo>
                  <a:pt x="108" y="364"/>
                </a:lnTo>
                <a:lnTo>
                  <a:pt x="74" y="377"/>
                </a:lnTo>
                <a:cubicBezTo>
                  <a:pt x="68" y="379"/>
                  <a:pt x="64" y="384"/>
                  <a:pt x="64" y="390"/>
                </a:cubicBezTo>
                <a:cubicBezTo>
                  <a:pt x="64" y="397"/>
                  <a:pt x="68" y="402"/>
                  <a:pt x="74" y="404"/>
                </a:cubicBezTo>
                <a:lnTo>
                  <a:pt x="108" y="417"/>
                </a:lnTo>
                <a:lnTo>
                  <a:pt x="122" y="470"/>
                </a:lnTo>
                <a:cubicBezTo>
                  <a:pt x="123" y="477"/>
                  <a:pt x="129" y="481"/>
                  <a:pt x="136" y="481"/>
                </a:cubicBezTo>
                <a:cubicBezTo>
                  <a:pt x="143" y="481"/>
                  <a:pt x="148" y="477"/>
                  <a:pt x="150" y="470"/>
                </a:cubicBezTo>
                <a:lnTo>
                  <a:pt x="163" y="417"/>
                </a:lnTo>
                <a:lnTo>
                  <a:pt x="197" y="404"/>
                </a:lnTo>
                <a:cubicBezTo>
                  <a:pt x="203" y="402"/>
                  <a:pt x="207" y="397"/>
                  <a:pt x="207" y="390"/>
                </a:cubicBezTo>
                <a:cubicBezTo>
                  <a:pt x="207" y="384"/>
                  <a:pt x="203" y="379"/>
                  <a:pt x="197" y="377"/>
                </a:cubicBezTo>
                <a:moveTo>
                  <a:pt x="133" y="57"/>
                </a:moveTo>
                <a:lnTo>
                  <a:pt x="99" y="44"/>
                </a:lnTo>
                <a:lnTo>
                  <a:pt x="86" y="10"/>
                </a:lnTo>
                <a:cubicBezTo>
                  <a:pt x="84" y="4"/>
                  <a:pt x="78" y="0"/>
                  <a:pt x="71" y="0"/>
                </a:cubicBezTo>
                <a:cubicBezTo>
                  <a:pt x="65" y="0"/>
                  <a:pt x="59" y="4"/>
                  <a:pt x="57" y="10"/>
                </a:cubicBezTo>
                <a:lnTo>
                  <a:pt x="44" y="44"/>
                </a:lnTo>
                <a:lnTo>
                  <a:pt x="10" y="57"/>
                </a:lnTo>
                <a:cubicBezTo>
                  <a:pt x="4" y="59"/>
                  <a:pt x="0" y="65"/>
                  <a:pt x="0" y="71"/>
                </a:cubicBezTo>
                <a:cubicBezTo>
                  <a:pt x="0" y="78"/>
                  <a:pt x="4" y="84"/>
                  <a:pt x="10" y="86"/>
                </a:cubicBezTo>
                <a:lnTo>
                  <a:pt x="44" y="99"/>
                </a:lnTo>
                <a:lnTo>
                  <a:pt x="57" y="133"/>
                </a:lnTo>
                <a:cubicBezTo>
                  <a:pt x="59" y="139"/>
                  <a:pt x="65" y="143"/>
                  <a:pt x="71" y="143"/>
                </a:cubicBezTo>
                <a:cubicBezTo>
                  <a:pt x="78" y="143"/>
                  <a:pt x="84" y="139"/>
                  <a:pt x="86" y="133"/>
                </a:cubicBezTo>
                <a:lnTo>
                  <a:pt x="99" y="99"/>
                </a:lnTo>
                <a:lnTo>
                  <a:pt x="133" y="86"/>
                </a:lnTo>
                <a:cubicBezTo>
                  <a:pt x="139" y="84"/>
                  <a:pt x="143" y="78"/>
                  <a:pt x="143" y="71"/>
                </a:cubicBezTo>
                <a:cubicBezTo>
                  <a:pt x="143" y="65"/>
                  <a:pt x="139" y="59"/>
                  <a:pt x="133"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41" name="TextBox 2940"/>
          <p:cNvSpPr txBox="1"/>
          <p:nvPr/>
        </p:nvSpPr>
        <p:spPr>
          <a:xfrm>
            <a:off x="880920" y="4873320"/>
            <a:ext cx="11682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Placeholders</a:t>
            </a:r>
            <a:endParaRPr lang="en-GB" sz="1500" b="0" u="none" strike="noStrike">
              <a:solidFill>
                <a:srgbClr val="000000"/>
              </a:solidFill>
              <a:effectLst/>
              <a:uFillTx/>
              <a:latin typeface="Times New Roman"/>
            </a:endParaRPr>
          </a:p>
        </p:txBody>
      </p:sp>
      <p:sp>
        <p:nvSpPr>
          <p:cNvPr id="2942" name="Freeform: Shape 2941"/>
          <p:cNvSpPr/>
          <p:nvPr/>
        </p:nvSpPr>
        <p:spPr>
          <a:xfrm>
            <a:off x="6267240" y="4886280"/>
            <a:ext cx="190800" cy="190800"/>
          </a:xfrm>
          <a:custGeom>
            <a:avLst/>
            <a:gdLst/>
            <a:ahLst/>
            <a:cxnLst/>
            <a:rect l="0" t="0" r="r" b="b"/>
            <a:pathLst>
              <a:path w="530" h="530">
                <a:moveTo>
                  <a:pt x="530" y="471"/>
                </a:moveTo>
                <a:cubicBezTo>
                  <a:pt x="530" y="503"/>
                  <a:pt x="504" y="530"/>
                  <a:pt x="471" y="530"/>
                </a:cubicBezTo>
                <a:lnTo>
                  <a:pt x="59" y="530"/>
                </a:lnTo>
                <a:cubicBezTo>
                  <a:pt x="26" y="530"/>
                  <a:pt x="0" y="503"/>
                  <a:pt x="0" y="471"/>
                </a:cubicBezTo>
                <a:lnTo>
                  <a:pt x="0" y="58"/>
                </a:lnTo>
                <a:cubicBezTo>
                  <a:pt x="0" y="26"/>
                  <a:pt x="26" y="0"/>
                  <a:pt x="59" y="0"/>
                </a:cubicBezTo>
                <a:lnTo>
                  <a:pt x="471" y="0"/>
                </a:lnTo>
                <a:cubicBezTo>
                  <a:pt x="504" y="0"/>
                  <a:pt x="530" y="26"/>
                  <a:pt x="530" y="58"/>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43" name="Freeform: Shape 2942"/>
          <p:cNvSpPr/>
          <p:nvPr/>
        </p:nvSpPr>
        <p:spPr>
          <a:xfrm>
            <a:off x="6297480" y="4917600"/>
            <a:ext cx="131040" cy="128880"/>
          </a:xfrm>
          <a:custGeom>
            <a:avLst/>
            <a:gdLst/>
            <a:ahLst/>
            <a:cxnLst/>
            <a:rect l="0" t="0" r="r" b="b"/>
            <a:pathLst>
              <a:path w="364" h="358">
                <a:moveTo>
                  <a:pt x="347" y="6"/>
                </a:moveTo>
                <a:cubicBezTo>
                  <a:pt x="330" y="-5"/>
                  <a:pt x="308" y="0"/>
                  <a:pt x="297" y="17"/>
                </a:cubicBezTo>
                <a:lnTo>
                  <a:pt x="137" y="265"/>
                </a:lnTo>
                <a:lnTo>
                  <a:pt x="62" y="196"/>
                </a:lnTo>
                <a:cubicBezTo>
                  <a:pt x="47" y="182"/>
                  <a:pt x="24" y="183"/>
                  <a:pt x="10" y="198"/>
                </a:cubicBezTo>
                <a:cubicBezTo>
                  <a:pt x="-4" y="213"/>
                  <a:pt x="-3" y="236"/>
                  <a:pt x="12" y="250"/>
                </a:cubicBezTo>
                <a:lnTo>
                  <a:pt x="119" y="348"/>
                </a:lnTo>
                <a:cubicBezTo>
                  <a:pt x="126" y="355"/>
                  <a:pt x="135" y="358"/>
                  <a:pt x="144" y="358"/>
                </a:cubicBezTo>
                <a:cubicBezTo>
                  <a:pt x="154" y="358"/>
                  <a:pt x="166" y="354"/>
                  <a:pt x="175" y="341"/>
                </a:cubicBezTo>
                <a:cubicBezTo>
                  <a:pt x="179" y="334"/>
                  <a:pt x="358" y="58"/>
                  <a:pt x="358" y="58"/>
                </a:cubicBezTo>
                <a:cubicBezTo>
                  <a:pt x="369" y="40"/>
                  <a:pt x="364" y="17"/>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44" name="TextBox 2943"/>
          <p:cNvSpPr txBox="1"/>
          <p:nvPr/>
        </p:nvSpPr>
        <p:spPr>
          <a:xfrm>
            <a:off x="3895200" y="487332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2945" name="TextBox 2944"/>
          <p:cNvSpPr txBox="1"/>
          <p:nvPr/>
        </p:nvSpPr>
        <p:spPr>
          <a:xfrm>
            <a:off x="8763120" y="4873320"/>
            <a:ext cx="20818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Dynamic content insert</a:t>
            </a:r>
            <a:endParaRPr lang="en-GB" sz="1500" b="0" u="none" strike="noStrike">
              <a:solidFill>
                <a:srgbClr val="000000"/>
              </a:solidFill>
              <a:effectLst/>
              <a:uFillTx/>
              <a:latin typeface="Times New Roman"/>
            </a:endParaRPr>
          </a:p>
        </p:txBody>
      </p:sp>
      <p:sp>
        <p:nvSpPr>
          <p:cNvPr id="2946" name="Freeform: Shape 2945"/>
          <p:cNvSpPr/>
          <p:nvPr/>
        </p:nvSpPr>
        <p:spPr>
          <a:xfrm>
            <a:off x="3734280" y="5334840"/>
            <a:ext cx="146880" cy="169560"/>
          </a:xfrm>
          <a:custGeom>
            <a:avLst/>
            <a:gdLst/>
            <a:ahLst/>
            <a:cxnLst/>
            <a:rect l="0" t="0" r="r" b="b"/>
            <a:pathLst>
              <a:path w="408" h="471">
                <a:moveTo>
                  <a:pt x="398" y="219"/>
                </a:moveTo>
                <a:lnTo>
                  <a:pt x="266" y="171"/>
                </a:lnTo>
                <a:lnTo>
                  <a:pt x="218" y="11"/>
                </a:lnTo>
                <a:cubicBezTo>
                  <a:pt x="216" y="4"/>
                  <a:pt x="210" y="0"/>
                  <a:pt x="203" y="0"/>
                </a:cubicBezTo>
                <a:cubicBezTo>
                  <a:pt x="197" y="0"/>
                  <a:pt x="191" y="4"/>
                  <a:pt x="189" y="11"/>
                </a:cubicBezTo>
                <a:lnTo>
                  <a:pt x="141" y="171"/>
                </a:lnTo>
                <a:lnTo>
                  <a:pt x="10" y="219"/>
                </a:lnTo>
                <a:cubicBezTo>
                  <a:pt x="4" y="221"/>
                  <a:pt x="0" y="227"/>
                  <a:pt x="0" y="233"/>
                </a:cubicBezTo>
                <a:cubicBezTo>
                  <a:pt x="0" y="239"/>
                  <a:pt x="4" y="244"/>
                  <a:pt x="10" y="247"/>
                </a:cubicBezTo>
                <a:lnTo>
                  <a:pt x="141" y="295"/>
                </a:lnTo>
                <a:lnTo>
                  <a:pt x="189" y="461"/>
                </a:lnTo>
                <a:cubicBezTo>
                  <a:pt x="191" y="467"/>
                  <a:pt x="197" y="471"/>
                  <a:pt x="203" y="471"/>
                </a:cubicBezTo>
                <a:cubicBezTo>
                  <a:pt x="210" y="471"/>
                  <a:pt x="216" y="467"/>
                  <a:pt x="218" y="461"/>
                </a:cubicBezTo>
                <a:lnTo>
                  <a:pt x="266" y="295"/>
                </a:lnTo>
                <a:lnTo>
                  <a:pt x="398" y="247"/>
                </a:lnTo>
                <a:cubicBezTo>
                  <a:pt x="404" y="244"/>
                  <a:pt x="408" y="239"/>
                  <a:pt x="408" y="233"/>
                </a:cubicBezTo>
                <a:cubicBezTo>
                  <a:pt x="408" y="227"/>
                  <a:pt x="404"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47" name="Freeform: Shape 2946"/>
          <p:cNvSpPr/>
          <p:nvPr/>
        </p:nvSpPr>
        <p:spPr>
          <a:xfrm>
            <a:off x="3700800" y="5336640"/>
            <a:ext cx="74520" cy="173160"/>
          </a:xfrm>
          <a:custGeom>
            <a:avLst/>
            <a:gdLst/>
            <a:ahLst/>
            <a:cxnLst/>
            <a:rect l="0" t="0" r="r" b="b"/>
            <a:pathLst>
              <a:path w="207" h="481">
                <a:moveTo>
                  <a:pt x="197" y="377"/>
                </a:moveTo>
                <a:lnTo>
                  <a:pt x="163" y="364"/>
                </a:lnTo>
                <a:lnTo>
                  <a:pt x="150" y="316"/>
                </a:lnTo>
                <a:cubicBezTo>
                  <a:pt x="148" y="309"/>
                  <a:pt x="142" y="305"/>
                  <a:pt x="136" y="305"/>
                </a:cubicBezTo>
                <a:cubicBezTo>
                  <a:pt x="129" y="305"/>
                  <a:pt x="123" y="309"/>
                  <a:pt x="122" y="316"/>
                </a:cubicBezTo>
                <a:lnTo>
                  <a:pt x="108" y="364"/>
                </a:lnTo>
                <a:lnTo>
                  <a:pt x="74" y="377"/>
                </a:lnTo>
                <a:cubicBezTo>
                  <a:pt x="68" y="379"/>
                  <a:pt x="64" y="384"/>
                  <a:pt x="64" y="390"/>
                </a:cubicBezTo>
                <a:cubicBezTo>
                  <a:pt x="64" y="397"/>
                  <a:pt x="68" y="402"/>
                  <a:pt x="74" y="404"/>
                </a:cubicBezTo>
                <a:lnTo>
                  <a:pt x="108" y="417"/>
                </a:lnTo>
                <a:lnTo>
                  <a:pt x="122" y="470"/>
                </a:lnTo>
                <a:cubicBezTo>
                  <a:pt x="123" y="477"/>
                  <a:pt x="129" y="481"/>
                  <a:pt x="136" y="481"/>
                </a:cubicBezTo>
                <a:cubicBezTo>
                  <a:pt x="143" y="481"/>
                  <a:pt x="148" y="477"/>
                  <a:pt x="150" y="470"/>
                </a:cubicBezTo>
                <a:lnTo>
                  <a:pt x="163" y="417"/>
                </a:lnTo>
                <a:lnTo>
                  <a:pt x="197" y="404"/>
                </a:lnTo>
                <a:cubicBezTo>
                  <a:pt x="203" y="402"/>
                  <a:pt x="207" y="397"/>
                  <a:pt x="207" y="390"/>
                </a:cubicBezTo>
                <a:cubicBezTo>
                  <a:pt x="207" y="384"/>
                  <a:pt x="203" y="379"/>
                  <a:pt x="197" y="377"/>
                </a:cubicBezTo>
                <a:moveTo>
                  <a:pt x="133" y="57"/>
                </a:moveTo>
                <a:lnTo>
                  <a:pt x="99" y="44"/>
                </a:lnTo>
                <a:lnTo>
                  <a:pt x="86" y="10"/>
                </a:lnTo>
                <a:cubicBezTo>
                  <a:pt x="84" y="4"/>
                  <a:pt x="78" y="0"/>
                  <a:pt x="71" y="0"/>
                </a:cubicBezTo>
                <a:cubicBezTo>
                  <a:pt x="65" y="0"/>
                  <a:pt x="59" y="4"/>
                  <a:pt x="57" y="10"/>
                </a:cubicBezTo>
                <a:lnTo>
                  <a:pt x="44" y="44"/>
                </a:lnTo>
                <a:lnTo>
                  <a:pt x="10" y="57"/>
                </a:lnTo>
                <a:cubicBezTo>
                  <a:pt x="4" y="59"/>
                  <a:pt x="0" y="65"/>
                  <a:pt x="0" y="71"/>
                </a:cubicBezTo>
                <a:cubicBezTo>
                  <a:pt x="0" y="77"/>
                  <a:pt x="4" y="83"/>
                  <a:pt x="10" y="85"/>
                </a:cubicBezTo>
                <a:lnTo>
                  <a:pt x="44" y="98"/>
                </a:lnTo>
                <a:lnTo>
                  <a:pt x="57" y="132"/>
                </a:lnTo>
                <a:cubicBezTo>
                  <a:pt x="59" y="138"/>
                  <a:pt x="65" y="142"/>
                  <a:pt x="71" y="142"/>
                </a:cubicBezTo>
                <a:cubicBezTo>
                  <a:pt x="78" y="142"/>
                  <a:pt x="84" y="138"/>
                  <a:pt x="86" y="132"/>
                </a:cubicBezTo>
                <a:lnTo>
                  <a:pt x="99" y="98"/>
                </a:lnTo>
                <a:lnTo>
                  <a:pt x="133" y="85"/>
                </a:lnTo>
                <a:cubicBezTo>
                  <a:pt x="139" y="83"/>
                  <a:pt x="143" y="77"/>
                  <a:pt x="143" y="71"/>
                </a:cubicBezTo>
                <a:cubicBezTo>
                  <a:pt x="143" y="65"/>
                  <a:pt x="139" y="59"/>
                  <a:pt x="133"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48" name="TextBox 2947"/>
          <p:cNvSpPr txBox="1"/>
          <p:nvPr/>
        </p:nvSpPr>
        <p:spPr>
          <a:xfrm>
            <a:off x="880920" y="5311440"/>
            <a:ext cx="2187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User Registration Emails</a:t>
            </a:r>
            <a:endParaRPr lang="en-GB" sz="1500" b="0" u="none" strike="noStrike">
              <a:solidFill>
                <a:srgbClr val="000000"/>
              </a:solidFill>
              <a:effectLst/>
              <a:uFillTx/>
              <a:latin typeface="Times New Roman"/>
            </a:endParaRPr>
          </a:p>
        </p:txBody>
      </p:sp>
      <p:sp>
        <p:nvSpPr>
          <p:cNvPr id="2949" name="Freeform: Shape 2948"/>
          <p:cNvSpPr/>
          <p:nvPr/>
        </p:nvSpPr>
        <p:spPr>
          <a:xfrm>
            <a:off x="6267240" y="5324400"/>
            <a:ext cx="190800" cy="190800"/>
          </a:xfrm>
          <a:custGeom>
            <a:avLst/>
            <a:gdLst/>
            <a:ahLst/>
            <a:cxnLst/>
            <a:rect l="0" t="0" r="r" b="b"/>
            <a:pathLst>
              <a:path w="530" h="530">
                <a:moveTo>
                  <a:pt x="530" y="471"/>
                </a:moveTo>
                <a:cubicBezTo>
                  <a:pt x="530" y="504"/>
                  <a:pt x="504" y="530"/>
                  <a:pt x="471" y="530"/>
                </a:cubicBezTo>
                <a:lnTo>
                  <a:pt x="59" y="530"/>
                </a:lnTo>
                <a:cubicBezTo>
                  <a:pt x="26" y="530"/>
                  <a:pt x="0" y="504"/>
                  <a:pt x="0" y="471"/>
                </a:cubicBezTo>
                <a:lnTo>
                  <a:pt x="0" y="59"/>
                </a:lnTo>
                <a:cubicBezTo>
                  <a:pt x="0" y="26"/>
                  <a:pt x="26" y="0"/>
                  <a:pt x="59" y="0"/>
                </a:cubicBezTo>
                <a:lnTo>
                  <a:pt x="471"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50" name="Freeform: Shape 2949"/>
          <p:cNvSpPr/>
          <p:nvPr/>
        </p:nvSpPr>
        <p:spPr>
          <a:xfrm>
            <a:off x="6297480" y="5355720"/>
            <a:ext cx="131040" cy="128880"/>
          </a:xfrm>
          <a:custGeom>
            <a:avLst/>
            <a:gdLst/>
            <a:ahLst/>
            <a:cxnLst/>
            <a:rect l="0" t="0" r="r" b="b"/>
            <a:pathLst>
              <a:path w="364" h="358">
                <a:moveTo>
                  <a:pt x="347" y="6"/>
                </a:moveTo>
                <a:cubicBezTo>
                  <a:pt x="330" y="-5"/>
                  <a:pt x="308" y="0"/>
                  <a:pt x="297" y="17"/>
                </a:cubicBezTo>
                <a:lnTo>
                  <a:pt x="137" y="265"/>
                </a:lnTo>
                <a:lnTo>
                  <a:pt x="62" y="195"/>
                </a:lnTo>
                <a:cubicBezTo>
                  <a:pt x="47" y="182"/>
                  <a:pt x="24" y="182"/>
                  <a:pt x="10" y="197"/>
                </a:cubicBezTo>
                <a:cubicBezTo>
                  <a:pt x="-4" y="212"/>
                  <a:pt x="-3" y="236"/>
                  <a:pt x="12" y="249"/>
                </a:cubicBezTo>
                <a:lnTo>
                  <a:pt x="119" y="348"/>
                </a:lnTo>
                <a:cubicBezTo>
                  <a:pt x="126" y="355"/>
                  <a:pt x="135" y="358"/>
                  <a:pt x="144" y="358"/>
                </a:cubicBezTo>
                <a:cubicBezTo>
                  <a:pt x="154" y="358"/>
                  <a:pt x="166" y="354"/>
                  <a:pt x="175" y="341"/>
                </a:cubicBezTo>
                <a:cubicBezTo>
                  <a:pt x="179" y="334"/>
                  <a:pt x="358" y="57"/>
                  <a:pt x="358" y="57"/>
                </a:cubicBezTo>
                <a:cubicBezTo>
                  <a:pt x="369" y="40"/>
                  <a:pt x="364" y="17"/>
                  <a:pt x="347"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51" name="TextBox 2950"/>
          <p:cNvSpPr txBox="1"/>
          <p:nvPr/>
        </p:nvSpPr>
        <p:spPr>
          <a:xfrm>
            <a:off x="3895200" y="531144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2952" name="TextBox 2951"/>
          <p:cNvSpPr txBox="1"/>
          <p:nvPr/>
        </p:nvSpPr>
        <p:spPr>
          <a:xfrm>
            <a:off x="8763120" y="5311440"/>
            <a:ext cx="21488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Verify registration Email</a:t>
            </a:r>
            <a:endParaRPr lang="en-GB" sz="1500" b="0" u="none" strike="noStrike">
              <a:solidFill>
                <a:srgbClr val="000000"/>
              </a:solidFill>
              <a:effectLst/>
              <a:uFillTx/>
              <a:latin typeface="Times New Roman"/>
            </a:endParaRPr>
          </a:p>
        </p:txBody>
      </p:sp>
      <p:sp>
        <p:nvSpPr>
          <p:cNvPr id="2953" name="TextBox 2952"/>
          <p:cNvSpPr txBox="1"/>
          <p:nvPr/>
        </p:nvSpPr>
        <p:spPr>
          <a:xfrm>
            <a:off x="11659680" y="6335280"/>
            <a:ext cx="24732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23</a:t>
            </a:r>
            <a:endParaRPr lang="en-GB" sz="1800" b="0" u="none" strike="noStrike">
              <a:solidFill>
                <a:srgbClr val="000000"/>
              </a:solidFill>
              <a:effectLst/>
              <a:uFillTx/>
              <a:latin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4" name="Freeform: Shape 295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55" name="Freeform: Shape 295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56" name="Freeform: Shape 295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57" name="Freeform: Shape 2956"/>
          <p:cNvSpPr/>
          <p:nvPr/>
        </p:nvSpPr>
        <p:spPr>
          <a:xfrm>
            <a:off x="752400" y="1295280"/>
            <a:ext cx="10696680" cy="4820040"/>
          </a:xfrm>
          <a:custGeom>
            <a:avLst/>
            <a:gdLst/>
            <a:ahLst/>
            <a:cxnLst/>
            <a:rect l="0" t="0" r="r" b="b"/>
            <a:pathLst>
              <a:path w="29713" h="13389">
                <a:moveTo>
                  <a:pt x="0" y="0"/>
                </a:moveTo>
                <a:lnTo>
                  <a:pt x="29713" y="0"/>
                </a:lnTo>
                <a:lnTo>
                  <a:pt x="29713" y="13389"/>
                </a:lnTo>
                <a:lnTo>
                  <a:pt x="0" y="13389"/>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58" name="Freeform: Shape 2957"/>
          <p:cNvSpPr/>
          <p:nvPr/>
        </p:nvSpPr>
        <p:spPr>
          <a:xfrm>
            <a:off x="752400" y="1295280"/>
            <a:ext cx="2800440" cy="438480"/>
          </a:xfrm>
          <a:custGeom>
            <a:avLst/>
            <a:gdLst/>
            <a:ahLst/>
            <a:cxnLst/>
            <a:rect l="0" t="0" r="r" b="b"/>
            <a:pathLst>
              <a:path w="7779" h="1218">
                <a:moveTo>
                  <a:pt x="0" y="0"/>
                </a:moveTo>
                <a:lnTo>
                  <a:pt x="7779" y="0"/>
                </a:lnTo>
                <a:lnTo>
                  <a:pt x="7779"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59" name="Freeform: Shape 2958"/>
          <p:cNvSpPr/>
          <p:nvPr/>
        </p:nvSpPr>
        <p:spPr>
          <a:xfrm>
            <a:off x="3552480" y="1295280"/>
            <a:ext cx="2534040" cy="438480"/>
          </a:xfrm>
          <a:custGeom>
            <a:avLst/>
            <a:gdLst/>
            <a:ahLst/>
            <a:cxnLst/>
            <a:rect l="0" t="0" r="r" b="b"/>
            <a:pathLst>
              <a:path w="7039" h="1218">
                <a:moveTo>
                  <a:pt x="0" y="0"/>
                </a:moveTo>
                <a:lnTo>
                  <a:pt x="7039" y="0"/>
                </a:lnTo>
                <a:lnTo>
                  <a:pt x="7039"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60" name="Freeform: Shape 2959"/>
          <p:cNvSpPr/>
          <p:nvPr/>
        </p:nvSpPr>
        <p:spPr>
          <a:xfrm>
            <a:off x="6086160" y="1295280"/>
            <a:ext cx="2562840" cy="438480"/>
          </a:xfrm>
          <a:custGeom>
            <a:avLst/>
            <a:gdLst/>
            <a:ahLst/>
            <a:cxnLst/>
            <a:rect l="0" t="0" r="r" b="b"/>
            <a:pathLst>
              <a:path w="7119" h="1218">
                <a:moveTo>
                  <a:pt x="0" y="0"/>
                </a:moveTo>
                <a:lnTo>
                  <a:pt x="7119" y="0"/>
                </a:lnTo>
                <a:lnTo>
                  <a:pt x="7119"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61" name="Freeform: Shape 2960"/>
          <p:cNvSpPr/>
          <p:nvPr/>
        </p:nvSpPr>
        <p:spPr>
          <a:xfrm>
            <a:off x="8648640" y="1295280"/>
            <a:ext cx="2791080" cy="438480"/>
          </a:xfrm>
          <a:custGeom>
            <a:avLst/>
            <a:gdLst/>
            <a:ahLst/>
            <a:cxnLst/>
            <a:rect l="0" t="0" r="r" b="b"/>
            <a:pathLst>
              <a:path w="7753" h="1218">
                <a:moveTo>
                  <a:pt x="0" y="0"/>
                </a:moveTo>
                <a:lnTo>
                  <a:pt x="7753" y="0"/>
                </a:lnTo>
                <a:lnTo>
                  <a:pt x="7753" y="1218"/>
                </a:lnTo>
                <a:lnTo>
                  <a:pt x="0" y="1218"/>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62" name="Freeform: Shape 2961"/>
          <p:cNvSpPr/>
          <p:nvPr/>
        </p:nvSpPr>
        <p:spPr>
          <a:xfrm>
            <a:off x="752400" y="1295280"/>
            <a:ext cx="2800440" cy="438480"/>
          </a:xfrm>
          <a:custGeom>
            <a:avLst/>
            <a:gdLst/>
            <a:ahLst/>
            <a:cxnLst/>
            <a:rect l="0" t="0" r="r" b="b"/>
            <a:pathLst>
              <a:path w="7779" h="1218">
                <a:moveTo>
                  <a:pt x="0" y="0"/>
                </a:moveTo>
                <a:lnTo>
                  <a:pt x="7779" y="0"/>
                </a:lnTo>
                <a:lnTo>
                  <a:pt x="7779"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63" name="Freeform: Shape 2962"/>
          <p:cNvSpPr/>
          <p:nvPr/>
        </p:nvSpPr>
        <p:spPr>
          <a:xfrm>
            <a:off x="3552480" y="1295280"/>
            <a:ext cx="2534040" cy="438480"/>
          </a:xfrm>
          <a:custGeom>
            <a:avLst/>
            <a:gdLst/>
            <a:ahLst/>
            <a:cxnLst/>
            <a:rect l="0" t="0" r="r" b="b"/>
            <a:pathLst>
              <a:path w="7039" h="1218">
                <a:moveTo>
                  <a:pt x="0" y="0"/>
                </a:moveTo>
                <a:lnTo>
                  <a:pt x="7039" y="0"/>
                </a:lnTo>
                <a:lnTo>
                  <a:pt x="7039"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64" name="Freeform: Shape 2963"/>
          <p:cNvSpPr/>
          <p:nvPr/>
        </p:nvSpPr>
        <p:spPr>
          <a:xfrm>
            <a:off x="6086160" y="1295280"/>
            <a:ext cx="2562840" cy="438480"/>
          </a:xfrm>
          <a:custGeom>
            <a:avLst/>
            <a:gdLst/>
            <a:ahLst/>
            <a:cxnLst/>
            <a:rect l="0" t="0" r="r" b="b"/>
            <a:pathLst>
              <a:path w="7119" h="1218">
                <a:moveTo>
                  <a:pt x="0" y="0"/>
                </a:moveTo>
                <a:lnTo>
                  <a:pt x="7119" y="0"/>
                </a:lnTo>
                <a:lnTo>
                  <a:pt x="7119"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65" name="Freeform: Shape 2964"/>
          <p:cNvSpPr/>
          <p:nvPr/>
        </p:nvSpPr>
        <p:spPr>
          <a:xfrm>
            <a:off x="8648640" y="1295280"/>
            <a:ext cx="2791080" cy="438480"/>
          </a:xfrm>
          <a:custGeom>
            <a:avLst/>
            <a:gdLst/>
            <a:ahLst/>
            <a:cxnLst/>
            <a:rect l="0" t="0" r="r" b="b"/>
            <a:pathLst>
              <a:path w="7753" h="1218">
                <a:moveTo>
                  <a:pt x="0" y="0"/>
                </a:moveTo>
                <a:lnTo>
                  <a:pt x="7753" y="0"/>
                </a:lnTo>
                <a:lnTo>
                  <a:pt x="7753" y="1218"/>
                </a:lnTo>
                <a:lnTo>
                  <a:pt x="0" y="1218"/>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66" name="Freeform: Shape 2965"/>
          <p:cNvSpPr/>
          <p:nvPr/>
        </p:nvSpPr>
        <p:spPr>
          <a:xfrm>
            <a:off x="752400" y="1733400"/>
            <a:ext cx="2800440" cy="429120"/>
          </a:xfrm>
          <a:custGeom>
            <a:avLst/>
            <a:gdLst/>
            <a:ahLst/>
            <a:cxnLst/>
            <a:rect l="0" t="0" r="r" b="b"/>
            <a:pathLst>
              <a:path w="7779" h="1192">
                <a:moveTo>
                  <a:pt x="0" y="0"/>
                </a:moveTo>
                <a:lnTo>
                  <a:pt x="7779" y="0"/>
                </a:lnTo>
                <a:lnTo>
                  <a:pt x="7779"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67" name="Freeform: Shape 2966"/>
          <p:cNvSpPr/>
          <p:nvPr/>
        </p:nvSpPr>
        <p:spPr>
          <a:xfrm>
            <a:off x="3552480" y="1733400"/>
            <a:ext cx="2534040" cy="429120"/>
          </a:xfrm>
          <a:custGeom>
            <a:avLst/>
            <a:gdLst/>
            <a:ahLst/>
            <a:cxnLst/>
            <a:rect l="0" t="0" r="r" b="b"/>
            <a:pathLst>
              <a:path w="7039" h="1192">
                <a:moveTo>
                  <a:pt x="0" y="0"/>
                </a:moveTo>
                <a:lnTo>
                  <a:pt x="7039" y="0"/>
                </a:lnTo>
                <a:lnTo>
                  <a:pt x="7039"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68" name="Freeform: Shape 2967"/>
          <p:cNvSpPr/>
          <p:nvPr/>
        </p:nvSpPr>
        <p:spPr>
          <a:xfrm>
            <a:off x="6086160" y="1733400"/>
            <a:ext cx="2562840" cy="429120"/>
          </a:xfrm>
          <a:custGeom>
            <a:avLst/>
            <a:gdLst/>
            <a:ahLst/>
            <a:cxnLst/>
            <a:rect l="0" t="0" r="r" b="b"/>
            <a:pathLst>
              <a:path w="7119" h="1192">
                <a:moveTo>
                  <a:pt x="0" y="0"/>
                </a:moveTo>
                <a:lnTo>
                  <a:pt x="7119" y="0"/>
                </a:lnTo>
                <a:lnTo>
                  <a:pt x="7119"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69" name="Freeform: Shape 2968"/>
          <p:cNvSpPr/>
          <p:nvPr/>
        </p:nvSpPr>
        <p:spPr>
          <a:xfrm>
            <a:off x="8648640" y="1733400"/>
            <a:ext cx="2791080" cy="429120"/>
          </a:xfrm>
          <a:custGeom>
            <a:avLst/>
            <a:gdLst/>
            <a:ahLst/>
            <a:cxnLst/>
            <a:rect l="0" t="0" r="r" b="b"/>
            <a:pathLst>
              <a:path w="7753" h="1192">
                <a:moveTo>
                  <a:pt x="0" y="0"/>
                </a:moveTo>
                <a:lnTo>
                  <a:pt x="7753" y="0"/>
                </a:lnTo>
                <a:lnTo>
                  <a:pt x="7753"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70" name="Freeform: Shape 2969"/>
          <p:cNvSpPr/>
          <p:nvPr/>
        </p:nvSpPr>
        <p:spPr>
          <a:xfrm>
            <a:off x="752400" y="1733400"/>
            <a:ext cx="2800440" cy="429120"/>
          </a:xfrm>
          <a:custGeom>
            <a:avLst/>
            <a:gdLst/>
            <a:ahLst/>
            <a:cxnLst/>
            <a:rect l="0" t="0" r="r" b="b"/>
            <a:pathLst>
              <a:path w="7779" h="1192">
                <a:moveTo>
                  <a:pt x="0" y="0"/>
                </a:moveTo>
                <a:lnTo>
                  <a:pt x="7779" y="0"/>
                </a:lnTo>
                <a:lnTo>
                  <a:pt x="777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71" name="Freeform: Shape 2970"/>
          <p:cNvSpPr/>
          <p:nvPr/>
        </p:nvSpPr>
        <p:spPr>
          <a:xfrm>
            <a:off x="3552480" y="1733400"/>
            <a:ext cx="2534040" cy="429120"/>
          </a:xfrm>
          <a:custGeom>
            <a:avLst/>
            <a:gdLst/>
            <a:ahLst/>
            <a:cxnLst/>
            <a:rect l="0" t="0" r="r" b="b"/>
            <a:pathLst>
              <a:path w="7039" h="1192">
                <a:moveTo>
                  <a:pt x="0" y="0"/>
                </a:moveTo>
                <a:lnTo>
                  <a:pt x="7039" y="0"/>
                </a:lnTo>
                <a:lnTo>
                  <a:pt x="703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72" name="Freeform: Shape 2971"/>
          <p:cNvSpPr/>
          <p:nvPr/>
        </p:nvSpPr>
        <p:spPr>
          <a:xfrm>
            <a:off x="6086160" y="1733400"/>
            <a:ext cx="2562840" cy="429120"/>
          </a:xfrm>
          <a:custGeom>
            <a:avLst/>
            <a:gdLst/>
            <a:ahLst/>
            <a:cxnLst/>
            <a:rect l="0" t="0" r="r" b="b"/>
            <a:pathLst>
              <a:path w="7119" h="1192">
                <a:moveTo>
                  <a:pt x="0" y="0"/>
                </a:moveTo>
                <a:lnTo>
                  <a:pt x="7119" y="0"/>
                </a:lnTo>
                <a:lnTo>
                  <a:pt x="711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73" name="Freeform: Shape 2972"/>
          <p:cNvSpPr/>
          <p:nvPr/>
        </p:nvSpPr>
        <p:spPr>
          <a:xfrm>
            <a:off x="8648640" y="1733400"/>
            <a:ext cx="2791080" cy="429120"/>
          </a:xfrm>
          <a:custGeom>
            <a:avLst/>
            <a:gdLst/>
            <a:ahLst/>
            <a:cxnLst/>
            <a:rect l="0" t="0" r="r" b="b"/>
            <a:pathLst>
              <a:path w="7753" h="1192">
                <a:moveTo>
                  <a:pt x="0" y="0"/>
                </a:moveTo>
                <a:lnTo>
                  <a:pt x="7753" y="0"/>
                </a:lnTo>
                <a:lnTo>
                  <a:pt x="7753"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74" name="Freeform: Shape 2973"/>
          <p:cNvSpPr/>
          <p:nvPr/>
        </p:nvSpPr>
        <p:spPr>
          <a:xfrm>
            <a:off x="752400" y="2162160"/>
            <a:ext cx="2800440" cy="743040"/>
          </a:xfrm>
          <a:custGeom>
            <a:avLst/>
            <a:gdLst/>
            <a:ahLst/>
            <a:cxnLst/>
            <a:rect l="0" t="0" r="r" b="b"/>
            <a:pathLst>
              <a:path w="7779" h="2064">
                <a:moveTo>
                  <a:pt x="0" y="0"/>
                </a:moveTo>
                <a:lnTo>
                  <a:pt x="7779" y="0"/>
                </a:lnTo>
                <a:lnTo>
                  <a:pt x="7779" y="2064"/>
                </a:lnTo>
                <a:lnTo>
                  <a:pt x="0" y="2064"/>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75" name="Freeform: Shape 2974"/>
          <p:cNvSpPr/>
          <p:nvPr/>
        </p:nvSpPr>
        <p:spPr>
          <a:xfrm>
            <a:off x="3552480" y="2162160"/>
            <a:ext cx="2534040" cy="743040"/>
          </a:xfrm>
          <a:custGeom>
            <a:avLst/>
            <a:gdLst/>
            <a:ahLst/>
            <a:cxnLst/>
            <a:rect l="0" t="0" r="r" b="b"/>
            <a:pathLst>
              <a:path w="7039" h="2064">
                <a:moveTo>
                  <a:pt x="0" y="0"/>
                </a:moveTo>
                <a:lnTo>
                  <a:pt x="7039" y="0"/>
                </a:lnTo>
                <a:lnTo>
                  <a:pt x="7039" y="2064"/>
                </a:lnTo>
                <a:lnTo>
                  <a:pt x="0" y="2064"/>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76" name="Freeform: Shape 2975"/>
          <p:cNvSpPr/>
          <p:nvPr/>
        </p:nvSpPr>
        <p:spPr>
          <a:xfrm>
            <a:off x="6086160" y="2162160"/>
            <a:ext cx="2562840" cy="743040"/>
          </a:xfrm>
          <a:custGeom>
            <a:avLst/>
            <a:gdLst/>
            <a:ahLst/>
            <a:cxnLst/>
            <a:rect l="0" t="0" r="r" b="b"/>
            <a:pathLst>
              <a:path w="7119" h="2064">
                <a:moveTo>
                  <a:pt x="0" y="0"/>
                </a:moveTo>
                <a:lnTo>
                  <a:pt x="7119" y="0"/>
                </a:lnTo>
                <a:lnTo>
                  <a:pt x="7119" y="2064"/>
                </a:lnTo>
                <a:lnTo>
                  <a:pt x="0" y="2064"/>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77" name="Freeform: Shape 2976"/>
          <p:cNvSpPr/>
          <p:nvPr/>
        </p:nvSpPr>
        <p:spPr>
          <a:xfrm>
            <a:off x="8648640" y="2162160"/>
            <a:ext cx="2791080" cy="743040"/>
          </a:xfrm>
          <a:custGeom>
            <a:avLst/>
            <a:gdLst/>
            <a:ahLst/>
            <a:cxnLst/>
            <a:rect l="0" t="0" r="r" b="b"/>
            <a:pathLst>
              <a:path w="7753" h="2064">
                <a:moveTo>
                  <a:pt x="0" y="0"/>
                </a:moveTo>
                <a:lnTo>
                  <a:pt x="7753" y="0"/>
                </a:lnTo>
                <a:lnTo>
                  <a:pt x="7753" y="2064"/>
                </a:lnTo>
                <a:lnTo>
                  <a:pt x="0" y="2064"/>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78" name="Freeform: Shape 2977"/>
          <p:cNvSpPr/>
          <p:nvPr/>
        </p:nvSpPr>
        <p:spPr>
          <a:xfrm>
            <a:off x="752400" y="2162160"/>
            <a:ext cx="2800440" cy="743040"/>
          </a:xfrm>
          <a:custGeom>
            <a:avLst/>
            <a:gdLst/>
            <a:ahLst/>
            <a:cxnLst/>
            <a:rect l="0" t="0" r="r" b="b"/>
            <a:pathLst>
              <a:path w="7779" h="2064">
                <a:moveTo>
                  <a:pt x="0" y="0"/>
                </a:moveTo>
                <a:lnTo>
                  <a:pt x="7779" y="0"/>
                </a:lnTo>
                <a:lnTo>
                  <a:pt x="7779" y="2064"/>
                </a:lnTo>
                <a:lnTo>
                  <a:pt x="0" y="206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79" name="Freeform: Shape 2978"/>
          <p:cNvSpPr/>
          <p:nvPr/>
        </p:nvSpPr>
        <p:spPr>
          <a:xfrm>
            <a:off x="3552480" y="2162160"/>
            <a:ext cx="2534040" cy="743040"/>
          </a:xfrm>
          <a:custGeom>
            <a:avLst/>
            <a:gdLst/>
            <a:ahLst/>
            <a:cxnLst/>
            <a:rect l="0" t="0" r="r" b="b"/>
            <a:pathLst>
              <a:path w="7039" h="2064">
                <a:moveTo>
                  <a:pt x="0" y="0"/>
                </a:moveTo>
                <a:lnTo>
                  <a:pt x="7039" y="0"/>
                </a:lnTo>
                <a:lnTo>
                  <a:pt x="7039" y="2064"/>
                </a:lnTo>
                <a:lnTo>
                  <a:pt x="0" y="206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80" name="Freeform: Shape 2979"/>
          <p:cNvSpPr/>
          <p:nvPr/>
        </p:nvSpPr>
        <p:spPr>
          <a:xfrm>
            <a:off x="6086160" y="2162160"/>
            <a:ext cx="2562840" cy="743040"/>
          </a:xfrm>
          <a:custGeom>
            <a:avLst/>
            <a:gdLst/>
            <a:ahLst/>
            <a:cxnLst/>
            <a:rect l="0" t="0" r="r" b="b"/>
            <a:pathLst>
              <a:path w="7119" h="2064">
                <a:moveTo>
                  <a:pt x="0" y="0"/>
                </a:moveTo>
                <a:lnTo>
                  <a:pt x="7119" y="0"/>
                </a:lnTo>
                <a:lnTo>
                  <a:pt x="7119" y="2064"/>
                </a:lnTo>
                <a:lnTo>
                  <a:pt x="0" y="206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81" name="Freeform: Shape 2980"/>
          <p:cNvSpPr/>
          <p:nvPr/>
        </p:nvSpPr>
        <p:spPr>
          <a:xfrm>
            <a:off x="8648640" y="2162160"/>
            <a:ext cx="2791080" cy="743040"/>
          </a:xfrm>
          <a:custGeom>
            <a:avLst/>
            <a:gdLst/>
            <a:ahLst/>
            <a:cxnLst/>
            <a:rect l="0" t="0" r="r" b="b"/>
            <a:pathLst>
              <a:path w="7753" h="2064">
                <a:moveTo>
                  <a:pt x="0" y="0"/>
                </a:moveTo>
                <a:lnTo>
                  <a:pt x="7753" y="0"/>
                </a:lnTo>
                <a:lnTo>
                  <a:pt x="7753" y="2064"/>
                </a:lnTo>
                <a:lnTo>
                  <a:pt x="0" y="2064"/>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82" name="Freeform: Shape 2981"/>
          <p:cNvSpPr/>
          <p:nvPr/>
        </p:nvSpPr>
        <p:spPr>
          <a:xfrm>
            <a:off x="752400" y="2904840"/>
            <a:ext cx="2800440" cy="429120"/>
          </a:xfrm>
          <a:custGeom>
            <a:avLst/>
            <a:gdLst/>
            <a:ahLst/>
            <a:cxnLst/>
            <a:rect l="0" t="0" r="r" b="b"/>
            <a:pathLst>
              <a:path w="7779" h="1192">
                <a:moveTo>
                  <a:pt x="0" y="0"/>
                </a:moveTo>
                <a:lnTo>
                  <a:pt x="7779" y="0"/>
                </a:lnTo>
                <a:lnTo>
                  <a:pt x="7779"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83" name="Freeform: Shape 2982"/>
          <p:cNvSpPr/>
          <p:nvPr/>
        </p:nvSpPr>
        <p:spPr>
          <a:xfrm>
            <a:off x="3552480" y="2904840"/>
            <a:ext cx="2534040" cy="429120"/>
          </a:xfrm>
          <a:custGeom>
            <a:avLst/>
            <a:gdLst/>
            <a:ahLst/>
            <a:cxnLst/>
            <a:rect l="0" t="0" r="r" b="b"/>
            <a:pathLst>
              <a:path w="7039" h="1192">
                <a:moveTo>
                  <a:pt x="0" y="0"/>
                </a:moveTo>
                <a:lnTo>
                  <a:pt x="7039" y="0"/>
                </a:lnTo>
                <a:lnTo>
                  <a:pt x="7039"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84" name="Freeform: Shape 2983"/>
          <p:cNvSpPr/>
          <p:nvPr/>
        </p:nvSpPr>
        <p:spPr>
          <a:xfrm>
            <a:off x="6086160" y="2904840"/>
            <a:ext cx="2562840" cy="429120"/>
          </a:xfrm>
          <a:custGeom>
            <a:avLst/>
            <a:gdLst/>
            <a:ahLst/>
            <a:cxnLst/>
            <a:rect l="0" t="0" r="r" b="b"/>
            <a:pathLst>
              <a:path w="7119" h="1192">
                <a:moveTo>
                  <a:pt x="0" y="0"/>
                </a:moveTo>
                <a:lnTo>
                  <a:pt x="7119" y="0"/>
                </a:lnTo>
                <a:lnTo>
                  <a:pt x="7119"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85" name="Freeform: Shape 2984"/>
          <p:cNvSpPr/>
          <p:nvPr/>
        </p:nvSpPr>
        <p:spPr>
          <a:xfrm>
            <a:off x="8648640" y="2904840"/>
            <a:ext cx="2791080" cy="429120"/>
          </a:xfrm>
          <a:custGeom>
            <a:avLst/>
            <a:gdLst/>
            <a:ahLst/>
            <a:cxnLst/>
            <a:rect l="0" t="0" r="r" b="b"/>
            <a:pathLst>
              <a:path w="7753" h="1192">
                <a:moveTo>
                  <a:pt x="0" y="0"/>
                </a:moveTo>
                <a:lnTo>
                  <a:pt x="7753" y="0"/>
                </a:lnTo>
                <a:lnTo>
                  <a:pt x="7753"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86" name="Freeform: Shape 2985"/>
          <p:cNvSpPr/>
          <p:nvPr/>
        </p:nvSpPr>
        <p:spPr>
          <a:xfrm>
            <a:off x="752400" y="2904840"/>
            <a:ext cx="2800440" cy="429120"/>
          </a:xfrm>
          <a:custGeom>
            <a:avLst/>
            <a:gdLst/>
            <a:ahLst/>
            <a:cxnLst/>
            <a:rect l="0" t="0" r="r" b="b"/>
            <a:pathLst>
              <a:path w="7779" h="1192">
                <a:moveTo>
                  <a:pt x="0" y="0"/>
                </a:moveTo>
                <a:lnTo>
                  <a:pt x="7779" y="0"/>
                </a:lnTo>
                <a:lnTo>
                  <a:pt x="777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87" name="Freeform: Shape 2986"/>
          <p:cNvSpPr/>
          <p:nvPr/>
        </p:nvSpPr>
        <p:spPr>
          <a:xfrm>
            <a:off x="3552480" y="2904840"/>
            <a:ext cx="2534040" cy="429120"/>
          </a:xfrm>
          <a:custGeom>
            <a:avLst/>
            <a:gdLst/>
            <a:ahLst/>
            <a:cxnLst/>
            <a:rect l="0" t="0" r="r" b="b"/>
            <a:pathLst>
              <a:path w="7039" h="1192">
                <a:moveTo>
                  <a:pt x="0" y="0"/>
                </a:moveTo>
                <a:lnTo>
                  <a:pt x="7039" y="0"/>
                </a:lnTo>
                <a:lnTo>
                  <a:pt x="703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88" name="Freeform: Shape 2987"/>
          <p:cNvSpPr/>
          <p:nvPr/>
        </p:nvSpPr>
        <p:spPr>
          <a:xfrm>
            <a:off x="6086160" y="2904840"/>
            <a:ext cx="2562840" cy="429120"/>
          </a:xfrm>
          <a:custGeom>
            <a:avLst/>
            <a:gdLst/>
            <a:ahLst/>
            <a:cxnLst/>
            <a:rect l="0" t="0" r="r" b="b"/>
            <a:pathLst>
              <a:path w="7119" h="1192">
                <a:moveTo>
                  <a:pt x="0" y="0"/>
                </a:moveTo>
                <a:lnTo>
                  <a:pt x="7119" y="0"/>
                </a:lnTo>
                <a:lnTo>
                  <a:pt x="711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89" name="Freeform: Shape 2988"/>
          <p:cNvSpPr/>
          <p:nvPr/>
        </p:nvSpPr>
        <p:spPr>
          <a:xfrm>
            <a:off x="8648640" y="2904840"/>
            <a:ext cx="2791080" cy="429120"/>
          </a:xfrm>
          <a:custGeom>
            <a:avLst/>
            <a:gdLst/>
            <a:ahLst/>
            <a:cxnLst/>
            <a:rect l="0" t="0" r="r" b="b"/>
            <a:pathLst>
              <a:path w="7753" h="1192">
                <a:moveTo>
                  <a:pt x="0" y="0"/>
                </a:moveTo>
                <a:lnTo>
                  <a:pt x="7753" y="0"/>
                </a:lnTo>
                <a:lnTo>
                  <a:pt x="7753"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90" name="Freeform: Shape 2989"/>
          <p:cNvSpPr/>
          <p:nvPr/>
        </p:nvSpPr>
        <p:spPr>
          <a:xfrm>
            <a:off x="752400" y="3333600"/>
            <a:ext cx="2800440" cy="743400"/>
          </a:xfrm>
          <a:custGeom>
            <a:avLst/>
            <a:gdLst/>
            <a:ahLst/>
            <a:cxnLst/>
            <a:rect l="0" t="0" r="r" b="b"/>
            <a:pathLst>
              <a:path w="7779" h="2065">
                <a:moveTo>
                  <a:pt x="0" y="0"/>
                </a:moveTo>
                <a:lnTo>
                  <a:pt x="7779" y="0"/>
                </a:lnTo>
                <a:lnTo>
                  <a:pt x="7779"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91" name="Freeform: Shape 2990"/>
          <p:cNvSpPr/>
          <p:nvPr/>
        </p:nvSpPr>
        <p:spPr>
          <a:xfrm>
            <a:off x="3552480" y="3333600"/>
            <a:ext cx="2534040" cy="743400"/>
          </a:xfrm>
          <a:custGeom>
            <a:avLst/>
            <a:gdLst/>
            <a:ahLst/>
            <a:cxnLst/>
            <a:rect l="0" t="0" r="r" b="b"/>
            <a:pathLst>
              <a:path w="7039" h="2065">
                <a:moveTo>
                  <a:pt x="0" y="0"/>
                </a:moveTo>
                <a:lnTo>
                  <a:pt x="7039" y="0"/>
                </a:lnTo>
                <a:lnTo>
                  <a:pt x="7039"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92" name="Freeform: Shape 2991"/>
          <p:cNvSpPr/>
          <p:nvPr/>
        </p:nvSpPr>
        <p:spPr>
          <a:xfrm>
            <a:off x="6086160" y="3333600"/>
            <a:ext cx="2562840" cy="743400"/>
          </a:xfrm>
          <a:custGeom>
            <a:avLst/>
            <a:gdLst/>
            <a:ahLst/>
            <a:cxnLst/>
            <a:rect l="0" t="0" r="r" b="b"/>
            <a:pathLst>
              <a:path w="7119" h="2065">
                <a:moveTo>
                  <a:pt x="0" y="0"/>
                </a:moveTo>
                <a:lnTo>
                  <a:pt x="7119" y="0"/>
                </a:lnTo>
                <a:lnTo>
                  <a:pt x="7119"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93" name="Freeform: Shape 2992"/>
          <p:cNvSpPr/>
          <p:nvPr/>
        </p:nvSpPr>
        <p:spPr>
          <a:xfrm>
            <a:off x="8648640" y="3333600"/>
            <a:ext cx="2791080" cy="743400"/>
          </a:xfrm>
          <a:custGeom>
            <a:avLst/>
            <a:gdLst/>
            <a:ahLst/>
            <a:cxnLst/>
            <a:rect l="0" t="0" r="r" b="b"/>
            <a:pathLst>
              <a:path w="7753" h="2065">
                <a:moveTo>
                  <a:pt x="0" y="0"/>
                </a:moveTo>
                <a:lnTo>
                  <a:pt x="7753" y="0"/>
                </a:lnTo>
                <a:lnTo>
                  <a:pt x="7753"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94" name="Freeform: Shape 2993"/>
          <p:cNvSpPr/>
          <p:nvPr/>
        </p:nvSpPr>
        <p:spPr>
          <a:xfrm>
            <a:off x="752400" y="3333600"/>
            <a:ext cx="2800440" cy="743400"/>
          </a:xfrm>
          <a:custGeom>
            <a:avLst/>
            <a:gdLst/>
            <a:ahLst/>
            <a:cxnLst/>
            <a:rect l="0" t="0" r="r" b="b"/>
            <a:pathLst>
              <a:path w="7779" h="2065">
                <a:moveTo>
                  <a:pt x="0" y="0"/>
                </a:moveTo>
                <a:lnTo>
                  <a:pt x="7779" y="0"/>
                </a:lnTo>
                <a:lnTo>
                  <a:pt x="7779"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95" name="Freeform: Shape 2994"/>
          <p:cNvSpPr/>
          <p:nvPr/>
        </p:nvSpPr>
        <p:spPr>
          <a:xfrm>
            <a:off x="3552480" y="3333600"/>
            <a:ext cx="2534040" cy="743400"/>
          </a:xfrm>
          <a:custGeom>
            <a:avLst/>
            <a:gdLst/>
            <a:ahLst/>
            <a:cxnLst/>
            <a:rect l="0" t="0" r="r" b="b"/>
            <a:pathLst>
              <a:path w="7039" h="2065">
                <a:moveTo>
                  <a:pt x="0" y="0"/>
                </a:moveTo>
                <a:lnTo>
                  <a:pt x="7039" y="0"/>
                </a:lnTo>
                <a:lnTo>
                  <a:pt x="7039"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96" name="Freeform: Shape 2995"/>
          <p:cNvSpPr/>
          <p:nvPr/>
        </p:nvSpPr>
        <p:spPr>
          <a:xfrm>
            <a:off x="6086160" y="3333600"/>
            <a:ext cx="2562840" cy="743400"/>
          </a:xfrm>
          <a:custGeom>
            <a:avLst/>
            <a:gdLst/>
            <a:ahLst/>
            <a:cxnLst/>
            <a:rect l="0" t="0" r="r" b="b"/>
            <a:pathLst>
              <a:path w="7119" h="2065">
                <a:moveTo>
                  <a:pt x="0" y="0"/>
                </a:moveTo>
                <a:lnTo>
                  <a:pt x="7119" y="0"/>
                </a:lnTo>
                <a:lnTo>
                  <a:pt x="7119"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97" name="Freeform: Shape 2996"/>
          <p:cNvSpPr/>
          <p:nvPr/>
        </p:nvSpPr>
        <p:spPr>
          <a:xfrm>
            <a:off x="8648640" y="3333600"/>
            <a:ext cx="2791080" cy="743400"/>
          </a:xfrm>
          <a:custGeom>
            <a:avLst/>
            <a:gdLst/>
            <a:ahLst/>
            <a:cxnLst/>
            <a:rect l="0" t="0" r="r" b="b"/>
            <a:pathLst>
              <a:path w="7753" h="2065">
                <a:moveTo>
                  <a:pt x="0" y="0"/>
                </a:moveTo>
                <a:lnTo>
                  <a:pt x="7753" y="0"/>
                </a:lnTo>
                <a:lnTo>
                  <a:pt x="7753"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98" name="Freeform: Shape 2997"/>
          <p:cNvSpPr/>
          <p:nvPr/>
        </p:nvSpPr>
        <p:spPr>
          <a:xfrm>
            <a:off x="752400" y="4076640"/>
            <a:ext cx="2800440" cy="428760"/>
          </a:xfrm>
          <a:custGeom>
            <a:avLst/>
            <a:gdLst/>
            <a:ahLst/>
            <a:cxnLst/>
            <a:rect l="0" t="0" r="r" b="b"/>
            <a:pathLst>
              <a:path w="7779" h="1191">
                <a:moveTo>
                  <a:pt x="0" y="0"/>
                </a:moveTo>
                <a:lnTo>
                  <a:pt x="7779" y="0"/>
                </a:lnTo>
                <a:lnTo>
                  <a:pt x="7779"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2999" name="Freeform: Shape 2998"/>
          <p:cNvSpPr/>
          <p:nvPr/>
        </p:nvSpPr>
        <p:spPr>
          <a:xfrm>
            <a:off x="3552480" y="4076640"/>
            <a:ext cx="2534040" cy="428760"/>
          </a:xfrm>
          <a:custGeom>
            <a:avLst/>
            <a:gdLst/>
            <a:ahLst/>
            <a:cxnLst/>
            <a:rect l="0" t="0" r="r" b="b"/>
            <a:pathLst>
              <a:path w="7039" h="1191">
                <a:moveTo>
                  <a:pt x="0" y="0"/>
                </a:moveTo>
                <a:lnTo>
                  <a:pt x="7039" y="0"/>
                </a:lnTo>
                <a:lnTo>
                  <a:pt x="7039"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00" name="Freeform: Shape 2999"/>
          <p:cNvSpPr/>
          <p:nvPr/>
        </p:nvSpPr>
        <p:spPr>
          <a:xfrm>
            <a:off x="6086160" y="4076640"/>
            <a:ext cx="2562840" cy="428760"/>
          </a:xfrm>
          <a:custGeom>
            <a:avLst/>
            <a:gdLst/>
            <a:ahLst/>
            <a:cxnLst/>
            <a:rect l="0" t="0" r="r" b="b"/>
            <a:pathLst>
              <a:path w="7119" h="1191">
                <a:moveTo>
                  <a:pt x="0" y="0"/>
                </a:moveTo>
                <a:lnTo>
                  <a:pt x="7119" y="0"/>
                </a:lnTo>
                <a:lnTo>
                  <a:pt x="7119"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01" name="Freeform: Shape 3000"/>
          <p:cNvSpPr/>
          <p:nvPr/>
        </p:nvSpPr>
        <p:spPr>
          <a:xfrm>
            <a:off x="8648640" y="4076640"/>
            <a:ext cx="2791080" cy="428760"/>
          </a:xfrm>
          <a:custGeom>
            <a:avLst/>
            <a:gdLst/>
            <a:ahLst/>
            <a:cxnLst/>
            <a:rect l="0" t="0" r="r" b="b"/>
            <a:pathLst>
              <a:path w="7753" h="1191">
                <a:moveTo>
                  <a:pt x="0" y="0"/>
                </a:moveTo>
                <a:lnTo>
                  <a:pt x="7753" y="0"/>
                </a:lnTo>
                <a:lnTo>
                  <a:pt x="7753" y="1191"/>
                </a:lnTo>
                <a:lnTo>
                  <a:pt x="0" y="1191"/>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02" name="Freeform: Shape 3001"/>
          <p:cNvSpPr/>
          <p:nvPr/>
        </p:nvSpPr>
        <p:spPr>
          <a:xfrm>
            <a:off x="752400" y="4076640"/>
            <a:ext cx="2800440" cy="428760"/>
          </a:xfrm>
          <a:custGeom>
            <a:avLst/>
            <a:gdLst/>
            <a:ahLst/>
            <a:cxnLst/>
            <a:rect l="0" t="0" r="r" b="b"/>
            <a:pathLst>
              <a:path w="7779" h="1191">
                <a:moveTo>
                  <a:pt x="0" y="0"/>
                </a:moveTo>
                <a:lnTo>
                  <a:pt x="7779" y="0"/>
                </a:lnTo>
                <a:lnTo>
                  <a:pt x="7779"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03" name="Freeform: Shape 3002"/>
          <p:cNvSpPr/>
          <p:nvPr/>
        </p:nvSpPr>
        <p:spPr>
          <a:xfrm>
            <a:off x="3552480" y="4076640"/>
            <a:ext cx="2534040" cy="428760"/>
          </a:xfrm>
          <a:custGeom>
            <a:avLst/>
            <a:gdLst/>
            <a:ahLst/>
            <a:cxnLst/>
            <a:rect l="0" t="0" r="r" b="b"/>
            <a:pathLst>
              <a:path w="7039" h="1191">
                <a:moveTo>
                  <a:pt x="0" y="0"/>
                </a:moveTo>
                <a:lnTo>
                  <a:pt x="7039" y="0"/>
                </a:lnTo>
                <a:lnTo>
                  <a:pt x="7039"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04" name="Freeform: Shape 3003"/>
          <p:cNvSpPr/>
          <p:nvPr/>
        </p:nvSpPr>
        <p:spPr>
          <a:xfrm>
            <a:off x="6086160" y="4076640"/>
            <a:ext cx="2562840" cy="428760"/>
          </a:xfrm>
          <a:custGeom>
            <a:avLst/>
            <a:gdLst/>
            <a:ahLst/>
            <a:cxnLst/>
            <a:rect l="0" t="0" r="r" b="b"/>
            <a:pathLst>
              <a:path w="7119" h="1191">
                <a:moveTo>
                  <a:pt x="0" y="0"/>
                </a:moveTo>
                <a:lnTo>
                  <a:pt x="7119" y="0"/>
                </a:lnTo>
                <a:lnTo>
                  <a:pt x="7119"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05" name="Freeform: Shape 3004"/>
          <p:cNvSpPr/>
          <p:nvPr/>
        </p:nvSpPr>
        <p:spPr>
          <a:xfrm>
            <a:off x="8648640" y="4076640"/>
            <a:ext cx="2791080" cy="428760"/>
          </a:xfrm>
          <a:custGeom>
            <a:avLst/>
            <a:gdLst/>
            <a:ahLst/>
            <a:cxnLst/>
            <a:rect l="0" t="0" r="r" b="b"/>
            <a:pathLst>
              <a:path w="7753" h="1191">
                <a:moveTo>
                  <a:pt x="0" y="0"/>
                </a:moveTo>
                <a:lnTo>
                  <a:pt x="7753" y="0"/>
                </a:lnTo>
                <a:lnTo>
                  <a:pt x="7753"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06" name="Freeform: Shape 3005"/>
          <p:cNvSpPr/>
          <p:nvPr/>
        </p:nvSpPr>
        <p:spPr>
          <a:xfrm>
            <a:off x="752400" y="4505040"/>
            <a:ext cx="2800440" cy="743400"/>
          </a:xfrm>
          <a:custGeom>
            <a:avLst/>
            <a:gdLst/>
            <a:ahLst/>
            <a:cxnLst/>
            <a:rect l="0" t="0" r="r" b="b"/>
            <a:pathLst>
              <a:path w="7779" h="2065">
                <a:moveTo>
                  <a:pt x="0" y="0"/>
                </a:moveTo>
                <a:lnTo>
                  <a:pt x="7779" y="0"/>
                </a:lnTo>
                <a:lnTo>
                  <a:pt x="7779"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07" name="Freeform: Shape 3006"/>
          <p:cNvSpPr/>
          <p:nvPr/>
        </p:nvSpPr>
        <p:spPr>
          <a:xfrm>
            <a:off x="3552480" y="4505040"/>
            <a:ext cx="2534040" cy="743400"/>
          </a:xfrm>
          <a:custGeom>
            <a:avLst/>
            <a:gdLst/>
            <a:ahLst/>
            <a:cxnLst/>
            <a:rect l="0" t="0" r="r" b="b"/>
            <a:pathLst>
              <a:path w="7039" h="2065">
                <a:moveTo>
                  <a:pt x="0" y="0"/>
                </a:moveTo>
                <a:lnTo>
                  <a:pt x="7039" y="0"/>
                </a:lnTo>
                <a:lnTo>
                  <a:pt x="7039"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08" name="Freeform: Shape 3007"/>
          <p:cNvSpPr/>
          <p:nvPr/>
        </p:nvSpPr>
        <p:spPr>
          <a:xfrm>
            <a:off x="6086160" y="4505040"/>
            <a:ext cx="2562840" cy="743400"/>
          </a:xfrm>
          <a:custGeom>
            <a:avLst/>
            <a:gdLst/>
            <a:ahLst/>
            <a:cxnLst/>
            <a:rect l="0" t="0" r="r" b="b"/>
            <a:pathLst>
              <a:path w="7119" h="2065">
                <a:moveTo>
                  <a:pt x="0" y="0"/>
                </a:moveTo>
                <a:lnTo>
                  <a:pt x="7119" y="0"/>
                </a:lnTo>
                <a:lnTo>
                  <a:pt x="7119"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09" name="Freeform: Shape 3008"/>
          <p:cNvSpPr/>
          <p:nvPr/>
        </p:nvSpPr>
        <p:spPr>
          <a:xfrm>
            <a:off x="8648640" y="4505040"/>
            <a:ext cx="2791080" cy="743400"/>
          </a:xfrm>
          <a:custGeom>
            <a:avLst/>
            <a:gdLst/>
            <a:ahLst/>
            <a:cxnLst/>
            <a:rect l="0" t="0" r="r" b="b"/>
            <a:pathLst>
              <a:path w="7753" h="2065">
                <a:moveTo>
                  <a:pt x="0" y="0"/>
                </a:moveTo>
                <a:lnTo>
                  <a:pt x="7753" y="0"/>
                </a:lnTo>
                <a:lnTo>
                  <a:pt x="7753" y="2065"/>
                </a:lnTo>
                <a:lnTo>
                  <a:pt x="0" y="2065"/>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10" name="Freeform: Shape 3009"/>
          <p:cNvSpPr/>
          <p:nvPr/>
        </p:nvSpPr>
        <p:spPr>
          <a:xfrm>
            <a:off x="752400" y="4505040"/>
            <a:ext cx="2800440" cy="743400"/>
          </a:xfrm>
          <a:custGeom>
            <a:avLst/>
            <a:gdLst/>
            <a:ahLst/>
            <a:cxnLst/>
            <a:rect l="0" t="0" r="r" b="b"/>
            <a:pathLst>
              <a:path w="7779" h="2065">
                <a:moveTo>
                  <a:pt x="0" y="0"/>
                </a:moveTo>
                <a:lnTo>
                  <a:pt x="7779" y="0"/>
                </a:lnTo>
                <a:lnTo>
                  <a:pt x="7779"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11" name="Freeform: Shape 3010"/>
          <p:cNvSpPr/>
          <p:nvPr/>
        </p:nvSpPr>
        <p:spPr>
          <a:xfrm>
            <a:off x="3552480" y="4505040"/>
            <a:ext cx="2534040" cy="743400"/>
          </a:xfrm>
          <a:custGeom>
            <a:avLst/>
            <a:gdLst/>
            <a:ahLst/>
            <a:cxnLst/>
            <a:rect l="0" t="0" r="r" b="b"/>
            <a:pathLst>
              <a:path w="7039" h="2065">
                <a:moveTo>
                  <a:pt x="0" y="0"/>
                </a:moveTo>
                <a:lnTo>
                  <a:pt x="7039" y="0"/>
                </a:lnTo>
                <a:lnTo>
                  <a:pt x="7039"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12" name="Freeform: Shape 3011"/>
          <p:cNvSpPr/>
          <p:nvPr/>
        </p:nvSpPr>
        <p:spPr>
          <a:xfrm>
            <a:off x="6086160" y="4505040"/>
            <a:ext cx="2562840" cy="743400"/>
          </a:xfrm>
          <a:custGeom>
            <a:avLst/>
            <a:gdLst/>
            <a:ahLst/>
            <a:cxnLst/>
            <a:rect l="0" t="0" r="r" b="b"/>
            <a:pathLst>
              <a:path w="7119" h="2065">
                <a:moveTo>
                  <a:pt x="0" y="0"/>
                </a:moveTo>
                <a:lnTo>
                  <a:pt x="7119" y="0"/>
                </a:lnTo>
                <a:lnTo>
                  <a:pt x="7119"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13" name="Freeform: Shape 3012"/>
          <p:cNvSpPr/>
          <p:nvPr/>
        </p:nvSpPr>
        <p:spPr>
          <a:xfrm>
            <a:off x="8648640" y="4505040"/>
            <a:ext cx="2791080" cy="743400"/>
          </a:xfrm>
          <a:custGeom>
            <a:avLst/>
            <a:gdLst/>
            <a:ahLst/>
            <a:cxnLst/>
            <a:rect l="0" t="0" r="r" b="b"/>
            <a:pathLst>
              <a:path w="7753" h="2065">
                <a:moveTo>
                  <a:pt x="0" y="0"/>
                </a:moveTo>
                <a:lnTo>
                  <a:pt x="7753" y="0"/>
                </a:lnTo>
                <a:lnTo>
                  <a:pt x="7753" y="2065"/>
                </a:lnTo>
                <a:lnTo>
                  <a:pt x="0" y="2065"/>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14" name="Freeform: Shape 3013"/>
          <p:cNvSpPr/>
          <p:nvPr/>
        </p:nvSpPr>
        <p:spPr>
          <a:xfrm>
            <a:off x="752400" y="5248080"/>
            <a:ext cx="2800440" cy="429120"/>
          </a:xfrm>
          <a:custGeom>
            <a:avLst/>
            <a:gdLst/>
            <a:ahLst/>
            <a:cxnLst/>
            <a:rect l="0" t="0" r="r" b="b"/>
            <a:pathLst>
              <a:path w="7779" h="1192">
                <a:moveTo>
                  <a:pt x="0" y="0"/>
                </a:moveTo>
                <a:lnTo>
                  <a:pt x="7779" y="0"/>
                </a:lnTo>
                <a:lnTo>
                  <a:pt x="7779"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15" name="Freeform: Shape 3014"/>
          <p:cNvSpPr/>
          <p:nvPr/>
        </p:nvSpPr>
        <p:spPr>
          <a:xfrm>
            <a:off x="3552480" y="5248080"/>
            <a:ext cx="2534040" cy="429120"/>
          </a:xfrm>
          <a:custGeom>
            <a:avLst/>
            <a:gdLst/>
            <a:ahLst/>
            <a:cxnLst/>
            <a:rect l="0" t="0" r="r" b="b"/>
            <a:pathLst>
              <a:path w="7039" h="1192">
                <a:moveTo>
                  <a:pt x="0" y="0"/>
                </a:moveTo>
                <a:lnTo>
                  <a:pt x="7039" y="0"/>
                </a:lnTo>
                <a:lnTo>
                  <a:pt x="7039"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16" name="Freeform: Shape 3015"/>
          <p:cNvSpPr/>
          <p:nvPr/>
        </p:nvSpPr>
        <p:spPr>
          <a:xfrm>
            <a:off x="6086160" y="5248080"/>
            <a:ext cx="2562840" cy="429120"/>
          </a:xfrm>
          <a:custGeom>
            <a:avLst/>
            <a:gdLst/>
            <a:ahLst/>
            <a:cxnLst/>
            <a:rect l="0" t="0" r="r" b="b"/>
            <a:pathLst>
              <a:path w="7119" h="1192">
                <a:moveTo>
                  <a:pt x="0" y="0"/>
                </a:moveTo>
                <a:lnTo>
                  <a:pt x="7119" y="0"/>
                </a:lnTo>
                <a:lnTo>
                  <a:pt x="7119"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17" name="Freeform: Shape 3016"/>
          <p:cNvSpPr/>
          <p:nvPr/>
        </p:nvSpPr>
        <p:spPr>
          <a:xfrm>
            <a:off x="8648640" y="5248080"/>
            <a:ext cx="2791080" cy="429120"/>
          </a:xfrm>
          <a:custGeom>
            <a:avLst/>
            <a:gdLst/>
            <a:ahLst/>
            <a:cxnLst/>
            <a:rect l="0" t="0" r="r" b="b"/>
            <a:pathLst>
              <a:path w="7753" h="1192">
                <a:moveTo>
                  <a:pt x="0" y="0"/>
                </a:moveTo>
                <a:lnTo>
                  <a:pt x="7753" y="0"/>
                </a:lnTo>
                <a:lnTo>
                  <a:pt x="7753" y="1192"/>
                </a:lnTo>
                <a:lnTo>
                  <a:pt x="0" y="1192"/>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18" name="Freeform: Shape 3017"/>
          <p:cNvSpPr/>
          <p:nvPr/>
        </p:nvSpPr>
        <p:spPr>
          <a:xfrm>
            <a:off x="752400" y="5248080"/>
            <a:ext cx="2800440" cy="429120"/>
          </a:xfrm>
          <a:custGeom>
            <a:avLst/>
            <a:gdLst/>
            <a:ahLst/>
            <a:cxnLst/>
            <a:rect l="0" t="0" r="r" b="b"/>
            <a:pathLst>
              <a:path w="7779" h="1192">
                <a:moveTo>
                  <a:pt x="0" y="0"/>
                </a:moveTo>
                <a:lnTo>
                  <a:pt x="7779" y="0"/>
                </a:lnTo>
                <a:lnTo>
                  <a:pt x="777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19" name="Freeform: Shape 3018"/>
          <p:cNvSpPr/>
          <p:nvPr/>
        </p:nvSpPr>
        <p:spPr>
          <a:xfrm>
            <a:off x="3552480" y="5248080"/>
            <a:ext cx="2534040" cy="429120"/>
          </a:xfrm>
          <a:custGeom>
            <a:avLst/>
            <a:gdLst/>
            <a:ahLst/>
            <a:cxnLst/>
            <a:rect l="0" t="0" r="r" b="b"/>
            <a:pathLst>
              <a:path w="7039" h="1192">
                <a:moveTo>
                  <a:pt x="0" y="0"/>
                </a:moveTo>
                <a:lnTo>
                  <a:pt x="7039" y="0"/>
                </a:lnTo>
                <a:lnTo>
                  <a:pt x="703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20" name="Freeform: Shape 3019"/>
          <p:cNvSpPr/>
          <p:nvPr/>
        </p:nvSpPr>
        <p:spPr>
          <a:xfrm>
            <a:off x="6086160" y="5248080"/>
            <a:ext cx="2562840" cy="429120"/>
          </a:xfrm>
          <a:custGeom>
            <a:avLst/>
            <a:gdLst/>
            <a:ahLst/>
            <a:cxnLst/>
            <a:rect l="0" t="0" r="r" b="b"/>
            <a:pathLst>
              <a:path w="7119" h="1192">
                <a:moveTo>
                  <a:pt x="0" y="0"/>
                </a:moveTo>
                <a:lnTo>
                  <a:pt x="7119" y="0"/>
                </a:lnTo>
                <a:lnTo>
                  <a:pt x="7119"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21" name="Freeform: Shape 3020"/>
          <p:cNvSpPr/>
          <p:nvPr/>
        </p:nvSpPr>
        <p:spPr>
          <a:xfrm>
            <a:off x="8648640" y="5248080"/>
            <a:ext cx="2791080" cy="429120"/>
          </a:xfrm>
          <a:custGeom>
            <a:avLst/>
            <a:gdLst/>
            <a:ahLst/>
            <a:cxnLst/>
            <a:rect l="0" t="0" r="r" b="b"/>
            <a:pathLst>
              <a:path w="7753" h="1192">
                <a:moveTo>
                  <a:pt x="0" y="0"/>
                </a:moveTo>
                <a:lnTo>
                  <a:pt x="7753" y="0"/>
                </a:lnTo>
                <a:lnTo>
                  <a:pt x="7753" y="1192"/>
                </a:lnTo>
                <a:lnTo>
                  <a:pt x="0" y="1192"/>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22" name="Freeform: Shape 3021"/>
          <p:cNvSpPr/>
          <p:nvPr/>
        </p:nvSpPr>
        <p:spPr>
          <a:xfrm>
            <a:off x="752400" y="5676840"/>
            <a:ext cx="2800440" cy="428760"/>
          </a:xfrm>
          <a:custGeom>
            <a:avLst/>
            <a:gdLst/>
            <a:ahLst/>
            <a:cxnLst/>
            <a:rect l="0" t="0" r="r" b="b"/>
            <a:pathLst>
              <a:path w="7779" h="1191">
                <a:moveTo>
                  <a:pt x="0" y="0"/>
                </a:moveTo>
                <a:lnTo>
                  <a:pt x="7779" y="0"/>
                </a:lnTo>
                <a:lnTo>
                  <a:pt x="7779"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23" name="Freeform: Shape 3022"/>
          <p:cNvSpPr/>
          <p:nvPr/>
        </p:nvSpPr>
        <p:spPr>
          <a:xfrm>
            <a:off x="3552480" y="5676840"/>
            <a:ext cx="2534040" cy="428760"/>
          </a:xfrm>
          <a:custGeom>
            <a:avLst/>
            <a:gdLst/>
            <a:ahLst/>
            <a:cxnLst/>
            <a:rect l="0" t="0" r="r" b="b"/>
            <a:pathLst>
              <a:path w="7039" h="1191">
                <a:moveTo>
                  <a:pt x="0" y="0"/>
                </a:moveTo>
                <a:lnTo>
                  <a:pt x="7039" y="0"/>
                </a:lnTo>
                <a:lnTo>
                  <a:pt x="7039"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24" name="Freeform: Shape 3023"/>
          <p:cNvSpPr/>
          <p:nvPr/>
        </p:nvSpPr>
        <p:spPr>
          <a:xfrm>
            <a:off x="6086160" y="5676840"/>
            <a:ext cx="2562840" cy="428760"/>
          </a:xfrm>
          <a:custGeom>
            <a:avLst/>
            <a:gdLst/>
            <a:ahLst/>
            <a:cxnLst/>
            <a:rect l="0" t="0" r="r" b="b"/>
            <a:pathLst>
              <a:path w="7119" h="1191">
                <a:moveTo>
                  <a:pt x="0" y="0"/>
                </a:moveTo>
                <a:lnTo>
                  <a:pt x="7119" y="0"/>
                </a:lnTo>
                <a:lnTo>
                  <a:pt x="7119"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25" name="Freeform: Shape 3024"/>
          <p:cNvSpPr/>
          <p:nvPr/>
        </p:nvSpPr>
        <p:spPr>
          <a:xfrm>
            <a:off x="8648640" y="5676840"/>
            <a:ext cx="2791080" cy="428760"/>
          </a:xfrm>
          <a:custGeom>
            <a:avLst/>
            <a:gdLst/>
            <a:ahLst/>
            <a:cxnLst/>
            <a:rect l="0" t="0" r="r" b="b"/>
            <a:pathLst>
              <a:path w="7753" h="1191">
                <a:moveTo>
                  <a:pt x="0" y="0"/>
                </a:moveTo>
                <a:lnTo>
                  <a:pt x="7753" y="0"/>
                </a:lnTo>
                <a:lnTo>
                  <a:pt x="7753" y="1191"/>
                </a:lnTo>
                <a:lnTo>
                  <a:pt x="0" y="1191"/>
                </a:lnTo>
                <a:lnTo>
                  <a:pt x="0" y="0"/>
                </a:lnTo>
                <a:close/>
              </a:path>
            </a:pathLst>
          </a:custGeom>
          <a:solidFill>
            <a:srgbClr val="F6F8FA"/>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26" name="Freeform: Shape 3025"/>
          <p:cNvSpPr/>
          <p:nvPr/>
        </p:nvSpPr>
        <p:spPr>
          <a:xfrm>
            <a:off x="752400" y="5676840"/>
            <a:ext cx="2800440" cy="428760"/>
          </a:xfrm>
          <a:custGeom>
            <a:avLst/>
            <a:gdLst/>
            <a:ahLst/>
            <a:cxnLst/>
            <a:rect l="0" t="0" r="r" b="b"/>
            <a:pathLst>
              <a:path w="7779" h="1191">
                <a:moveTo>
                  <a:pt x="0" y="0"/>
                </a:moveTo>
                <a:lnTo>
                  <a:pt x="7779" y="0"/>
                </a:lnTo>
                <a:lnTo>
                  <a:pt x="7779"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27" name="Freeform: Shape 3026"/>
          <p:cNvSpPr/>
          <p:nvPr/>
        </p:nvSpPr>
        <p:spPr>
          <a:xfrm>
            <a:off x="3552480" y="5676840"/>
            <a:ext cx="2534040" cy="428760"/>
          </a:xfrm>
          <a:custGeom>
            <a:avLst/>
            <a:gdLst/>
            <a:ahLst/>
            <a:cxnLst/>
            <a:rect l="0" t="0" r="r" b="b"/>
            <a:pathLst>
              <a:path w="7039" h="1191">
                <a:moveTo>
                  <a:pt x="0" y="0"/>
                </a:moveTo>
                <a:lnTo>
                  <a:pt x="7039" y="0"/>
                </a:lnTo>
                <a:lnTo>
                  <a:pt x="7039"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28" name="Freeform: Shape 3027"/>
          <p:cNvSpPr/>
          <p:nvPr/>
        </p:nvSpPr>
        <p:spPr>
          <a:xfrm>
            <a:off x="6086160" y="5676840"/>
            <a:ext cx="2562840" cy="428760"/>
          </a:xfrm>
          <a:custGeom>
            <a:avLst/>
            <a:gdLst/>
            <a:ahLst/>
            <a:cxnLst/>
            <a:rect l="0" t="0" r="r" b="b"/>
            <a:pathLst>
              <a:path w="7119" h="1191">
                <a:moveTo>
                  <a:pt x="0" y="0"/>
                </a:moveTo>
                <a:lnTo>
                  <a:pt x="7119" y="0"/>
                </a:lnTo>
                <a:lnTo>
                  <a:pt x="7119"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29" name="Freeform: Shape 3028"/>
          <p:cNvSpPr/>
          <p:nvPr/>
        </p:nvSpPr>
        <p:spPr>
          <a:xfrm>
            <a:off x="8648640" y="5676840"/>
            <a:ext cx="2791080" cy="428760"/>
          </a:xfrm>
          <a:custGeom>
            <a:avLst/>
            <a:gdLst/>
            <a:ahLst/>
            <a:cxnLst/>
            <a:rect l="0" t="0" r="r" b="b"/>
            <a:pathLst>
              <a:path w="7753" h="1191">
                <a:moveTo>
                  <a:pt x="0" y="0"/>
                </a:moveTo>
                <a:lnTo>
                  <a:pt x="7753" y="0"/>
                </a:lnTo>
                <a:lnTo>
                  <a:pt x="7753" y="1191"/>
                </a:lnTo>
                <a:lnTo>
                  <a:pt x="0" y="1191"/>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30" name="Freeform: Shape 3029"/>
          <p:cNvSpPr/>
          <p:nvPr/>
        </p:nvSpPr>
        <p:spPr>
          <a:xfrm>
            <a:off x="75240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31" name="Freeform: Shape 3030"/>
          <p:cNvSpPr/>
          <p:nvPr/>
        </p:nvSpPr>
        <p:spPr>
          <a:xfrm>
            <a:off x="752400" y="1295280"/>
            <a:ext cx="2810160" cy="9720"/>
          </a:xfrm>
          <a:custGeom>
            <a:avLst/>
            <a:gdLst/>
            <a:ahLst/>
            <a:cxnLst/>
            <a:rect l="0" t="0" r="r" b="b"/>
            <a:pathLst>
              <a:path w="7806" h="27">
                <a:moveTo>
                  <a:pt x="0" y="0"/>
                </a:moveTo>
                <a:lnTo>
                  <a:pt x="7806" y="0"/>
                </a:lnTo>
                <a:lnTo>
                  <a:pt x="780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32" name="Freeform: Shape 3031"/>
          <p:cNvSpPr/>
          <p:nvPr/>
        </p:nvSpPr>
        <p:spPr>
          <a:xfrm>
            <a:off x="3552480" y="129528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33" name="Freeform: Shape 3032"/>
          <p:cNvSpPr/>
          <p:nvPr/>
        </p:nvSpPr>
        <p:spPr>
          <a:xfrm>
            <a:off x="3562200" y="1295280"/>
            <a:ext cx="2524320" cy="9720"/>
          </a:xfrm>
          <a:custGeom>
            <a:avLst/>
            <a:gdLst/>
            <a:ahLst/>
            <a:cxnLst/>
            <a:rect l="0" t="0" r="r" b="b"/>
            <a:pathLst>
              <a:path w="7012" h="27">
                <a:moveTo>
                  <a:pt x="0" y="0"/>
                </a:moveTo>
                <a:lnTo>
                  <a:pt x="7012" y="0"/>
                </a:lnTo>
                <a:lnTo>
                  <a:pt x="7012"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34" name="Freeform: Shape 3033"/>
          <p:cNvSpPr/>
          <p:nvPr/>
        </p:nvSpPr>
        <p:spPr>
          <a:xfrm>
            <a:off x="607680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35" name="Freeform: Shape 3034"/>
          <p:cNvSpPr/>
          <p:nvPr/>
        </p:nvSpPr>
        <p:spPr>
          <a:xfrm>
            <a:off x="6086160" y="1295280"/>
            <a:ext cx="2572200" cy="9720"/>
          </a:xfrm>
          <a:custGeom>
            <a:avLst/>
            <a:gdLst/>
            <a:ahLst/>
            <a:cxnLst/>
            <a:rect l="0" t="0" r="r" b="b"/>
            <a:pathLst>
              <a:path w="7145" h="27">
                <a:moveTo>
                  <a:pt x="0" y="0"/>
                </a:moveTo>
                <a:lnTo>
                  <a:pt x="7145" y="0"/>
                </a:lnTo>
                <a:lnTo>
                  <a:pt x="714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36" name="Freeform: Shape 3035"/>
          <p:cNvSpPr/>
          <p:nvPr/>
        </p:nvSpPr>
        <p:spPr>
          <a:xfrm>
            <a:off x="864864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37" name="Freeform: Shape 3036"/>
          <p:cNvSpPr/>
          <p:nvPr/>
        </p:nvSpPr>
        <p:spPr>
          <a:xfrm>
            <a:off x="8658000" y="1295280"/>
            <a:ext cx="2791080" cy="9720"/>
          </a:xfrm>
          <a:custGeom>
            <a:avLst/>
            <a:gdLst/>
            <a:ahLst/>
            <a:cxnLst/>
            <a:rect l="0" t="0" r="r" b="b"/>
            <a:pathLst>
              <a:path w="7753" h="27">
                <a:moveTo>
                  <a:pt x="0" y="0"/>
                </a:moveTo>
                <a:lnTo>
                  <a:pt x="7753" y="0"/>
                </a:lnTo>
                <a:lnTo>
                  <a:pt x="775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38" name="Freeform: Shape 3037"/>
          <p:cNvSpPr/>
          <p:nvPr/>
        </p:nvSpPr>
        <p:spPr>
          <a:xfrm>
            <a:off x="11439360" y="12952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39" name="Freeform: Shape 3038"/>
          <p:cNvSpPr/>
          <p:nvPr/>
        </p:nvSpPr>
        <p:spPr>
          <a:xfrm>
            <a:off x="752400" y="1723680"/>
            <a:ext cx="2810160" cy="10080"/>
          </a:xfrm>
          <a:custGeom>
            <a:avLst/>
            <a:gdLst/>
            <a:ahLst/>
            <a:cxnLst/>
            <a:rect l="0" t="0" r="r" b="b"/>
            <a:pathLst>
              <a:path w="7806" h="28">
                <a:moveTo>
                  <a:pt x="0" y="0"/>
                </a:moveTo>
                <a:lnTo>
                  <a:pt x="7806" y="0"/>
                </a:lnTo>
                <a:lnTo>
                  <a:pt x="780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40" name="Freeform: Shape 3039"/>
          <p:cNvSpPr/>
          <p:nvPr/>
        </p:nvSpPr>
        <p:spPr>
          <a:xfrm>
            <a:off x="3562200" y="1723680"/>
            <a:ext cx="2524320" cy="10080"/>
          </a:xfrm>
          <a:custGeom>
            <a:avLst/>
            <a:gdLst/>
            <a:ahLst/>
            <a:cxnLst/>
            <a:rect l="0" t="0" r="r" b="b"/>
            <a:pathLst>
              <a:path w="7012" h="28">
                <a:moveTo>
                  <a:pt x="0" y="0"/>
                </a:moveTo>
                <a:lnTo>
                  <a:pt x="7012" y="0"/>
                </a:lnTo>
                <a:lnTo>
                  <a:pt x="7012"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41" name="Freeform: Shape 3040"/>
          <p:cNvSpPr/>
          <p:nvPr/>
        </p:nvSpPr>
        <p:spPr>
          <a:xfrm>
            <a:off x="6086160" y="1723680"/>
            <a:ext cx="2572200" cy="10080"/>
          </a:xfrm>
          <a:custGeom>
            <a:avLst/>
            <a:gdLst/>
            <a:ahLst/>
            <a:cxnLst/>
            <a:rect l="0" t="0" r="r" b="b"/>
            <a:pathLst>
              <a:path w="7145" h="28">
                <a:moveTo>
                  <a:pt x="0" y="0"/>
                </a:moveTo>
                <a:lnTo>
                  <a:pt x="7145" y="0"/>
                </a:lnTo>
                <a:lnTo>
                  <a:pt x="714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42" name="Freeform: Shape 3041"/>
          <p:cNvSpPr/>
          <p:nvPr/>
        </p:nvSpPr>
        <p:spPr>
          <a:xfrm>
            <a:off x="8658000" y="1723680"/>
            <a:ext cx="2791080" cy="10080"/>
          </a:xfrm>
          <a:custGeom>
            <a:avLst/>
            <a:gdLst/>
            <a:ahLst/>
            <a:cxnLst/>
            <a:rect l="0" t="0" r="r" b="b"/>
            <a:pathLst>
              <a:path w="7753" h="28">
                <a:moveTo>
                  <a:pt x="0" y="0"/>
                </a:moveTo>
                <a:lnTo>
                  <a:pt x="7753" y="0"/>
                </a:lnTo>
                <a:lnTo>
                  <a:pt x="775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43" name="Freeform: Shape 3042"/>
          <p:cNvSpPr/>
          <p:nvPr/>
        </p:nvSpPr>
        <p:spPr>
          <a:xfrm>
            <a:off x="752400" y="17334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44" name="Freeform: Shape 3043"/>
          <p:cNvSpPr/>
          <p:nvPr/>
        </p:nvSpPr>
        <p:spPr>
          <a:xfrm>
            <a:off x="3552480" y="173340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45" name="Freeform: Shape 3044"/>
          <p:cNvSpPr/>
          <p:nvPr/>
        </p:nvSpPr>
        <p:spPr>
          <a:xfrm>
            <a:off x="6076800" y="17334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46" name="Freeform: Shape 3045"/>
          <p:cNvSpPr/>
          <p:nvPr/>
        </p:nvSpPr>
        <p:spPr>
          <a:xfrm>
            <a:off x="8648640" y="17334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47" name="Freeform: Shape 3046"/>
          <p:cNvSpPr/>
          <p:nvPr/>
        </p:nvSpPr>
        <p:spPr>
          <a:xfrm>
            <a:off x="11439360" y="17334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48" name="Freeform: Shape 3047"/>
          <p:cNvSpPr/>
          <p:nvPr/>
        </p:nvSpPr>
        <p:spPr>
          <a:xfrm>
            <a:off x="752400" y="216216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49" name="Freeform: Shape 3048"/>
          <p:cNvSpPr/>
          <p:nvPr/>
        </p:nvSpPr>
        <p:spPr>
          <a:xfrm>
            <a:off x="752400" y="2152440"/>
            <a:ext cx="2810160" cy="10080"/>
          </a:xfrm>
          <a:custGeom>
            <a:avLst/>
            <a:gdLst/>
            <a:ahLst/>
            <a:cxnLst/>
            <a:rect l="0" t="0" r="r" b="b"/>
            <a:pathLst>
              <a:path w="7806" h="28">
                <a:moveTo>
                  <a:pt x="0" y="0"/>
                </a:moveTo>
                <a:lnTo>
                  <a:pt x="7806" y="0"/>
                </a:lnTo>
                <a:lnTo>
                  <a:pt x="780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50" name="Freeform: Shape 3049"/>
          <p:cNvSpPr/>
          <p:nvPr/>
        </p:nvSpPr>
        <p:spPr>
          <a:xfrm>
            <a:off x="3552480" y="2162160"/>
            <a:ext cx="10080" cy="743040"/>
          </a:xfrm>
          <a:custGeom>
            <a:avLst/>
            <a:gdLst/>
            <a:ahLst/>
            <a:cxnLst/>
            <a:rect l="0" t="0" r="r" b="b"/>
            <a:pathLst>
              <a:path w="28" h="2064">
                <a:moveTo>
                  <a:pt x="0" y="0"/>
                </a:moveTo>
                <a:lnTo>
                  <a:pt x="28" y="0"/>
                </a:lnTo>
                <a:lnTo>
                  <a:pt x="28"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51" name="Freeform: Shape 3050"/>
          <p:cNvSpPr/>
          <p:nvPr/>
        </p:nvSpPr>
        <p:spPr>
          <a:xfrm>
            <a:off x="3562200" y="2152440"/>
            <a:ext cx="2524320" cy="10080"/>
          </a:xfrm>
          <a:custGeom>
            <a:avLst/>
            <a:gdLst/>
            <a:ahLst/>
            <a:cxnLst/>
            <a:rect l="0" t="0" r="r" b="b"/>
            <a:pathLst>
              <a:path w="7012" h="28">
                <a:moveTo>
                  <a:pt x="0" y="0"/>
                </a:moveTo>
                <a:lnTo>
                  <a:pt x="7012" y="0"/>
                </a:lnTo>
                <a:lnTo>
                  <a:pt x="7012"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52" name="Freeform: Shape 3051"/>
          <p:cNvSpPr/>
          <p:nvPr/>
        </p:nvSpPr>
        <p:spPr>
          <a:xfrm>
            <a:off x="6076800" y="216216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53" name="Freeform: Shape 3052"/>
          <p:cNvSpPr/>
          <p:nvPr/>
        </p:nvSpPr>
        <p:spPr>
          <a:xfrm>
            <a:off x="6086160" y="2152440"/>
            <a:ext cx="2572200" cy="10080"/>
          </a:xfrm>
          <a:custGeom>
            <a:avLst/>
            <a:gdLst/>
            <a:ahLst/>
            <a:cxnLst/>
            <a:rect l="0" t="0" r="r" b="b"/>
            <a:pathLst>
              <a:path w="7145" h="28">
                <a:moveTo>
                  <a:pt x="0" y="0"/>
                </a:moveTo>
                <a:lnTo>
                  <a:pt x="7145" y="0"/>
                </a:lnTo>
                <a:lnTo>
                  <a:pt x="714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54" name="Freeform: Shape 3053"/>
          <p:cNvSpPr/>
          <p:nvPr/>
        </p:nvSpPr>
        <p:spPr>
          <a:xfrm>
            <a:off x="8648640" y="216216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55" name="Freeform: Shape 3054"/>
          <p:cNvSpPr/>
          <p:nvPr/>
        </p:nvSpPr>
        <p:spPr>
          <a:xfrm>
            <a:off x="8658000" y="2152440"/>
            <a:ext cx="2791080" cy="10080"/>
          </a:xfrm>
          <a:custGeom>
            <a:avLst/>
            <a:gdLst/>
            <a:ahLst/>
            <a:cxnLst/>
            <a:rect l="0" t="0" r="r" b="b"/>
            <a:pathLst>
              <a:path w="7753" h="28">
                <a:moveTo>
                  <a:pt x="0" y="0"/>
                </a:moveTo>
                <a:lnTo>
                  <a:pt x="7753" y="0"/>
                </a:lnTo>
                <a:lnTo>
                  <a:pt x="775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56" name="Freeform: Shape 3055"/>
          <p:cNvSpPr/>
          <p:nvPr/>
        </p:nvSpPr>
        <p:spPr>
          <a:xfrm>
            <a:off x="11439360" y="2162160"/>
            <a:ext cx="9720" cy="743040"/>
          </a:xfrm>
          <a:custGeom>
            <a:avLst/>
            <a:gdLst/>
            <a:ahLst/>
            <a:cxnLst/>
            <a:rect l="0" t="0" r="r" b="b"/>
            <a:pathLst>
              <a:path w="27" h="2064">
                <a:moveTo>
                  <a:pt x="0" y="0"/>
                </a:moveTo>
                <a:lnTo>
                  <a:pt x="27" y="0"/>
                </a:lnTo>
                <a:lnTo>
                  <a:pt x="27" y="2064"/>
                </a:lnTo>
                <a:lnTo>
                  <a:pt x="0" y="2064"/>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57" name="Freeform: Shape 3056"/>
          <p:cNvSpPr/>
          <p:nvPr/>
        </p:nvSpPr>
        <p:spPr>
          <a:xfrm>
            <a:off x="752400" y="2904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58" name="Freeform: Shape 3057"/>
          <p:cNvSpPr/>
          <p:nvPr/>
        </p:nvSpPr>
        <p:spPr>
          <a:xfrm>
            <a:off x="752400" y="2895480"/>
            <a:ext cx="2810160" cy="9720"/>
          </a:xfrm>
          <a:custGeom>
            <a:avLst/>
            <a:gdLst/>
            <a:ahLst/>
            <a:cxnLst/>
            <a:rect l="0" t="0" r="r" b="b"/>
            <a:pathLst>
              <a:path w="7806" h="27">
                <a:moveTo>
                  <a:pt x="0" y="0"/>
                </a:moveTo>
                <a:lnTo>
                  <a:pt x="7806" y="0"/>
                </a:lnTo>
                <a:lnTo>
                  <a:pt x="780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59" name="Freeform: Shape 3058"/>
          <p:cNvSpPr/>
          <p:nvPr/>
        </p:nvSpPr>
        <p:spPr>
          <a:xfrm>
            <a:off x="3552480" y="290484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60" name="Freeform: Shape 3059"/>
          <p:cNvSpPr/>
          <p:nvPr/>
        </p:nvSpPr>
        <p:spPr>
          <a:xfrm>
            <a:off x="3562200" y="2895480"/>
            <a:ext cx="2524320" cy="9720"/>
          </a:xfrm>
          <a:custGeom>
            <a:avLst/>
            <a:gdLst/>
            <a:ahLst/>
            <a:cxnLst/>
            <a:rect l="0" t="0" r="r" b="b"/>
            <a:pathLst>
              <a:path w="7012" h="27">
                <a:moveTo>
                  <a:pt x="0" y="0"/>
                </a:moveTo>
                <a:lnTo>
                  <a:pt x="7012" y="0"/>
                </a:lnTo>
                <a:lnTo>
                  <a:pt x="7012"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61" name="Freeform: Shape 3060"/>
          <p:cNvSpPr/>
          <p:nvPr/>
        </p:nvSpPr>
        <p:spPr>
          <a:xfrm>
            <a:off x="6076800" y="2904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62" name="Freeform: Shape 3061"/>
          <p:cNvSpPr/>
          <p:nvPr/>
        </p:nvSpPr>
        <p:spPr>
          <a:xfrm>
            <a:off x="6086160" y="2895480"/>
            <a:ext cx="2572200" cy="9720"/>
          </a:xfrm>
          <a:custGeom>
            <a:avLst/>
            <a:gdLst/>
            <a:ahLst/>
            <a:cxnLst/>
            <a:rect l="0" t="0" r="r" b="b"/>
            <a:pathLst>
              <a:path w="7145" h="27">
                <a:moveTo>
                  <a:pt x="0" y="0"/>
                </a:moveTo>
                <a:lnTo>
                  <a:pt x="7145" y="0"/>
                </a:lnTo>
                <a:lnTo>
                  <a:pt x="714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63" name="Freeform: Shape 3062"/>
          <p:cNvSpPr/>
          <p:nvPr/>
        </p:nvSpPr>
        <p:spPr>
          <a:xfrm>
            <a:off x="8648640" y="2904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64" name="Freeform: Shape 3063"/>
          <p:cNvSpPr/>
          <p:nvPr/>
        </p:nvSpPr>
        <p:spPr>
          <a:xfrm>
            <a:off x="8658000" y="2895480"/>
            <a:ext cx="2791080" cy="9720"/>
          </a:xfrm>
          <a:custGeom>
            <a:avLst/>
            <a:gdLst/>
            <a:ahLst/>
            <a:cxnLst/>
            <a:rect l="0" t="0" r="r" b="b"/>
            <a:pathLst>
              <a:path w="7753" h="27">
                <a:moveTo>
                  <a:pt x="0" y="0"/>
                </a:moveTo>
                <a:lnTo>
                  <a:pt x="7753" y="0"/>
                </a:lnTo>
                <a:lnTo>
                  <a:pt x="775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65" name="Freeform: Shape 3064"/>
          <p:cNvSpPr/>
          <p:nvPr/>
        </p:nvSpPr>
        <p:spPr>
          <a:xfrm>
            <a:off x="11439360" y="290484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66" name="Freeform: Shape 3065"/>
          <p:cNvSpPr/>
          <p:nvPr/>
        </p:nvSpPr>
        <p:spPr>
          <a:xfrm>
            <a:off x="752400" y="33336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67" name="Freeform: Shape 3066"/>
          <p:cNvSpPr/>
          <p:nvPr/>
        </p:nvSpPr>
        <p:spPr>
          <a:xfrm>
            <a:off x="752400" y="3323880"/>
            <a:ext cx="2810160" cy="10080"/>
          </a:xfrm>
          <a:custGeom>
            <a:avLst/>
            <a:gdLst/>
            <a:ahLst/>
            <a:cxnLst/>
            <a:rect l="0" t="0" r="r" b="b"/>
            <a:pathLst>
              <a:path w="7806" h="28">
                <a:moveTo>
                  <a:pt x="0" y="0"/>
                </a:moveTo>
                <a:lnTo>
                  <a:pt x="7806" y="0"/>
                </a:lnTo>
                <a:lnTo>
                  <a:pt x="780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68" name="Freeform: Shape 3067"/>
          <p:cNvSpPr/>
          <p:nvPr/>
        </p:nvSpPr>
        <p:spPr>
          <a:xfrm>
            <a:off x="3552480" y="3333600"/>
            <a:ext cx="10080" cy="743400"/>
          </a:xfrm>
          <a:custGeom>
            <a:avLst/>
            <a:gdLst/>
            <a:ahLst/>
            <a:cxnLst/>
            <a:rect l="0" t="0" r="r" b="b"/>
            <a:pathLst>
              <a:path w="28" h="2065">
                <a:moveTo>
                  <a:pt x="0" y="0"/>
                </a:moveTo>
                <a:lnTo>
                  <a:pt x="28" y="0"/>
                </a:lnTo>
                <a:lnTo>
                  <a:pt x="28"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69" name="Freeform: Shape 3068"/>
          <p:cNvSpPr/>
          <p:nvPr/>
        </p:nvSpPr>
        <p:spPr>
          <a:xfrm>
            <a:off x="3562200" y="3323880"/>
            <a:ext cx="2524320" cy="10080"/>
          </a:xfrm>
          <a:custGeom>
            <a:avLst/>
            <a:gdLst/>
            <a:ahLst/>
            <a:cxnLst/>
            <a:rect l="0" t="0" r="r" b="b"/>
            <a:pathLst>
              <a:path w="7012" h="28">
                <a:moveTo>
                  <a:pt x="0" y="0"/>
                </a:moveTo>
                <a:lnTo>
                  <a:pt x="7012" y="0"/>
                </a:lnTo>
                <a:lnTo>
                  <a:pt x="7012"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70" name="Freeform: Shape 3069"/>
          <p:cNvSpPr/>
          <p:nvPr/>
        </p:nvSpPr>
        <p:spPr>
          <a:xfrm>
            <a:off x="6076800" y="33336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71" name="Freeform: Shape 3070"/>
          <p:cNvSpPr/>
          <p:nvPr/>
        </p:nvSpPr>
        <p:spPr>
          <a:xfrm>
            <a:off x="6086160" y="3323880"/>
            <a:ext cx="2572200" cy="10080"/>
          </a:xfrm>
          <a:custGeom>
            <a:avLst/>
            <a:gdLst/>
            <a:ahLst/>
            <a:cxnLst/>
            <a:rect l="0" t="0" r="r" b="b"/>
            <a:pathLst>
              <a:path w="7145" h="28">
                <a:moveTo>
                  <a:pt x="0" y="0"/>
                </a:moveTo>
                <a:lnTo>
                  <a:pt x="7145" y="0"/>
                </a:lnTo>
                <a:lnTo>
                  <a:pt x="714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72" name="Freeform: Shape 3071"/>
          <p:cNvSpPr/>
          <p:nvPr/>
        </p:nvSpPr>
        <p:spPr>
          <a:xfrm>
            <a:off x="8648640" y="33336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73" name="Freeform: Shape 3072"/>
          <p:cNvSpPr/>
          <p:nvPr/>
        </p:nvSpPr>
        <p:spPr>
          <a:xfrm>
            <a:off x="8658000" y="3323880"/>
            <a:ext cx="2791080" cy="10080"/>
          </a:xfrm>
          <a:custGeom>
            <a:avLst/>
            <a:gdLst/>
            <a:ahLst/>
            <a:cxnLst/>
            <a:rect l="0" t="0" r="r" b="b"/>
            <a:pathLst>
              <a:path w="7753" h="28">
                <a:moveTo>
                  <a:pt x="0" y="0"/>
                </a:moveTo>
                <a:lnTo>
                  <a:pt x="7753" y="0"/>
                </a:lnTo>
                <a:lnTo>
                  <a:pt x="775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74" name="Freeform: Shape 3073"/>
          <p:cNvSpPr/>
          <p:nvPr/>
        </p:nvSpPr>
        <p:spPr>
          <a:xfrm>
            <a:off x="11439360" y="3333600"/>
            <a:ext cx="9720" cy="743400"/>
          </a:xfrm>
          <a:custGeom>
            <a:avLst/>
            <a:gdLst/>
            <a:ahLst/>
            <a:cxnLst/>
            <a:rect l="0" t="0" r="r" b="b"/>
            <a:pathLst>
              <a:path w="27" h="2065">
                <a:moveTo>
                  <a:pt x="0" y="0"/>
                </a:moveTo>
                <a:lnTo>
                  <a:pt x="27" y="0"/>
                </a:lnTo>
                <a:lnTo>
                  <a:pt x="27" y="2065"/>
                </a:lnTo>
                <a:lnTo>
                  <a:pt x="0" y="2065"/>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75" name="Freeform: Shape 3074"/>
          <p:cNvSpPr/>
          <p:nvPr/>
        </p:nvSpPr>
        <p:spPr>
          <a:xfrm>
            <a:off x="752400" y="407664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76" name="Freeform: Shape 3075"/>
          <p:cNvSpPr/>
          <p:nvPr/>
        </p:nvSpPr>
        <p:spPr>
          <a:xfrm>
            <a:off x="752400" y="4066920"/>
            <a:ext cx="2810160" cy="10080"/>
          </a:xfrm>
          <a:custGeom>
            <a:avLst/>
            <a:gdLst/>
            <a:ahLst/>
            <a:cxnLst/>
            <a:rect l="0" t="0" r="r" b="b"/>
            <a:pathLst>
              <a:path w="7806" h="28">
                <a:moveTo>
                  <a:pt x="0" y="0"/>
                </a:moveTo>
                <a:lnTo>
                  <a:pt x="7806" y="0"/>
                </a:lnTo>
                <a:lnTo>
                  <a:pt x="780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77" name="Freeform: Shape 3076"/>
          <p:cNvSpPr/>
          <p:nvPr/>
        </p:nvSpPr>
        <p:spPr>
          <a:xfrm>
            <a:off x="3552480" y="407664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78" name="Freeform: Shape 3077"/>
          <p:cNvSpPr/>
          <p:nvPr/>
        </p:nvSpPr>
        <p:spPr>
          <a:xfrm>
            <a:off x="3562200" y="4066920"/>
            <a:ext cx="2524320" cy="10080"/>
          </a:xfrm>
          <a:custGeom>
            <a:avLst/>
            <a:gdLst/>
            <a:ahLst/>
            <a:cxnLst/>
            <a:rect l="0" t="0" r="r" b="b"/>
            <a:pathLst>
              <a:path w="7012" h="28">
                <a:moveTo>
                  <a:pt x="0" y="0"/>
                </a:moveTo>
                <a:lnTo>
                  <a:pt x="7012" y="0"/>
                </a:lnTo>
                <a:lnTo>
                  <a:pt x="7012"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79" name="Freeform: Shape 3078"/>
          <p:cNvSpPr/>
          <p:nvPr/>
        </p:nvSpPr>
        <p:spPr>
          <a:xfrm>
            <a:off x="6076800" y="407664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80" name="Freeform: Shape 3079"/>
          <p:cNvSpPr/>
          <p:nvPr/>
        </p:nvSpPr>
        <p:spPr>
          <a:xfrm>
            <a:off x="6086160" y="4066920"/>
            <a:ext cx="2572200" cy="10080"/>
          </a:xfrm>
          <a:custGeom>
            <a:avLst/>
            <a:gdLst/>
            <a:ahLst/>
            <a:cxnLst/>
            <a:rect l="0" t="0" r="r" b="b"/>
            <a:pathLst>
              <a:path w="7145" h="28">
                <a:moveTo>
                  <a:pt x="0" y="0"/>
                </a:moveTo>
                <a:lnTo>
                  <a:pt x="7145" y="0"/>
                </a:lnTo>
                <a:lnTo>
                  <a:pt x="714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81" name="Freeform: Shape 3080"/>
          <p:cNvSpPr/>
          <p:nvPr/>
        </p:nvSpPr>
        <p:spPr>
          <a:xfrm>
            <a:off x="8648640" y="407664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82" name="Freeform: Shape 3081"/>
          <p:cNvSpPr/>
          <p:nvPr/>
        </p:nvSpPr>
        <p:spPr>
          <a:xfrm>
            <a:off x="8658000" y="4066920"/>
            <a:ext cx="2791080" cy="10080"/>
          </a:xfrm>
          <a:custGeom>
            <a:avLst/>
            <a:gdLst/>
            <a:ahLst/>
            <a:cxnLst/>
            <a:rect l="0" t="0" r="r" b="b"/>
            <a:pathLst>
              <a:path w="7753" h="28">
                <a:moveTo>
                  <a:pt x="0" y="0"/>
                </a:moveTo>
                <a:lnTo>
                  <a:pt x="7753" y="0"/>
                </a:lnTo>
                <a:lnTo>
                  <a:pt x="775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83" name="Freeform: Shape 3082"/>
          <p:cNvSpPr/>
          <p:nvPr/>
        </p:nvSpPr>
        <p:spPr>
          <a:xfrm>
            <a:off x="11439360" y="407664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84" name="Freeform: Shape 3083"/>
          <p:cNvSpPr/>
          <p:nvPr/>
        </p:nvSpPr>
        <p:spPr>
          <a:xfrm>
            <a:off x="752400" y="451476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85" name="Freeform: Shape 3084"/>
          <p:cNvSpPr/>
          <p:nvPr/>
        </p:nvSpPr>
        <p:spPr>
          <a:xfrm>
            <a:off x="752400" y="4505040"/>
            <a:ext cx="2810160" cy="10080"/>
          </a:xfrm>
          <a:custGeom>
            <a:avLst/>
            <a:gdLst/>
            <a:ahLst/>
            <a:cxnLst/>
            <a:rect l="0" t="0" r="r" b="b"/>
            <a:pathLst>
              <a:path w="7806" h="28">
                <a:moveTo>
                  <a:pt x="0" y="0"/>
                </a:moveTo>
                <a:lnTo>
                  <a:pt x="7806" y="0"/>
                </a:lnTo>
                <a:lnTo>
                  <a:pt x="780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86" name="Freeform: Shape 3085"/>
          <p:cNvSpPr/>
          <p:nvPr/>
        </p:nvSpPr>
        <p:spPr>
          <a:xfrm>
            <a:off x="3552480" y="4514760"/>
            <a:ext cx="10080" cy="733680"/>
          </a:xfrm>
          <a:custGeom>
            <a:avLst/>
            <a:gdLst/>
            <a:ahLst/>
            <a:cxnLst/>
            <a:rect l="0" t="0" r="r" b="b"/>
            <a:pathLst>
              <a:path w="28" h="2038">
                <a:moveTo>
                  <a:pt x="0" y="0"/>
                </a:moveTo>
                <a:lnTo>
                  <a:pt x="28" y="0"/>
                </a:lnTo>
                <a:lnTo>
                  <a:pt x="28"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87" name="Freeform: Shape 3086"/>
          <p:cNvSpPr/>
          <p:nvPr/>
        </p:nvSpPr>
        <p:spPr>
          <a:xfrm>
            <a:off x="3562200" y="4505040"/>
            <a:ext cx="2524320" cy="10080"/>
          </a:xfrm>
          <a:custGeom>
            <a:avLst/>
            <a:gdLst/>
            <a:ahLst/>
            <a:cxnLst/>
            <a:rect l="0" t="0" r="r" b="b"/>
            <a:pathLst>
              <a:path w="7012" h="28">
                <a:moveTo>
                  <a:pt x="0" y="0"/>
                </a:moveTo>
                <a:lnTo>
                  <a:pt x="7012" y="0"/>
                </a:lnTo>
                <a:lnTo>
                  <a:pt x="7012"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88" name="Freeform: Shape 3087"/>
          <p:cNvSpPr/>
          <p:nvPr/>
        </p:nvSpPr>
        <p:spPr>
          <a:xfrm>
            <a:off x="6076800" y="451476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89" name="Freeform: Shape 3088"/>
          <p:cNvSpPr/>
          <p:nvPr/>
        </p:nvSpPr>
        <p:spPr>
          <a:xfrm>
            <a:off x="6086160" y="4505040"/>
            <a:ext cx="2572200" cy="10080"/>
          </a:xfrm>
          <a:custGeom>
            <a:avLst/>
            <a:gdLst/>
            <a:ahLst/>
            <a:cxnLst/>
            <a:rect l="0" t="0" r="r" b="b"/>
            <a:pathLst>
              <a:path w="7145" h="28">
                <a:moveTo>
                  <a:pt x="0" y="0"/>
                </a:moveTo>
                <a:lnTo>
                  <a:pt x="7145" y="0"/>
                </a:lnTo>
                <a:lnTo>
                  <a:pt x="714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90" name="Freeform: Shape 3089"/>
          <p:cNvSpPr/>
          <p:nvPr/>
        </p:nvSpPr>
        <p:spPr>
          <a:xfrm>
            <a:off x="8648640" y="451476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91" name="Freeform: Shape 3090"/>
          <p:cNvSpPr/>
          <p:nvPr/>
        </p:nvSpPr>
        <p:spPr>
          <a:xfrm>
            <a:off x="8658000" y="4505040"/>
            <a:ext cx="2791080" cy="10080"/>
          </a:xfrm>
          <a:custGeom>
            <a:avLst/>
            <a:gdLst/>
            <a:ahLst/>
            <a:cxnLst/>
            <a:rect l="0" t="0" r="r" b="b"/>
            <a:pathLst>
              <a:path w="7753" h="28">
                <a:moveTo>
                  <a:pt x="0" y="0"/>
                </a:moveTo>
                <a:lnTo>
                  <a:pt x="7753" y="0"/>
                </a:lnTo>
                <a:lnTo>
                  <a:pt x="775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92" name="Freeform: Shape 3091"/>
          <p:cNvSpPr/>
          <p:nvPr/>
        </p:nvSpPr>
        <p:spPr>
          <a:xfrm>
            <a:off x="11439360" y="4514760"/>
            <a:ext cx="9720" cy="733680"/>
          </a:xfrm>
          <a:custGeom>
            <a:avLst/>
            <a:gdLst/>
            <a:ahLst/>
            <a:cxnLst/>
            <a:rect l="0" t="0" r="r" b="b"/>
            <a:pathLst>
              <a:path w="27" h="2038">
                <a:moveTo>
                  <a:pt x="0" y="0"/>
                </a:moveTo>
                <a:lnTo>
                  <a:pt x="27" y="0"/>
                </a:lnTo>
                <a:lnTo>
                  <a:pt x="27" y="2038"/>
                </a:lnTo>
                <a:lnTo>
                  <a:pt x="0" y="203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93" name="Freeform: Shape 3092"/>
          <p:cNvSpPr/>
          <p:nvPr/>
        </p:nvSpPr>
        <p:spPr>
          <a:xfrm>
            <a:off x="752400" y="52480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94" name="Freeform: Shape 3093"/>
          <p:cNvSpPr/>
          <p:nvPr/>
        </p:nvSpPr>
        <p:spPr>
          <a:xfrm>
            <a:off x="752400" y="5238720"/>
            <a:ext cx="2810160" cy="9720"/>
          </a:xfrm>
          <a:custGeom>
            <a:avLst/>
            <a:gdLst/>
            <a:ahLst/>
            <a:cxnLst/>
            <a:rect l="0" t="0" r="r" b="b"/>
            <a:pathLst>
              <a:path w="7806" h="27">
                <a:moveTo>
                  <a:pt x="0" y="0"/>
                </a:moveTo>
                <a:lnTo>
                  <a:pt x="7806" y="0"/>
                </a:lnTo>
                <a:lnTo>
                  <a:pt x="780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95" name="Freeform: Shape 3094"/>
          <p:cNvSpPr/>
          <p:nvPr/>
        </p:nvSpPr>
        <p:spPr>
          <a:xfrm>
            <a:off x="3552480" y="5248080"/>
            <a:ext cx="10080" cy="438480"/>
          </a:xfrm>
          <a:custGeom>
            <a:avLst/>
            <a:gdLst/>
            <a:ahLst/>
            <a:cxnLst/>
            <a:rect l="0" t="0" r="r" b="b"/>
            <a:pathLst>
              <a:path w="28" h="1218">
                <a:moveTo>
                  <a:pt x="0" y="0"/>
                </a:moveTo>
                <a:lnTo>
                  <a:pt x="28" y="0"/>
                </a:lnTo>
                <a:lnTo>
                  <a:pt x="28"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96" name="Freeform: Shape 3095"/>
          <p:cNvSpPr/>
          <p:nvPr/>
        </p:nvSpPr>
        <p:spPr>
          <a:xfrm>
            <a:off x="3562200" y="5238720"/>
            <a:ext cx="2524320" cy="9720"/>
          </a:xfrm>
          <a:custGeom>
            <a:avLst/>
            <a:gdLst/>
            <a:ahLst/>
            <a:cxnLst/>
            <a:rect l="0" t="0" r="r" b="b"/>
            <a:pathLst>
              <a:path w="7012" h="27">
                <a:moveTo>
                  <a:pt x="0" y="0"/>
                </a:moveTo>
                <a:lnTo>
                  <a:pt x="7012" y="0"/>
                </a:lnTo>
                <a:lnTo>
                  <a:pt x="7012"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97" name="Freeform: Shape 3096"/>
          <p:cNvSpPr/>
          <p:nvPr/>
        </p:nvSpPr>
        <p:spPr>
          <a:xfrm>
            <a:off x="6076800" y="52480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98" name="Freeform: Shape 3097"/>
          <p:cNvSpPr/>
          <p:nvPr/>
        </p:nvSpPr>
        <p:spPr>
          <a:xfrm>
            <a:off x="6086160" y="5238720"/>
            <a:ext cx="2572200" cy="9720"/>
          </a:xfrm>
          <a:custGeom>
            <a:avLst/>
            <a:gdLst/>
            <a:ahLst/>
            <a:cxnLst/>
            <a:rect l="0" t="0" r="r" b="b"/>
            <a:pathLst>
              <a:path w="7145" h="27">
                <a:moveTo>
                  <a:pt x="0" y="0"/>
                </a:moveTo>
                <a:lnTo>
                  <a:pt x="7145" y="0"/>
                </a:lnTo>
                <a:lnTo>
                  <a:pt x="714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099" name="Freeform: Shape 3098"/>
          <p:cNvSpPr/>
          <p:nvPr/>
        </p:nvSpPr>
        <p:spPr>
          <a:xfrm>
            <a:off x="8648640" y="52480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00" name="Freeform: Shape 3099"/>
          <p:cNvSpPr/>
          <p:nvPr/>
        </p:nvSpPr>
        <p:spPr>
          <a:xfrm>
            <a:off x="8658000" y="5238720"/>
            <a:ext cx="2791080" cy="9720"/>
          </a:xfrm>
          <a:custGeom>
            <a:avLst/>
            <a:gdLst/>
            <a:ahLst/>
            <a:cxnLst/>
            <a:rect l="0" t="0" r="r" b="b"/>
            <a:pathLst>
              <a:path w="7753" h="27">
                <a:moveTo>
                  <a:pt x="0" y="0"/>
                </a:moveTo>
                <a:lnTo>
                  <a:pt x="7753" y="0"/>
                </a:lnTo>
                <a:lnTo>
                  <a:pt x="775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01" name="Freeform: Shape 3100"/>
          <p:cNvSpPr/>
          <p:nvPr/>
        </p:nvSpPr>
        <p:spPr>
          <a:xfrm>
            <a:off x="11439360" y="5248080"/>
            <a:ext cx="9720" cy="438480"/>
          </a:xfrm>
          <a:custGeom>
            <a:avLst/>
            <a:gdLst/>
            <a:ahLst/>
            <a:cxnLst/>
            <a:rect l="0" t="0" r="r" b="b"/>
            <a:pathLst>
              <a:path w="27" h="1218">
                <a:moveTo>
                  <a:pt x="0" y="0"/>
                </a:moveTo>
                <a:lnTo>
                  <a:pt x="27" y="0"/>
                </a:lnTo>
                <a:lnTo>
                  <a:pt x="27" y="1218"/>
                </a:lnTo>
                <a:lnTo>
                  <a:pt x="0" y="121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02" name="Freeform: Shape 3101"/>
          <p:cNvSpPr/>
          <p:nvPr/>
        </p:nvSpPr>
        <p:spPr>
          <a:xfrm>
            <a:off x="752400" y="56862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03" name="Freeform: Shape 3102"/>
          <p:cNvSpPr/>
          <p:nvPr/>
        </p:nvSpPr>
        <p:spPr>
          <a:xfrm>
            <a:off x="752400" y="5676840"/>
            <a:ext cx="2810160" cy="9720"/>
          </a:xfrm>
          <a:custGeom>
            <a:avLst/>
            <a:gdLst/>
            <a:ahLst/>
            <a:cxnLst/>
            <a:rect l="0" t="0" r="r" b="b"/>
            <a:pathLst>
              <a:path w="7806" h="27">
                <a:moveTo>
                  <a:pt x="0" y="0"/>
                </a:moveTo>
                <a:lnTo>
                  <a:pt x="7806" y="0"/>
                </a:lnTo>
                <a:lnTo>
                  <a:pt x="7806"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04" name="Freeform: Shape 3103"/>
          <p:cNvSpPr/>
          <p:nvPr/>
        </p:nvSpPr>
        <p:spPr>
          <a:xfrm>
            <a:off x="3552480" y="5686200"/>
            <a:ext cx="10080" cy="429120"/>
          </a:xfrm>
          <a:custGeom>
            <a:avLst/>
            <a:gdLst/>
            <a:ahLst/>
            <a:cxnLst/>
            <a:rect l="0" t="0" r="r" b="b"/>
            <a:pathLst>
              <a:path w="28" h="1192">
                <a:moveTo>
                  <a:pt x="0" y="0"/>
                </a:moveTo>
                <a:lnTo>
                  <a:pt x="28" y="0"/>
                </a:lnTo>
                <a:lnTo>
                  <a:pt x="28"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05" name="Freeform: Shape 3104"/>
          <p:cNvSpPr/>
          <p:nvPr/>
        </p:nvSpPr>
        <p:spPr>
          <a:xfrm>
            <a:off x="3562200" y="5676840"/>
            <a:ext cx="2524320" cy="9720"/>
          </a:xfrm>
          <a:custGeom>
            <a:avLst/>
            <a:gdLst/>
            <a:ahLst/>
            <a:cxnLst/>
            <a:rect l="0" t="0" r="r" b="b"/>
            <a:pathLst>
              <a:path w="7012" h="27">
                <a:moveTo>
                  <a:pt x="0" y="0"/>
                </a:moveTo>
                <a:lnTo>
                  <a:pt x="7012" y="0"/>
                </a:lnTo>
                <a:lnTo>
                  <a:pt x="7012"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06" name="Freeform: Shape 3105"/>
          <p:cNvSpPr/>
          <p:nvPr/>
        </p:nvSpPr>
        <p:spPr>
          <a:xfrm>
            <a:off x="6076800" y="56862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07" name="Freeform: Shape 3106"/>
          <p:cNvSpPr/>
          <p:nvPr/>
        </p:nvSpPr>
        <p:spPr>
          <a:xfrm>
            <a:off x="6086160" y="5676840"/>
            <a:ext cx="2572200" cy="9720"/>
          </a:xfrm>
          <a:custGeom>
            <a:avLst/>
            <a:gdLst/>
            <a:ahLst/>
            <a:cxnLst/>
            <a:rect l="0" t="0" r="r" b="b"/>
            <a:pathLst>
              <a:path w="7145" h="27">
                <a:moveTo>
                  <a:pt x="0" y="0"/>
                </a:moveTo>
                <a:lnTo>
                  <a:pt x="7145" y="0"/>
                </a:lnTo>
                <a:lnTo>
                  <a:pt x="7145"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08" name="Freeform: Shape 3107"/>
          <p:cNvSpPr/>
          <p:nvPr/>
        </p:nvSpPr>
        <p:spPr>
          <a:xfrm>
            <a:off x="8648640" y="56862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09" name="Freeform: Shape 3108"/>
          <p:cNvSpPr/>
          <p:nvPr/>
        </p:nvSpPr>
        <p:spPr>
          <a:xfrm>
            <a:off x="8658000" y="5676840"/>
            <a:ext cx="2791080" cy="9720"/>
          </a:xfrm>
          <a:custGeom>
            <a:avLst/>
            <a:gdLst/>
            <a:ahLst/>
            <a:cxnLst/>
            <a:rect l="0" t="0" r="r" b="b"/>
            <a:pathLst>
              <a:path w="7753" h="27">
                <a:moveTo>
                  <a:pt x="0" y="0"/>
                </a:moveTo>
                <a:lnTo>
                  <a:pt x="7753" y="0"/>
                </a:lnTo>
                <a:lnTo>
                  <a:pt x="7753" y="27"/>
                </a:lnTo>
                <a:lnTo>
                  <a:pt x="0" y="27"/>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10" name="Freeform: Shape 3109"/>
          <p:cNvSpPr/>
          <p:nvPr/>
        </p:nvSpPr>
        <p:spPr>
          <a:xfrm>
            <a:off x="11439360" y="5686200"/>
            <a:ext cx="9720" cy="429120"/>
          </a:xfrm>
          <a:custGeom>
            <a:avLst/>
            <a:gdLst/>
            <a:ahLst/>
            <a:cxnLst/>
            <a:rect l="0" t="0" r="r" b="b"/>
            <a:pathLst>
              <a:path w="27" h="1192">
                <a:moveTo>
                  <a:pt x="0" y="0"/>
                </a:moveTo>
                <a:lnTo>
                  <a:pt x="27" y="0"/>
                </a:lnTo>
                <a:lnTo>
                  <a:pt x="27" y="1192"/>
                </a:lnTo>
                <a:lnTo>
                  <a:pt x="0" y="1192"/>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11" name="Freeform: Shape 3110"/>
          <p:cNvSpPr/>
          <p:nvPr/>
        </p:nvSpPr>
        <p:spPr>
          <a:xfrm>
            <a:off x="752400" y="6105240"/>
            <a:ext cx="2810160" cy="10080"/>
          </a:xfrm>
          <a:custGeom>
            <a:avLst/>
            <a:gdLst/>
            <a:ahLst/>
            <a:cxnLst/>
            <a:rect l="0" t="0" r="r" b="b"/>
            <a:pathLst>
              <a:path w="7806" h="28">
                <a:moveTo>
                  <a:pt x="0" y="0"/>
                </a:moveTo>
                <a:lnTo>
                  <a:pt x="7806" y="0"/>
                </a:lnTo>
                <a:lnTo>
                  <a:pt x="7806"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12" name="Freeform: Shape 3111"/>
          <p:cNvSpPr/>
          <p:nvPr/>
        </p:nvSpPr>
        <p:spPr>
          <a:xfrm>
            <a:off x="3562200" y="6105240"/>
            <a:ext cx="2524320" cy="10080"/>
          </a:xfrm>
          <a:custGeom>
            <a:avLst/>
            <a:gdLst/>
            <a:ahLst/>
            <a:cxnLst/>
            <a:rect l="0" t="0" r="r" b="b"/>
            <a:pathLst>
              <a:path w="7012" h="28">
                <a:moveTo>
                  <a:pt x="0" y="0"/>
                </a:moveTo>
                <a:lnTo>
                  <a:pt x="7012" y="0"/>
                </a:lnTo>
                <a:lnTo>
                  <a:pt x="7012"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13" name="Freeform: Shape 3112"/>
          <p:cNvSpPr/>
          <p:nvPr/>
        </p:nvSpPr>
        <p:spPr>
          <a:xfrm>
            <a:off x="6086160" y="6105240"/>
            <a:ext cx="2572200" cy="10080"/>
          </a:xfrm>
          <a:custGeom>
            <a:avLst/>
            <a:gdLst/>
            <a:ahLst/>
            <a:cxnLst/>
            <a:rect l="0" t="0" r="r" b="b"/>
            <a:pathLst>
              <a:path w="7145" h="28">
                <a:moveTo>
                  <a:pt x="0" y="0"/>
                </a:moveTo>
                <a:lnTo>
                  <a:pt x="7145" y="0"/>
                </a:lnTo>
                <a:lnTo>
                  <a:pt x="7145"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14" name="Freeform: Shape 3113"/>
          <p:cNvSpPr/>
          <p:nvPr/>
        </p:nvSpPr>
        <p:spPr>
          <a:xfrm>
            <a:off x="8658000" y="6105240"/>
            <a:ext cx="2791080" cy="10080"/>
          </a:xfrm>
          <a:custGeom>
            <a:avLst/>
            <a:gdLst/>
            <a:ahLst/>
            <a:cxnLst/>
            <a:rect l="0" t="0" r="r" b="b"/>
            <a:pathLst>
              <a:path w="7753" h="28">
                <a:moveTo>
                  <a:pt x="0" y="0"/>
                </a:moveTo>
                <a:lnTo>
                  <a:pt x="7753" y="0"/>
                </a:lnTo>
                <a:lnTo>
                  <a:pt x="7753" y="28"/>
                </a:lnTo>
                <a:lnTo>
                  <a:pt x="0" y="28"/>
                </a:lnTo>
                <a:lnTo>
                  <a:pt x="0" y="0"/>
                </a:lnTo>
                <a:close/>
              </a:path>
            </a:pathLst>
          </a:custGeom>
          <a:solidFill>
            <a:srgbClr val="D1D9E0"/>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15" name="TextBox 3114"/>
          <p:cNvSpPr txBox="1"/>
          <p:nvPr/>
        </p:nvSpPr>
        <p:spPr>
          <a:xfrm>
            <a:off x="747720" y="758520"/>
            <a:ext cx="4996800" cy="373680"/>
          </a:xfrm>
          <a:prstGeom prst="rect">
            <a:avLst/>
          </a:prstGeom>
          <a:noFill/>
          <a:ln w="0">
            <a:noFill/>
          </a:ln>
        </p:spPr>
        <p:txBody>
          <a:bodyPr wrap="none" lIns="0" tIns="0" rIns="0" bIns="0" anchor="t">
            <a:spAutoFit/>
          </a:bodyPr>
          <a:lstStyle/>
          <a:p>
            <a:r>
              <a:rPr lang="en-GB" sz="2420" b="0" u="none" strike="noStrike">
                <a:solidFill>
                  <a:srgbClr val="2F2F2F"/>
                </a:solidFill>
                <a:effectLst/>
                <a:uFillTx/>
                <a:latin typeface="Inter"/>
                <a:ea typeface="Inter"/>
              </a:rPr>
              <a:t>3.6 Email System (16 features) 2/2</a:t>
            </a:r>
            <a:endParaRPr lang="en-GB" sz="2420" b="0" u="none" strike="noStrike">
              <a:solidFill>
                <a:srgbClr val="000000"/>
              </a:solidFill>
              <a:effectLst/>
              <a:uFillTx/>
              <a:latin typeface="Times New Roman"/>
            </a:endParaRPr>
          </a:p>
        </p:txBody>
      </p:sp>
      <p:sp>
        <p:nvSpPr>
          <p:cNvPr id="3116" name="TextBox 3115"/>
          <p:cNvSpPr txBox="1"/>
          <p:nvPr/>
        </p:nvSpPr>
        <p:spPr>
          <a:xfrm>
            <a:off x="1812960" y="1396440"/>
            <a:ext cx="6890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Feature</a:t>
            </a:r>
            <a:endParaRPr lang="en-GB" sz="1500" b="0" u="none" strike="noStrike">
              <a:solidFill>
                <a:srgbClr val="000000"/>
              </a:solidFill>
              <a:effectLst/>
              <a:uFillTx/>
              <a:latin typeface="Times New Roman"/>
            </a:endParaRPr>
          </a:p>
        </p:txBody>
      </p:sp>
      <p:sp>
        <p:nvSpPr>
          <p:cNvPr id="3117" name="TextBox 3116"/>
          <p:cNvSpPr txBox="1"/>
          <p:nvPr/>
        </p:nvSpPr>
        <p:spPr>
          <a:xfrm>
            <a:off x="4595400" y="1396440"/>
            <a:ext cx="458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Type</a:t>
            </a:r>
            <a:endParaRPr lang="en-GB" sz="1500" b="0" u="none" strike="noStrike">
              <a:solidFill>
                <a:srgbClr val="000000"/>
              </a:solidFill>
              <a:effectLst/>
              <a:uFillTx/>
              <a:latin typeface="Times New Roman"/>
            </a:endParaRPr>
          </a:p>
        </p:txBody>
      </p:sp>
      <p:sp>
        <p:nvSpPr>
          <p:cNvPr id="3118" name="TextBox 3117"/>
          <p:cNvSpPr txBox="1"/>
          <p:nvPr/>
        </p:nvSpPr>
        <p:spPr>
          <a:xfrm>
            <a:off x="7079040" y="1396440"/>
            <a:ext cx="5677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Status</a:t>
            </a:r>
            <a:endParaRPr lang="en-GB" sz="1500" b="0" u="none" strike="noStrike">
              <a:solidFill>
                <a:srgbClr val="000000"/>
              </a:solidFill>
              <a:effectLst/>
              <a:uFillTx/>
              <a:latin typeface="Times New Roman"/>
            </a:endParaRPr>
          </a:p>
        </p:txBody>
      </p:sp>
      <p:sp>
        <p:nvSpPr>
          <p:cNvPr id="3119" name="TextBox 3118"/>
          <p:cNvSpPr txBox="1"/>
          <p:nvPr/>
        </p:nvSpPr>
        <p:spPr>
          <a:xfrm>
            <a:off x="9779040" y="1396440"/>
            <a:ext cx="532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Notes</a:t>
            </a:r>
            <a:endParaRPr lang="en-GB" sz="1500" b="0" u="none" strike="noStrike">
              <a:solidFill>
                <a:srgbClr val="000000"/>
              </a:solidFill>
              <a:effectLst/>
              <a:uFillTx/>
              <a:latin typeface="Times New Roman"/>
            </a:endParaRPr>
          </a:p>
        </p:txBody>
      </p:sp>
      <p:sp>
        <p:nvSpPr>
          <p:cNvPr id="3120" name="Freeform: Shape 3119"/>
          <p:cNvSpPr/>
          <p:nvPr/>
        </p:nvSpPr>
        <p:spPr>
          <a:xfrm>
            <a:off x="3744000" y="1848600"/>
            <a:ext cx="146520" cy="169920"/>
          </a:xfrm>
          <a:custGeom>
            <a:avLst/>
            <a:gdLst/>
            <a:ahLst/>
            <a:cxnLst/>
            <a:rect l="0" t="0" r="r" b="b"/>
            <a:pathLst>
              <a:path w="407" h="472">
                <a:moveTo>
                  <a:pt x="398" y="219"/>
                </a:moveTo>
                <a:lnTo>
                  <a:pt x="266" y="171"/>
                </a:lnTo>
                <a:lnTo>
                  <a:pt x="217" y="11"/>
                </a:lnTo>
                <a:cubicBezTo>
                  <a:pt x="215" y="5"/>
                  <a:pt x="209" y="0"/>
                  <a:pt x="203" y="0"/>
                </a:cubicBezTo>
                <a:cubicBezTo>
                  <a:pt x="197" y="0"/>
                  <a:pt x="191" y="5"/>
                  <a:pt x="189" y="11"/>
                </a:cubicBezTo>
                <a:lnTo>
                  <a:pt x="140" y="171"/>
                </a:lnTo>
                <a:lnTo>
                  <a:pt x="9" y="219"/>
                </a:lnTo>
                <a:cubicBezTo>
                  <a:pt x="3" y="221"/>
                  <a:pt x="0" y="227"/>
                  <a:pt x="0" y="233"/>
                </a:cubicBezTo>
                <a:cubicBezTo>
                  <a:pt x="0" y="239"/>
                  <a:pt x="3" y="245"/>
                  <a:pt x="9" y="247"/>
                </a:cubicBezTo>
                <a:lnTo>
                  <a:pt x="140" y="296"/>
                </a:lnTo>
                <a:lnTo>
                  <a:pt x="189" y="461"/>
                </a:lnTo>
                <a:cubicBezTo>
                  <a:pt x="191" y="467"/>
                  <a:pt x="196" y="472"/>
                  <a:pt x="203" y="472"/>
                </a:cubicBezTo>
                <a:cubicBezTo>
                  <a:pt x="209" y="472"/>
                  <a:pt x="215" y="467"/>
                  <a:pt x="217" y="461"/>
                </a:cubicBezTo>
                <a:lnTo>
                  <a:pt x="266" y="296"/>
                </a:lnTo>
                <a:lnTo>
                  <a:pt x="398" y="247"/>
                </a:lnTo>
                <a:cubicBezTo>
                  <a:pt x="403" y="245"/>
                  <a:pt x="407" y="239"/>
                  <a:pt x="407" y="233"/>
                </a:cubicBezTo>
                <a:cubicBezTo>
                  <a:pt x="407" y="227"/>
                  <a:pt x="403"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21" name="Freeform: Shape 3120"/>
          <p:cNvSpPr/>
          <p:nvPr/>
        </p:nvSpPr>
        <p:spPr>
          <a:xfrm>
            <a:off x="3710160" y="1850400"/>
            <a:ext cx="74520" cy="173160"/>
          </a:xfrm>
          <a:custGeom>
            <a:avLst/>
            <a:gdLst/>
            <a:ahLst/>
            <a:cxnLst/>
            <a:rect l="0" t="0" r="r" b="b"/>
            <a:pathLst>
              <a:path w="207" h="481">
                <a:moveTo>
                  <a:pt x="198" y="376"/>
                </a:moveTo>
                <a:lnTo>
                  <a:pt x="164" y="363"/>
                </a:lnTo>
                <a:lnTo>
                  <a:pt x="150" y="315"/>
                </a:lnTo>
                <a:cubicBezTo>
                  <a:pt x="149" y="308"/>
                  <a:pt x="143" y="304"/>
                  <a:pt x="136" y="304"/>
                </a:cubicBezTo>
                <a:cubicBezTo>
                  <a:pt x="130" y="304"/>
                  <a:pt x="124" y="308"/>
                  <a:pt x="122" y="315"/>
                </a:cubicBezTo>
                <a:lnTo>
                  <a:pt x="109" y="363"/>
                </a:lnTo>
                <a:lnTo>
                  <a:pt x="75" y="376"/>
                </a:lnTo>
                <a:cubicBezTo>
                  <a:pt x="69" y="378"/>
                  <a:pt x="65" y="385"/>
                  <a:pt x="65" y="391"/>
                </a:cubicBezTo>
                <a:cubicBezTo>
                  <a:pt x="65" y="397"/>
                  <a:pt x="69" y="402"/>
                  <a:pt x="75" y="405"/>
                </a:cubicBezTo>
                <a:lnTo>
                  <a:pt x="109" y="417"/>
                </a:lnTo>
                <a:lnTo>
                  <a:pt x="122" y="470"/>
                </a:lnTo>
                <a:cubicBezTo>
                  <a:pt x="124" y="477"/>
                  <a:pt x="130" y="481"/>
                  <a:pt x="136" y="481"/>
                </a:cubicBezTo>
                <a:cubicBezTo>
                  <a:pt x="143" y="481"/>
                  <a:pt x="149" y="477"/>
                  <a:pt x="151" y="470"/>
                </a:cubicBezTo>
                <a:lnTo>
                  <a:pt x="164" y="417"/>
                </a:lnTo>
                <a:lnTo>
                  <a:pt x="198" y="405"/>
                </a:lnTo>
                <a:cubicBezTo>
                  <a:pt x="203" y="402"/>
                  <a:pt x="207" y="397"/>
                  <a:pt x="207" y="391"/>
                </a:cubicBezTo>
                <a:cubicBezTo>
                  <a:pt x="207" y="385"/>
                  <a:pt x="203" y="378"/>
                  <a:pt x="198" y="376"/>
                </a:cubicBezTo>
                <a:moveTo>
                  <a:pt x="134" y="58"/>
                </a:moveTo>
                <a:lnTo>
                  <a:pt x="99" y="45"/>
                </a:lnTo>
                <a:lnTo>
                  <a:pt x="86" y="10"/>
                </a:lnTo>
                <a:cubicBezTo>
                  <a:pt x="84" y="4"/>
                  <a:pt x="79" y="0"/>
                  <a:pt x="73" y="0"/>
                </a:cubicBezTo>
                <a:cubicBezTo>
                  <a:pt x="66" y="0"/>
                  <a:pt x="61" y="4"/>
                  <a:pt x="59" y="10"/>
                </a:cubicBezTo>
                <a:lnTo>
                  <a:pt x="45" y="45"/>
                </a:lnTo>
                <a:lnTo>
                  <a:pt x="10" y="58"/>
                </a:lnTo>
                <a:cubicBezTo>
                  <a:pt x="4" y="60"/>
                  <a:pt x="0" y="65"/>
                  <a:pt x="0" y="71"/>
                </a:cubicBezTo>
                <a:cubicBezTo>
                  <a:pt x="0" y="77"/>
                  <a:pt x="4" y="83"/>
                  <a:pt x="10" y="85"/>
                </a:cubicBezTo>
                <a:lnTo>
                  <a:pt x="45" y="98"/>
                </a:lnTo>
                <a:lnTo>
                  <a:pt x="59" y="133"/>
                </a:lnTo>
                <a:cubicBezTo>
                  <a:pt x="61" y="139"/>
                  <a:pt x="66" y="142"/>
                  <a:pt x="73" y="142"/>
                </a:cubicBezTo>
                <a:cubicBezTo>
                  <a:pt x="79" y="142"/>
                  <a:pt x="84" y="139"/>
                  <a:pt x="86" y="133"/>
                </a:cubicBezTo>
                <a:lnTo>
                  <a:pt x="99" y="98"/>
                </a:lnTo>
                <a:lnTo>
                  <a:pt x="134" y="85"/>
                </a:lnTo>
                <a:cubicBezTo>
                  <a:pt x="140" y="83"/>
                  <a:pt x="144" y="77"/>
                  <a:pt x="144" y="71"/>
                </a:cubicBezTo>
                <a:cubicBezTo>
                  <a:pt x="144" y="65"/>
                  <a:pt x="140" y="60"/>
                  <a:pt x="134"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22" name="TextBox 3121"/>
          <p:cNvSpPr txBox="1"/>
          <p:nvPr/>
        </p:nvSpPr>
        <p:spPr>
          <a:xfrm>
            <a:off x="880920" y="1825200"/>
            <a:ext cx="2416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Change Emails Verification</a:t>
            </a:r>
            <a:endParaRPr lang="en-GB" sz="1500" b="0" u="none" strike="noStrike">
              <a:solidFill>
                <a:srgbClr val="000000"/>
              </a:solidFill>
              <a:effectLst/>
              <a:uFillTx/>
              <a:latin typeface="Times New Roman"/>
            </a:endParaRPr>
          </a:p>
        </p:txBody>
      </p:sp>
      <p:sp>
        <p:nvSpPr>
          <p:cNvPr id="3123" name="Freeform: Shape 3122"/>
          <p:cNvSpPr/>
          <p:nvPr/>
        </p:nvSpPr>
        <p:spPr>
          <a:xfrm>
            <a:off x="6229080" y="1838160"/>
            <a:ext cx="190800" cy="190800"/>
          </a:xfrm>
          <a:custGeom>
            <a:avLst/>
            <a:gdLst/>
            <a:ahLst/>
            <a:cxnLst/>
            <a:rect l="0" t="0" r="r" b="b"/>
            <a:pathLst>
              <a:path w="530" h="530">
                <a:moveTo>
                  <a:pt x="530" y="471"/>
                </a:moveTo>
                <a:cubicBezTo>
                  <a:pt x="530" y="504"/>
                  <a:pt x="504" y="530"/>
                  <a:pt x="472" y="530"/>
                </a:cubicBezTo>
                <a:lnTo>
                  <a:pt x="59" y="530"/>
                </a:lnTo>
                <a:cubicBezTo>
                  <a:pt x="27" y="530"/>
                  <a:pt x="0" y="504"/>
                  <a:pt x="0" y="471"/>
                </a:cubicBezTo>
                <a:lnTo>
                  <a:pt x="0" y="59"/>
                </a:lnTo>
                <a:cubicBezTo>
                  <a:pt x="0" y="26"/>
                  <a:pt x="27" y="0"/>
                  <a:pt x="59" y="0"/>
                </a:cubicBezTo>
                <a:lnTo>
                  <a:pt x="472"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24" name="Freeform: Shape 3123"/>
          <p:cNvSpPr/>
          <p:nvPr/>
        </p:nvSpPr>
        <p:spPr>
          <a:xfrm>
            <a:off x="6259320" y="1869840"/>
            <a:ext cx="131040" cy="128880"/>
          </a:xfrm>
          <a:custGeom>
            <a:avLst/>
            <a:gdLst/>
            <a:ahLst/>
            <a:cxnLst/>
            <a:rect l="0" t="0" r="r" b="b"/>
            <a:pathLst>
              <a:path w="364" h="358">
                <a:moveTo>
                  <a:pt x="348" y="6"/>
                </a:moveTo>
                <a:cubicBezTo>
                  <a:pt x="331" y="-5"/>
                  <a:pt x="308" y="0"/>
                  <a:pt x="297" y="17"/>
                </a:cubicBezTo>
                <a:lnTo>
                  <a:pt x="136" y="264"/>
                </a:lnTo>
                <a:lnTo>
                  <a:pt x="62" y="196"/>
                </a:lnTo>
                <a:cubicBezTo>
                  <a:pt x="47" y="182"/>
                  <a:pt x="24" y="183"/>
                  <a:pt x="10" y="198"/>
                </a:cubicBezTo>
                <a:cubicBezTo>
                  <a:pt x="-4" y="213"/>
                  <a:pt x="-3" y="236"/>
                  <a:pt x="12" y="250"/>
                </a:cubicBezTo>
                <a:lnTo>
                  <a:pt x="118" y="349"/>
                </a:lnTo>
                <a:cubicBezTo>
                  <a:pt x="125" y="355"/>
                  <a:pt x="134" y="358"/>
                  <a:pt x="143" y="358"/>
                </a:cubicBezTo>
                <a:cubicBezTo>
                  <a:pt x="153" y="358"/>
                  <a:pt x="165" y="354"/>
                  <a:pt x="174" y="342"/>
                </a:cubicBezTo>
                <a:cubicBezTo>
                  <a:pt x="179" y="334"/>
                  <a:pt x="358" y="57"/>
                  <a:pt x="358" y="57"/>
                </a:cubicBezTo>
                <a:cubicBezTo>
                  <a:pt x="370" y="40"/>
                  <a:pt x="365" y="18"/>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25" name="TextBox 3124"/>
          <p:cNvSpPr txBox="1"/>
          <p:nvPr/>
        </p:nvSpPr>
        <p:spPr>
          <a:xfrm>
            <a:off x="3904200" y="182520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3126" name="TextBox 3125"/>
          <p:cNvSpPr txBox="1"/>
          <p:nvPr/>
        </p:nvSpPr>
        <p:spPr>
          <a:xfrm>
            <a:off x="8780400" y="1825200"/>
            <a:ext cx="1795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Verify Email change</a:t>
            </a:r>
            <a:endParaRPr lang="en-GB" sz="1500" b="0" u="none" strike="noStrike">
              <a:solidFill>
                <a:srgbClr val="000000"/>
              </a:solidFill>
              <a:effectLst/>
              <a:uFillTx/>
              <a:latin typeface="Times New Roman"/>
            </a:endParaRPr>
          </a:p>
        </p:txBody>
      </p:sp>
      <p:sp>
        <p:nvSpPr>
          <p:cNvPr id="3127" name="Freeform: Shape 3126"/>
          <p:cNvSpPr/>
          <p:nvPr/>
        </p:nvSpPr>
        <p:spPr>
          <a:xfrm>
            <a:off x="3744000" y="2439360"/>
            <a:ext cx="146520" cy="169560"/>
          </a:xfrm>
          <a:custGeom>
            <a:avLst/>
            <a:gdLst/>
            <a:ahLst/>
            <a:cxnLst/>
            <a:rect l="0" t="0" r="r" b="b"/>
            <a:pathLst>
              <a:path w="407" h="471">
                <a:moveTo>
                  <a:pt x="398" y="220"/>
                </a:moveTo>
                <a:lnTo>
                  <a:pt x="266" y="171"/>
                </a:lnTo>
                <a:lnTo>
                  <a:pt x="217" y="10"/>
                </a:lnTo>
                <a:cubicBezTo>
                  <a:pt x="215" y="4"/>
                  <a:pt x="209" y="0"/>
                  <a:pt x="203" y="0"/>
                </a:cubicBezTo>
                <a:cubicBezTo>
                  <a:pt x="197" y="0"/>
                  <a:pt x="191" y="4"/>
                  <a:pt x="189" y="10"/>
                </a:cubicBezTo>
                <a:lnTo>
                  <a:pt x="140" y="171"/>
                </a:lnTo>
                <a:lnTo>
                  <a:pt x="9" y="220"/>
                </a:lnTo>
                <a:cubicBezTo>
                  <a:pt x="3" y="222"/>
                  <a:pt x="0" y="227"/>
                  <a:pt x="0" y="233"/>
                </a:cubicBezTo>
                <a:cubicBezTo>
                  <a:pt x="0" y="240"/>
                  <a:pt x="3" y="245"/>
                  <a:pt x="9" y="247"/>
                </a:cubicBezTo>
                <a:lnTo>
                  <a:pt x="140" y="296"/>
                </a:lnTo>
                <a:lnTo>
                  <a:pt x="189" y="461"/>
                </a:lnTo>
                <a:cubicBezTo>
                  <a:pt x="191" y="467"/>
                  <a:pt x="196" y="471"/>
                  <a:pt x="203" y="471"/>
                </a:cubicBezTo>
                <a:cubicBezTo>
                  <a:pt x="209" y="471"/>
                  <a:pt x="215" y="467"/>
                  <a:pt x="217" y="461"/>
                </a:cubicBezTo>
                <a:lnTo>
                  <a:pt x="266" y="296"/>
                </a:lnTo>
                <a:lnTo>
                  <a:pt x="398" y="247"/>
                </a:lnTo>
                <a:cubicBezTo>
                  <a:pt x="403" y="245"/>
                  <a:pt x="407" y="240"/>
                  <a:pt x="407" y="233"/>
                </a:cubicBezTo>
                <a:cubicBezTo>
                  <a:pt x="407" y="227"/>
                  <a:pt x="403" y="222"/>
                  <a:pt x="398" y="220"/>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28" name="Freeform: Shape 3127"/>
          <p:cNvSpPr/>
          <p:nvPr/>
        </p:nvSpPr>
        <p:spPr>
          <a:xfrm>
            <a:off x="3710160" y="2441160"/>
            <a:ext cx="74520" cy="173160"/>
          </a:xfrm>
          <a:custGeom>
            <a:avLst/>
            <a:gdLst/>
            <a:ahLst/>
            <a:cxnLst/>
            <a:rect l="0" t="0" r="r" b="b"/>
            <a:pathLst>
              <a:path w="207" h="481">
                <a:moveTo>
                  <a:pt x="198" y="376"/>
                </a:moveTo>
                <a:lnTo>
                  <a:pt x="164" y="364"/>
                </a:lnTo>
                <a:lnTo>
                  <a:pt x="150" y="315"/>
                </a:lnTo>
                <a:cubicBezTo>
                  <a:pt x="149" y="309"/>
                  <a:pt x="143" y="304"/>
                  <a:pt x="136" y="304"/>
                </a:cubicBezTo>
                <a:cubicBezTo>
                  <a:pt x="130" y="304"/>
                  <a:pt x="124" y="309"/>
                  <a:pt x="122" y="315"/>
                </a:cubicBezTo>
                <a:lnTo>
                  <a:pt x="109" y="364"/>
                </a:lnTo>
                <a:lnTo>
                  <a:pt x="75" y="376"/>
                </a:lnTo>
                <a:cubicBezTo>
                  <a:pt x="69" y="379"/>
                  <a:pt x="65" y="384"/>
                  <a:pt x="65" y="390"/>
                </a:cubicBezTo>
                <a:cubicBezTo>
                  <a:pt x="65" y="396"/>
                  <a:pt x="69" y="402"/>
                  <a:pt x="75" y="404"/>
                </a:cubicBezTo>
                <a:lnTo>
                  <a:pt x="109" y="416"/>
                </a:lnTo>
                <a:lnTo>
                  <a:pt x="122" y="470"/>
                </a:lnTo>
                <a:cubicBezTo>
                  <a:pt x="124" y="476"/>
                  <a:pt x="130" y="481"/>
                  <a:pt x="136" y="481"/>
                </a:cubicBezTo>
                <a:cubicBezTo>
                  <a:pt x="143" y="481"/>
                  <a:pt x="149" y="476"/>
                  <a:pt x="151" y="470"/>
                </a:cubicBezTo>
                <a:lnTo>
                  <a:pt x="164" y="416"/>
                </a:lnTo>
                <a:lnTo>
                  <a:pt x="198" y="404"/>
                </a:lnTo>
                <a:cubicBezTo>
                  <a:pt x="203" y="402"/>
                  <a:pt x="207" y="396"/>
                  <a:pt x="207" y="390"/>
                </a:cubicBezTo>
                <a:cubicBezTo>
                  <a:pt x="207" y="384"/>
                  <a:pt x="203" y="379"/>
                  <a:pt x="198" y="376"/>
                </a:cubicBezTo>
                <a:moveTo>
                  <a:pt x="134" y="57"/>
                </a:moveTo>
                <a:lnTo>
                  <a:pt x="99" y="44"/>
                </a:lnTo>
                <a:lnTo>
                  <a:pt x="86" y="9"/>
                </a:lnTo>
                <a:cubicBezTo>
                  <a:pt x="84" y="4"/>
                  <a:pt x="79" y="0"/>
                  <a:pt x="73" y="0"/>
                </a:cubicBezTo>
                <a:cubicBezTo>
                  <a:pt x="66" y="0"/>
                  <a:pt x="61" y="4"/>
                  <a:pt x="59" y="9"/>
                </a:cubicBezTo>
                <a:lnTo>
                  <a:pt x="45" y="44"/>
                </a:lnTo>
                <a:lnTo>
                  <a:pt x="10" y="57"/>
                </a:lnTo>
                <a:cubicBezTo>
                  <a:pt x="4" y="59"/>
                  <a:pt x="0" y="65"/>
                  <a:pt x="0" y="71"/>
                </a:cubicBezTo>
                <a:cubicBezTo>
                  <a:pt x="0" y="77"/>
                  <a:pt x="4" y="82"/>
                  <a:pt x="10" y="85"/>
                </a:cubicBezTo>
                <a:lnTo>
                  <a:pt x="45" y="97"/>
                </a:lnTo>
                <a:lnTo>
                  <a:pt x="59" y="132"/>
                </a:lnTo>
                <a:cubicBezTo>
                  <a:pt x="61" y="138"/>
                  <a:pt x="66" y="142"/>
                  <a:pt x="73" y="142"/>
                </a:cubicBezTo>
                <a:cubicBezTo>
                  <a:pt x="79" y="142"/>
                  <a:pt x="84" y="138"/>
                  <a:pt x="86" y="132"/>
                </a:cubicBezTo>
                <a:lnTo>
                  <a:pt x="99" y="97"/>
                </a:lnTo>
                <a:lnTo>
                  <a:pt x="134" y="85"/>
                </a:lnTo>
                <a:cubicBezTo>
                  <a:pt x="140" y="82"/>
                  <a:pt x="144" y="77"/>
                  <a:pt x="144" y="71"/>
                </a:cubicBezTo>
                <a:cubicBezTo>
                  <a:pt x="144" y="65"/>
                  <a:pt x="140" y="59"/>
                  <a:pt x="134"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29" name="TextBox 3128"/>
          <p:cNvSpPr txBox="1"/>
          <p:nvPr/>
        </p:nvSpPr>
        <p:spPr>
          <a:xfrm>
            <a:off x="880920" y="2415600"/>
            <a:ext cx="14500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Reset Password</a:t>
            </a:r>
            <a:endParaRPr lang="en-GB" sz="1500" b="0" u="none" strike="noStrike">
              <a:solidFill>
                <a:srgbClr val="000000"/>
              </a:solidFill>
              <a:effectLst/>
              <a:uFillTx/>
              <a:latin typeface="Times New Roman"/>
            </a:endParaRPr>
          </a:p>
        </p:txBody>
      </p:sp>
      <p:sp>
        <p:nvSpPr>
          <p:cNvPr id="3130" name="Freeform: Shape 3129"/>
          <p:cNvSpPr/>
          <p:nvPr/>
        </p:nvSpPr>
        <p:spPr>
          <a:xfrm>
            <a:off x="6229080" y="2428560"/>
            <a:ext cx="190800" cy="191160"/>
          </a:xfrm>
          <a:custGeom>
            <a:avLst/>
            <a:gdLst/>
            <a:ahLst/>
            <a:cxnLst/>
            <a:rect l="0" t="0" r="r" b="b"/>
            <a:pathLst>
              <a:path w="530" h="531">
                <a:moveTo>
                  <a:pt x="530" y="472"/>
                </a:moveTo>
                <a:cubicBezTo>
                  <a:pt x="530" y="504"/>
                  <a:pt x="504" y="531"/>
                  <a:pt x="472" y="531"/>
                </a:cubicBezTo>
                <a:lnTo>
                  <a:pt x="59" y="531"/>
                </a:lnTo>
                <a:cubicBezTo>
                  <a:pt x="27" y="531"/>
                  <a:pt x="0" y="504"/>
                  <a:pt x="0" y="472"/>
                </a:cubicBezTo>
                <a:lnTo>
                  <a:pt x="0" y="59"/>
                </a:lnTo>
                <a:cubicBezTo>
                  <a:pt x="0" y="27"/>
                  <a:pt x="27" y="0"/>
                  <a:pt x="59" y="0"/>
                </a:cubicBezTo>
                <a:lnTo>
                  <a:pt x="472" y="0"/>
                </a:lnTo>
                <a:cubicBezTo>
                  <a:pt x="504" y="0"/>
                  <a:pt x="530" y="27"/>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31" name="Freeform: Shape 3130"/>
          <p:cNvSpPr/>
          <p:nvPr/>
        </p:nvSpPr>
        <p:spPr>
          <a:xfrm>
            <a:off x="6259320" y="2460240"/>
            <a:ext cx="131040" cy="128880"/>
          </a:xfrm>
          <a:custGeom>
            <a:avLst/>
            <a:gdLst/>
            <a:ahLst/>
            <a:cxnLst/>
            <a:rect l="0" t="0" r="r" b="b"/>
            <a:pathLst>
              <a:path w="364" h="358">
                <a:moveTo>
                  <a:pt x="348" y="6"/>
                </a:moveTo>
                <a:cubicBezTo>
                  <a:pt x="331" y="-5"/>
                  <a:pt x="308" y="0"/>
                  <a:pt x="297" y="17"/>
                </a:cubicBezTo>
                <a:lnTo>
                  <a:pt x="136" y="264"/>
                </a:lnTo>
                <a:lnTo>
                  <a:pt x="62" y="196"/>
                </a:lnTo>
                <a:cubicBezTo>
                  <a:pt x="47" y="182"/>
                  <a:pt x="24" y="183"/>
                  <a:pt x="10" y="198"/>
                </a:cubicBezTo>
                <a:cubicBezTo>
                  <a:pt x="-4" y="213"/>
                  <a:pt x="-3" y="236"/>
                  <a:pt x="12" y="250"/>
                </a:cubicBezTo>
                <a:lnTo>
                  <a:pt x="118" y="348"/>
                </a:lnTo>
                <a:cubicBezTo>
                  <a:pt x="125" y="354"/>
                  <a:pt x="134" y="358"/>
                  <a:pt x="143" y="358"/>
                </a:cubicBezTo>
                <a:cubicBezTo>
                  <a:pt x="153" y="358"/>
                  <a:pt x="165" y="354"/>
                  <a:pt x="174" y="341"/>
                </a:cubicBezTo>
                <a:cubicBezTo>
                  <a:pt x="179" y="334"/>
                  <a:pt x="358" y="57"/>
                  <a:pt x="358"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32" name="TextBox 3131"/>
          <p:cNvSpPr txBox="1"/>
          <p:nvPr/>
        </p:nvSpPr>
        <p:spPr>
          <a:xfrm>
            <a:off x="3904200" y="241560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3133" name="TextBox 3132"/>
          <p:cNvSpPr txBox="1"/>
          <p:nvPr/>
        </p:nvSpPr>
        <p:spPr>
          <a:xfrm>
            <a:off x="8780400" y="2253960"/>
            <a:ext cx="25048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Reset Password with Time</a:t>
            </a:r>
            <a:endParaRPr lang="en-GB" sz="1500" b="0" u="none" strike="noStrike">
              <a:solidFill>
                <a:srgbClr val="000000"/>
              </a:solidFill>
              <a:effectLst/>
              <a:uFillTx/>
              <a:latin typeface="Times New Roman"/>
            </a:endParaRPr>
          </a:p>
        </p:txBody>
      </p:sp>
      <p:sp>
        <p:nvSpPr>
          <p:cNvPr id="3134" name="TextBox 3133"/>
          <p:cNvSpPr txBox="1"/>
          <p:nvPr/>
        </p:nvSpPr>
        <p:spPr>
          <a:xfrm>
            <a:off x="8780400" y="2568240"/>
            <a:ext cx="14212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restricted token</a:t>
            </a:r>
            <a:endParaRPr lang="en-GB" sz="1500" b="0" u="none" strike="noStrike">
              <a:solidFill>
                <a:srgbClr val="000000"/>
              </a:solidFill>
              <a:effectLst/>
              <a:uFillTx/>
              <a:latin typeface="Times New Roman"/>
            </a:endParaRPr>
          </a:p>
        </p:txBody>
      </p:sp>
      <p:sp>
        <p:nvSpPr>
          <p:cNvPr id="3135" name="Freeform: Shape 3134"/>
          <p:cNvSpPr/>
          <p:nvPr/>
        </p:nvSpPr>
        <p:spPr>
          <a:xfrm>
            <a:off x="3744000" y="3020400"/>
            <a:ext cx="146520" cy="169560"/>
          </a:xfrm>
          <a:custGeom>
            <a:avLst/>
            <a:gdLst/>
            <a:ahLst/>
            <a:cxnLst/>
            <a:rect l="0" t="0" r="r" b="b"/>
            <a:pathLst>
              <a:path w="407" h="471">
                <a:moveTo>
                  <a:pt x="398" y="219"/>
                </a:moveTo>
                <a:lnTo>
                  <a:pt x="266" y="170"/>
                </a:lnTo>
                <a:lnTo>
                  <a:pt x="217" y="10"/>
                </a:lnTo>
                <a:cubicBezTo>
                  <a:pt x="215" y="4"/>
                  <a:pt x="209" y="0"/>
                  <a:pt x="203" y="0"/>
                </a:cubicBezTo>
                <a:cubicBezTo>
                  <a:pt x="197" y="0"/>
                  <a:pt x="191" y="4"/>
                  <a:pt x="189" y="10"/>
                </a:cubicBezTo>
                <a:lnTo>
                  <a:pt x="140" y="170"/>
                </a:lnTo>
                <a:lnTo>
                  <a:pt x="9" y="219"/>
                </a:lnTo>
                <a:cubicBezTo>
                  <a:pt x="3" y="221"/>
                  <a:pt x="0" y="226"/>
                  <a:pt x="0" y="232"/>
                </a:cubicBezTo>
                <a:cubicBezTo>
                  <a:pt x="0" y="239"/>
                  <a:pt x="3" y="244"/>
                  <a:pt x="9" y="246"/>
                </a:cubicBezTo>
                <a:lnTo>
                  <a:pt x="140" y="295"/>
                </a:lnTo>
                <a:lnTo>
                  <a:pt x="189" y="461"/>
                </a:lnTo>
                <a:cubicBezTo>
                  <a:pt x="191" y="467"/>
                  <a:pt x="196" y="471"/>
                  <a:pt x="203" y="471"/>
                </a:cubicBezTo>
                <a:cubicBezTo>
                  <a:pt x="209" y="471"/>
                  <a:pt x="215" y="467"/>
                  <a:pt x="217" y="461"/>
                </a:cubicBezTo>
                <a:lnTo>
                  <a:pt x="266" y="295"/>
                </a:lnTo>
                <a:lnTo>
                  <a:pt x="398" y="246"/>
                </a:lnTo>
                <a:cubicBezTo>
                  <a:pt x="403" y="244"/>
                  <a:pt x="407" y="239"/>
                  <a:pt x="407" y="232"/>
                </a:cubicBezTo>
                <a:cubicBezTo>
                  <a:pt x="407" y="226"/>
                  <a:pt x="403"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36" name="Freeform: Shape 3135"/>
          <p:cNvSpPr/>
          <p:nvPr/>
        </p:nvSpPr>
        <p:spPr>
          <a:xfrm>
            <a:off x="3710160" y="3022200"/>
            <a:ext cx="74520" cy="173160"/>
          </a:xfrm>
          <a:custGeom>
            <a:avLst/>
            <a:gdLst/>
            <a:ahLst/>
            <a:cxnLst/>
            <a:rect l="0" t="0" r="r" b="b"/>
            <a:pathLst>
              <a:path w="207" h="481">
                <a:moveTo>
                  <a:pt x="198" y="376"/>
                </a:moveTo>
                <a:lnTo>
                  <a:pt x="164" y="364"/>
                </a:lnTo>
                <a:lnTo>
                  <a:pt x="150" y="315"/>
                </a:lnTo>
                <a:cubicBezTo>
                  <a:pt x="149" y="309"/>
                  <a:pt x="143" y="304"/>
                  <a:pt x="136" y="304"/>
                </a:cubicBezTo>
                <a:cubicBezTo>
                  <a:pt x="130" y="304"/>
                  <a:pt x="124" y="309"/>
                  <a:pt x="122" y="315"/>
                </a:cubicBezTo>
                <a:lnTo>
                  <a:pt x="109" y="364"/>
                </a:lnTo>
                <a:lnTo>
                  <a:pt x="75" y="376"/>
                </a:lnTo>
                <a:cubicBezTo>
                  <a:pt x="69" y="378"/>
                  <a:pt x="65" y="384"/>
                  <a:pt x="65" y="390"/>
                </a:cubicBezTo>
                <a:cubicBezTo>
                  <a:pt x="65" y="396"/>
                  <a:pt x="69" y="402"/>
                  <a:pt x="75" y="404"/>
                </a:cubicBezTo>
                <a:lnTo>
                  <a:pt x="109" y="416"/>
                </a:lnTo>
                <a:lnTo>
                  <a:pt x="122" y="470"/>
                </a:lnTo>
                <a:cubicBezTo>
                  <a:pt x="124" y="476"/>
                  <a:pt x="130" y="481"/>
                  <a:pt x="136" y="481"/>
                </a:cubicBezTo>
                <a:cubicBezTo>
                  <a:pt x="143" y="481"/>
                  <a:pt x="149" y="476"/>
                  <a:pt x="151" y="470"/>
                </a:cubicBezTo>
                <a:lnTo>
                  <a:pt x="164" y="416"/>
                </a:lnTo>
                <a:lnTo>
                  <a:pt x="198" y="404"/>
                </a:lnTo>
                <a:cubicBezTo>
                  <a:pt x="203" y="402"/>
                  <a:pt x="207" y="396"/>
                  <a:pt x="207" y="390"/>
                </a:cubicBezTo>
                <a:cubicBezTo>
                  <a:pt x="207" y="384"/>
                  <a:pt x="203" y="378"/>
                  <a:pt x="198" y="376"/>
                </a:cubicBezTo>
                <a:moveTo>
                  <a:pt x="134" y="58"/>
                </a:moveTo>
                <a:lnTo>
                  <a:pt x="99" y="45"/>
                </a:lnTo>
                <a:lnTo>
                  <a:pt x="86" y="10"/>
                </a:lnTo>
                <a:cubicBezTo>
                  <a:pt x="84" y="4"/>
                  <a:pt x="79" y="0"/>
                  <a:pt x="73" y="0"/>
                </a:cubicBezTo>
                <a:cubicBezTo>
                  <a:pt x="66" y="0"/>
                  <a:pt x="61" y="4"/>
                  <a:pt x="59" y="10"/>
                </a:cubicBezTo>
                <a:lnTo>
                  <a:pt x="45" y="45"/>
                </a:lnTo>
                <a:lnTo>
                  <a:pt x="10" y="58"/>
                </a:lnTo>
                <a:cubicBezTo>
                  <a:pt x="4" y="60"/>
                  <a:pt x="0" y="66"/>
                  <a:pt x="0" y="72"/>
                </a:cubicBezTo>
                <a:cubicBezTo>
                  <a:pt x="0" y="78"/>
                  <a:pt x="4" y="83"/>
                  <a:pt x="10" y="85"/>
                </a:cubicBezTo>
                <a:lnTo>
                  <a:pt x="45" y="98"/>
                </a:lnTo>
                <a:lnTo>
                  <a:pt x="59" y="133"/>
                </a:lnTo>
                <a:cubicBezTo>
                  <a:pt x="61" y="139"/>
                  <a:pt x="66" y="143"/>
                  <a:pt x="73" y="143"/>
                </a:cubicBezTo>
                <a:cubicBezTo>
                  <a:pt x="79" y="143"/>
                  <a:pt x="84" y="139"/>
                  <a:pt x="86" y="133"/>
                </a:cubicBezTo>
                <a:lnTo>
                  <a:pt x="99" y="98"/>
                </a:lnTo>
                <a:lnTo>
                  <a:pt x="134" y="85"/>
                </a:lnTo>
                <a:cubicBezTo>
                  <a:pt x="140" y="83"/>
                  <a:pt x="144" y="78"/>
                  <a:pt x="144" y="72"/>
                </a:cubicBezTo>
                <a:cubicBezTo>
                  <a:pt x="144" y="66"/>
                  <a:pt x="140" y="60"/>
                  <a:pt x="134"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37" name="TextBox 3136"/>
          <p:cNvSpPr txBox="1"/>
          <p:nvPr/>
        </p:nvSpPr>
        <p:spPr>
          <a:xfrm>
            <a:off x="880920" y="2996640"/>
            <a:ext cx="25376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Reset Password Notification</a:t>
            </a:r>
            <a:endParaRPr lang="en-GB" sz="1500" b="0" u="none" strike="noStrike">
              <a:solidFill>
                <a:srgbClr val="000000"/>
              </a:solidFill>
              <a:effectLst/>
              <a:uFillTx/>
              <a:latin typeface="Times New Roman"/>
            </a:endParaRPr>
          </a:p>
        </p:txBody>
      </p:sp>
      <p:sp>
        <p:nvSpPr>
          <p:cNvPr id="3138" name="Freeform: Shape 3137"/>
          <p:cNvSpPr/>
          <p:nvPr/>
        </p:nvSpPr>
        <p:spPr>
          <a:xfrm>
            <a:off x="6229080" y="3009600"/>
            <a:ext cx="190800" cy="190800"/>
          </a:xfrm>
          <a:custGeom>
            <a:avLst/>
            <a:gdLst/>
            <a:ahLst/>
            <a:cxnLst/>
            <a:rect l="0" t="0" r="r" b="b"/>
            <a:pathLst>
              <a:path w="530" h="530">
                <a:moveTo>
                  <a:pt x="530" y="472"/>
                </a:moveTo>
                <a:cubicBezTo>
                  <a:pt x="530" y="504"/>
                  <a:pt x="504" y="530"/>
                  <a:pt x="472" y="530"/>
                </a:cubicBezTo>
                <a:lnTo>
                  <a:pt x="59" y="530"/>
                </a:lnTo>
                <a:cubicBezTo>
                  <a:pt x="27" y="530"/>
                  <a:pt x="0" y="504"/>
                  <a:pt x="0" y="472"/>
                </a:cubicBezTo>
                <a:lnTo>
                  <a:pt x="0" y="59"/>
                </a:lnTo>
                <a:cubicBezTo>
                  <a:pt x="0" y="27"/>
                  <a:pt x="27" y="0"/>
                  <a:pt x="59" y="0"/>
                </a:cubicBezTo>
                <a:lnTo>
                  <a:pt x="472" y="0"/>
                </a:lnTo>
                <a:cubicBezTo>
                  <a:pt x="504" y="0"/>
                  <a:pt x="530" y="27"/>
                  <a:pt x="530" y="59"/>
                </a:cubicBezTo>
                <a:lnTo>
                  <a:pt x="530" y="472"/>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39" name="Freeform: Shape 3138"/>
          <p:cNvSpPr/>
          <p:nvPr/>
        </p:nvSpPr>
        <p:spPr>
          <a:xfrm>
            <a:off x="6259320" y="3041280"/>
            <a:ext cx="131040" cy="128880"/>
          </a:xfrm>
          <a:custGeom>
            <a:avLst/>
            <a:gdLst/>
            <a:ahLst/>
            <a:cxnLst/>
            <a:rect l="0" t="0" r="r" b="b"/>
            <a:pathLst>
              <a:path w="364" h="358">
                <a:moveTo>
                  <a:pt x="348" y="6"/>
                </a:moveTo>
                <a:cubicBezTo>
                  <a:pt x="331" y="-5"/>
                  <a:pt x="308" y="0"/>
                  <a:pt x="297" y="17"/>
                </a:cubicBezTo>
                <a:lnTo>
                  <a:pt x="136" y="263"/>
                </a:lnTo>
                <a:lnTo>
                  <a:pt x="62" y="195"/>
                </a:lnTo>
                <a:cubicBezTo>
                  <a:pt x="47" y="181"/>
                  <a:pt x="24" y="182"/>
                  <a:pt x="10" y="197"/>
                </a:cubicBezTo>
                <a:cubicBezTo>
                  <a:pt x="-4" y="212"/>
                  <a:pt x="-3" y="235"/>
                  <a:pt x="12" y="249"/>
                </a:cubicBezTo>
                <a:lnTo>
                  <a:pt x="118" y="348"/>
                </a:lnTo>
                <a:cubicBezTo>
                  <a:pt x="125" y="354"/>
                  <a:pt x="134" y="358"/>
                  <a:pt x="143" y="358"/>
                </a:cubicBezTo>
                <a:cubicBezTo>
                  <a:pt x="153" y="358"/>
                  <a:pt x="165" y="354"/>
                  <a:pt x="174" y="341"/>
                </a:cubicBezTo>
                <a:cubicBezTo>
                  <a:pt x="179" y="333"/>
                  <a:pt x="358" y="57"/>
                  <a:pt x="358"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40" name="TextBox 3139"/>
          <p:cNvSpPr txBox="1"/>
          <p:nvPr/>
        </p:nvSpPr>
        <p:spPr>
          <a:xfrm>
            <a:off x="3904200" y="299664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3141" name="TextBox 3140"/>
          <p:cNvSpPr txBox="1"/>
          <p:nvPr/>
        </p:nvSpPr>
        <p:spPr>
          <a:xfrm>
            <a:off x="8780400" y="2996640"/>
            <a:ext cx="25376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Reset Password Notification</a:t>
            </a:r>
            <a:endParaRPr lang="en-GB" sz="1500" b="0" u="none" strike="noStrike">
              <a:solidFill>
                <a:srgbClr val="000000"/>
              </a:solidFill>
              <a:effectLst/>
              <a:uFillTx/>
              <a:latin typeface="Times New Roman"/>
            </a:endParaRPr>
          </a:p>
        </p:txBody>
      </p:sp>
      <p:sp>
        <p:nvSpPr>
          <p:cNvPr id="3142" name="Freeform: Shape 3141"/>
          <p:cNvSpPr/>
          <p:nvPr/>
        </p:nvSpPr>
        <p:spPr>
          <a:xfrm>
            <a:off x="3744000" y="3610800"/>
            <a:ext cx="146520" cy="169920"/>
          </a:xfrm>
          <a:custGeom>
            <a:avLst/>
            <a:gdLst/>
            <a:ahLst/>
            <a:cxnLst/>
            <a:rect l="0" t="0" r="r" b="b"/>
            <a:pathLst>
              <a:path w="407" h="472">
                <a:moveTo>
                  <a:pt x="398" y="220"/>
                </a:moveTo>
                <a:lnTo>
                  <a:pt x="266" y="172"/>
                </a:lnTo>
                <a:lnTo>
                  <a:pt x="217" y="11"/>
                </a:lnTo>
                <a:cubicBezTo>
                  <a:pt x="215" y="4"/>
                  <a:pt x="209" y="0"/>
                  <a:pt x="203" y="0"/>
                </a:cubicBezTo>
                <a:cubicBezTo>
                  <a:pt x="197" y="0"/>
                  <a:pt x="191" y="4"/>
                  <a:pt x="189" y="11"/>
                </a:cubicBezTo>
                <a:lnTo>
                  <a:pt x="140" y="172"/>
                </a:lnTo>
                <a:lnTo>
                  <a:pt x="9" y="220"/>
                </a:lnTo>
                <a:cubicBezTo>
                  <a:pt x="3" y="222"/>
                  <a:pt x="0" y="228"/>
                  <a:pt x="0" y="234"/>
                </a:cubicBezTo>
                <a:cubicBezTo>
                  <a:pt x="0" y="240"/>
                  <a:pt x="3" y="246"/>
                  <a:pt x="9" y="248"/>
                </a:cubicBezTo>
                <a:lnTo>
                  <a:pt x="140" y="296"/>
                </a:lnTo>
                <a:lnTo>
                  <a:pt x="189" y="461"/>
                </a:lnTo>
                <a:cubicBezTo>
                  <a:pt x="191" y="467"/>
                  <a:pt x="196" y="472"/>
                  <a:pt x="203" y="472"/>
                </a:cubicBezTo>
                <a:cubicBezTo>
                  <a:pt x="209" y="472"/>
                  <a:pt x="215" y="467"/>
                  <a:pt x="217" y="461"/>
                </a:cubicBezTo>
                <a:lnTo>
                  <a:pt x="266" y="296"/>
                </a:lnTo>
                <a:lnTo>
                  <a:pt x="398" y="248"/>
                </a:lnTo>
                <a:cubicBezTo>
                  <a:pt x="403" y="246"/>
                  <a:pt x="407" y="240"/>
                  <a:pt x="407" y="234"/>
                </a:cubicBezTo>
                <a:cubicBezTo>
                  <a:pt x="407" y="228"/>
                  <a:pt x="403" y="222"/>
                  <a:pt x="398" y="220"/>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43" name="Freeform: Shape 3142"/>
          <p:cNvSpPr/>
          <p:nvPr/>
        </p:nvSpPr>
        <p:spPr>
          <a:xfrm>
            <a:off x="3710160" y="3612600"/>
            <a:ext cx="74520" cy="173160"/>
          </a:xfrm>
          <a:custGeom>
            <a:avLst/>
            <a:gdLst/>
            <a:ahLst/>
            <a:cxnLst/>
            <a:rect l="0" t="0" r="r" b="b"/>
            <a:pathLst>
              <a:path w="207" h="481">
                <a:moveTo>
                  <a:pt x="198" y="377"/>
                </a:moveTo>
                <a:lnTo>
                  <a:pt x="164" y="364"/>
                </a:lnTo>
                <a:lnTo>
                  <a:pt x="150" y="316"/>
                </a:lnTo>
                <a:cubicBezTo>
                  <a:pt x="149" y="309"/>
                  <a:pt x="143" y="305"/>
                  <a:pt x="136" y="305"/>
                </a:cubicBezTo>
                <a:cubicBezTo>
                  <a:pt x="130" y="305"/>
                  <a:pt x="124" y="309"/>
                  <a:pt x="122" y="316"/>
                </a:cubicBezTo>
                <a:lnTo>
                  <a:pt x="109" y="364"/>
                </a:lnTo>
                <a:lnTo>
                  <a:pt x="75" y="377"/>
                </a:lnTo>
                <a:cubicBezTo>
                  <a:pt x="69" y="379"/>
                  <a:pt x="65" y="384"/>
                  <a:pt x="65" y="391"/>
                </a:cubicBezTo>
                <a:cubicBezTo>
                  <a:pt x="65" y="397"/>
                  <a:pt x="69" y="402"/>
                  <a:pt x="75" y="404"/>
                </a:cubicBezTo>
                <a:lnTo>
                  <a:pt x="109" y="417"/>
                </a:lnTo>
                <a:lnTo>
                  <a:pt x="122" y="470"/>
                </a:lnTo>
                <a:cubicBezTo>
                  <a:pt x="124" y="477"/>
                  <a:pt x="130" y="481"/>
                  <a:pt x="136" y="481"/>
                </a:cubicBezTo>
                <a:cubicBezTo>
                  <a:pt x="143" y="481"/>
                  <a:pt x="149" y="477"/>
                  <a:pt x="151" y="470"/>
                </a:cubicBezTo>
                <a:lnTo>
                  <a:pt x="164" y="417"/>
                </a:lnTo>
                <a:lnTo>
                  <a:pt x="198" y="404"/>
                </a:lnTo>
                <a:cubicBezTo>
                  <a:pt x="203" y="402"/>
                  <a:pt x="207" y="397"/>
                  <a:pt x="207" y="391"/>
                </a:cubicBezTo>
                <a:cubicBezTo>
                  <a:pt x="207" y="384"/>
                  <a:pt x="203" y="379"/>
                  <a:pt x="198" y="377"/>
                </a:cubicBezTo>
                <a:moveTo>
                  <a:pt x="134" y="57"/>
                </a:moveTo>
                <a:lnTo>
                  <a:pt x="99" y="44"/>
                </a:lnTo>
                <a:lnTo>
                  <a:pt x="86" y="10"/>
                </a:lnTo>
                <a:cubicBezTo>
                  <a:pt x="84" y="4"/>
                  <a:pt x="79" y="0"/>
                  <a:pt x="73" y="0"/>
                </a:cubicBezTo>
                <a:cubicBezTo>
                  <a:pt x="66" y="0"/>
                  <a:pt x="61" y="4"/>
                  <a:pt x="59" y="10"/>
                </a:cubicBezTo>
                <a:lnTo>
                  <a:pt x="45" y="44"/>
                </a:lnTo>
                <a:lnTo>
                  <a:pt x="10" y="57"/>
                </a:lnTo>
                <a:cubicBezTo>
                  <a:pt x="4" y="59"/>
                  <a:pt x="0" y="65"/>
                  <a:pt x="0" y="71"/>
                </a:cubicBezTo>
                <a:cubicBezTo>
                  <a:pt x="0" y="77"/>
                  <a:pt x="4" y="83"/>
                  <a:pt x="10" y="85"/>
                </a:cubicBezTo>
                <a:lnTo>
                  <a:pt x="45" y="98"/>
                </a:lnTo>
                <a:lnTo>
                  <a:pt x="59" y="133"/>
                </a:lnTo>
                <a:cubicBezTo>
                  <a:pt x="61" y="138"/>
                  <a:pt x="66" y="142"/>
                  <a:pt x="73" y="142"/>
                </a:cubicBezTo>
                <a:cubicBezTo>
                  <a:pt x="79" y="142"/>
                  <a:pt x="84" y="138"/>
                  <a:pt x="86" y="133"/>
                </a:cubicBezTo>
                <a:lnTo>
                  <a:pt x="99" y="98"/>
                </a:lnTo>
                <a:lnTo>
                  <a:pt x="134" y="85"/>
                </a:lnTo>
                <a:cubicBezTo>
                  <a:pt x="140" y="83"/>
                  <a:pt x="144" y="77"/>
                  <a:pt x="144" y="71"/>
                </a:cubicBezTo>
                <a:cubicBezTo>
                  <a:pt x="144" y="65"/>
                  <a:pt x="140" y="59"/>
                  <a:pt x="134"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44" name="TextBox 3143"/>
          <p:cNvSpPr txBox="1"/>
          <p:nvPr/>
        </p:nvSpPr>
        <p:spPr>
          <a:xfrm>
            <a:off x="880920" y="3587400"/>
            <a:ext cx="2369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Order Confirmation Emails</a:t>
            </a:r>
            <a:endParaRPr lang="en-GB" sz="1500" b="0" u="none" strike="noStrike">
              <a:solidFill>
                <a:srgbClr val="000000"/>
              </a:solidFill>
              <a:effectLst/>
              <a:uFillTx/>
              <a:latin typeface="Times New Roman"/>
            </a:endParaRPr>
          </a:p>
        </p:txBody>
      </p:sp>
      <p:sp>
        <p:nvSpPr>
          <p:cNvPr id="3145" name="Freeform: Shape 3144"/>
          <p:cNvSpPr/>
          <p:nvPr/>
        </p:nvSpPr>
        <p:spPr>
          <a:xfrm>
            <a:off x="6229080" y="3600360"/>
            <a:ext cx="190800" cy="190800"/>
          </a:xfrm>
          <a:custGeom>
            <a:avLst/>
            <a:gdLst/>
            <a:ahLst/>
            <a:cxnLst/>
            <a:rect l="0" t="0" r="r" b="b"/>
            <a:pathLst>
              <a:path w="530" h="530">
                <a:moveTo>
                  <a:pt x="530" y="471"/>
                </a:moveTo>
                <a:cubicBezTo>
                  <a:pt x="530" y="504"/>
                  <a:pt x="504" y="530"/>
                  <a:pt x="472" y="530"/>
                </a:cubicBezTo>
                <a:lnTo>
                  <a:pt x="59" y="530"/>
                </a:lnTo>
                <a:cubicBezTo>
                  <a:pt x="27" y="530"/>
                  <a:pt x="0" y="504"/>
                  <a:pt x="0" y="471"/>
                </a:cubicBezTo>
                <a:lnTo>
                  <a:pt x="0" y="59"/>
                </a:lnTo>
                <a:cubicBezTo>
                  <a:pt x="0" y="26"/>
                  <a:pt x="27" y="0"/>
                  <a:pt x="59" y="0"/>
                </a:cubicBezTo>
                <a:lnTo>
                  <a:pt x="472"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46" name="Freeform: Shape 3145"/>
          <p:cNvSpPr/>
          <p:nvPr/>
        </p:nvSpPr>
        <p:spPr>
          <a:xfrm>
            <a:off x="6259320" y="3631680"/>
            <a:ext cx="131040" cy="128880"/>
          </a:xfrm>
          <a:custGeom>
            <a:avLst/>
            <a:gdLst/>
            <a:ahLst/>
            <a:cxnLst/>
            <a:rect l="0" t="0" r="r" b="b"/>
            <a:pathLst>
              <a:path w="364" h="358">
                <a:moveTo>
                  <a:pt x="348" y="6"/>
                </a:moveTo>
                <a:cubicBezTo>
                  <a:pt x="331" y="-5"/>
                  <a:pt x="308" y="0"/>
                  <a:pt x="297" y="17"/>
                </a:cubicBezTo>
                <a:lnTo>
                  <a:pt x="136" y="265"/>
                </a:lnTo>
                <a:lnTo>
                  <a:pt x="62" y="196"/>
                </a:lnTo>
                <a:cubicBezTo>
                  <a:pt x="47" y="183"/>
                  <a:pt x="24" y="184"/>
                  <a:pt x="10" y="198"/>
                </a:cubicBezTo>
                <a:cubicBezTo>
                  <a:pt x="-4" y="213"/>
                  <a:pt x="-3" y="237"/>
                  <a:pt x="12" y="250"/>
                </a:cubicBezTo>
                <a:lnTo>
                  <a:pt x="118" y="348"/>
                </a:lnTo>
                <a:cubicBezTo>
                  <a:pt x="125" y="355"/>
                  <a:pt x="134" y="358"/>
                  <a:pt x="143" y="358"/>
                </a:cubicBezTo>
                <a:cubicBezTo>
                  <a:pt x="153" y="358"/>
                  <a:pt x="165" y="354"/>
                  <a:pt x="174" y="341"/>
                </a:cubicBezTo>
                <a:cubicBezTo>
                  <a:pt x="179" y="334"/>
                  <a:pt x="358" y="57"/>
                  <a:pt x="358"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47" name="TextBox 3146"/>
          <p:cNvSpPr txBox="1"/>
          <p:nvPr/>
        </p:nvSpPr>
        <p:spPr>
          <a:xfrm>
            <a:off x="3904200" y="358740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3148" name="TextBox 3147"/>
          <p:cNvSpPr txBox="1"/>
          <p:nvPr/>
        </p:nvSpPr>
        <p:spPr>
          <a:xfrm>
            <a:off x="8780400" y="3425400"/>
            <a:ext cx="1414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Printed material</a:t>
            </a:r>
            <a:endParaRPr lang="en-GB" sz="1500" b="0" u="none" strike="noStrike">
              <a:solidFill>
                <a:srgbClr val="000000"/>
              </a:solidFill>
              <a:effectLst/>
              <a:uFillTx/>
              <a:latin typeface="Times New Roman"/>
            </a:endParaRPr>
          </a:p>
        </p:txBody>
      </p:sp>
      <p:sp>
        <p:nvSpPr>
          <p:cNvPr id="3149" name="TextBox 3148"/>
          <p:cNvSpPr txBox="1"/>
          <p:nvPr/>
        </p:nvSpPr>
        <p:spPr>
          <a:xfrm>
            <a:off x="8780400" y="3739680"/>
            <a:ext cx="12344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confirmations</a:t>
            </a:r>
            <a:endParaRPr lang="en-GB" sz="1500" b="0" u="none" strike="noStrike">
              <a:solidFill>
                <a:srgbClr val="000000"/>
              </a:solidFill>
              <a:effectLst/>
              <a:uFillTx/>
              <a:latin typeface="Times New Roman"/>
            </a:endParaRPr>
          </a:p>
        </p:txBody>
      </p:sp>
      <p:sp>
        <p:nvSpPr>
          <p:cNvPr id="3150" name="Freeform: Shape 3149"/>
          <p:cNvSpPr/>
          <p:nvPr/>
        </p:nvSpPr>
        <p:spPr>
          <a:xfrm>
            <a:off x="3744000" y="4191840"/>
            <a:ext cx="146520" cy="169560"/>
          </a:xfrm>
          <a:custGeom>
            <a:avLst/>
            <a:gdLst/>
            <a:ahLst/>
            <a:cxnLst/>
            <a:rect l="0" t="0" r="r" b="b"/>
            <a:pathLst>
              <a:path w="407" h="471">
                <a:moveTo>
                  <a:pt x="398" y="219"/>
                </a:moveTo>
                <a:lnTo>
                  <a:pt x="266" y="171"/>
                </a:lnTo>
                <a:lnTo>
                  <a:pt x="217" y="11"/>
                </a:lnTo>
                <a:cubicBezTo>
                  <a:pt x="215" y="4"/>
                  <a:pt x="209" y="0"/>
                  <a:pt x="203" y="0"/>
                </a:cubicBezTo>
                <a:cubicBezTo>
                  <a:pt x="197" y="0"/>
                  <a:pt x="191" y="4"/>
                  <a:pt x="189" y="11"/>
                </a:cubicBezTo>
                <a:lnTo>
                  <a:pt x="140" y="171"/>
                </a:lnTo>
                <a:lnTo>
                  <a:pt x="9" y="219"/>
                </a:lnTo>
                <a:cubicBezTo>
                  <a:pt x="3" y="221"/>
                  <a:pt x="0" y="227"/>
                  <a:pt x="0" y="233"/>
                </a:cubicBezTo>
                <a:cubicBezTo>
                  <a:pt x="0" y="239"/>
                  <a:pt x="3" y="244"/>
                  <a:pt x="9" y="247"/>
                </a:cubicBezTo>
                <a:lnTo>
                  <a:pt x="140" y="295"/>
                </a:lnTo>
                <a:lnTo>
                  <a:pt x="189" y="461"/>
                </a:lnTo>
                <a:cubicBezTo>
                  <a:pt x="191" y="467"/>
                  <a:pt x="196" y="471"/>
                  <a:pt x="203" y="471"/>
                </a:cubicBezTo>
                <a:cubicBezTo>
                  <a:pt x="209" y="471"/>
                  <a:pt x="215" y="467"/>
                  <a:pt x="217" y="461"/>
                </a:cubicBezTo>
                <a:lnTo>
                  <a:pt x="266" y="295"/>
                </a:lnTo>
                <a:lnTo>
                  <a:pt x="398" y="247"/>
                </a:lnTo>
                <a:cubicBezTo>
                  <a:pt x="403" y="244"/>
                  <a:pt x="407" y="239"/>
                  <a:pt x="407" y="233"/>
                </a:cubicBezTo>
                <a:cubicBezTo>
                  <a:pt x="407" y="227"/>
                  <a:pt x="403" y="221"/>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51" name="Freeform: Shape 3150"/>
          <p:cNvSpPr/>
          <p:nvPr/>
        </p:nvSpPr>
        <p:spPr>
          <a:xfrm>
            <a:off x="3710160" y="4193640"/>
            <a:ext cx="74520" cy="173160"/>
          </a:xfrm>
          <a:custGeom>
            <a:avLst/>
            <a:gdLst/>
            <a:ahLst/>
            <a:cxnLst/>
            <a:rect l="0" t="0" r="r" b="b"/>
            <a:pathLst>
              <a:path w="207" h="481">
                <a:moveTo>
                  <a:pt x="198" y="377"/>
                </a:moveTo>
                <a:lnTo>
                  <a:pt x="164" y="364"/>
                </a:lnTo>
                <a:lnTo>
                  <a:pt x="150" y="316"/>
                </a:lnTo>
                <a:cubicBezTo>
                  <a:pt x="149" y="309"/>
                  <a:pt x="143" y="305"/>
                  <a:pt x="136" y="305"/>
                </a:cubicBezTo>
                <a:cubicBezTo>
                  <a:pt x="130" y="305"/>
                  <a:pt x="124" y="309"/>
                  <a:pt x="122" y="316"/>
                </a:cubicBezTo>
                <a:lnTo>
                  <a:pt x="109" y="364"/>
                </a:lnTo>
                <a:lnTo>
                  <a:pt x="75" y="377"/>
                </a:lnTo>
                <a:cubicBezTo>
                  <a:pt x="69" y="379"/>
                  <a:pt x="65" y="384"/>
                  <a:pt x="65" y="390"/>
                </a:cubicBezTo>
                <a:cubicBezTo>
                  <a:pt x="65" y="397"/>
                  <a:pt x="69" y="402"/>
                  <a:pt x="75" y="404"/>
                </a:cubicBezTo>
                <a:lnTo>
                  <a:pt x="109" y="417"/>
                </a:lnTo>
                <a:lnTo>
                  <a:pt x="122" y="470"/>
                </a:lnTo>
                <a:cubicBezTo>
                  <a:pt x="124" y="477"/>
                  <a:pt x="130" y="481"/>
                  <a:pt x="136" y="481"/>
                </a:cubicBezTo>
                <a:cubicBezTo>
                  <a:pt x="143" y="481"/>
                  <a:pt x="149" y="477"/>
                  <a:pt x="151" y="470"/>
                </a:cubicBezTo>
                <a:lnTo>
                  <a:pt x="164" y="417"/>
                </a:lnTo>
                <a:lnTo>
                  <a:pt x="198" y="404"/>
                </a:lnTo>
                <a:cubicBezTo>
                  <a:pt x="203" y="402"/>
                  <a:pt x="207" y="397"/>
                  <a:pt x="207" y="390"/>
                </a:cubicBezTo>
                <a:cubicBezTo>
                  <a:pt x="207" y="384"/>
                  <a:pt x="203" y="379"/>
                  <a:pt x="198" y="377"/>
                </a:cubicBezTo>
                <a:moveTo>
                  <a:pt x="134" y="57"/>
                </a:moveTo>
                <a:lnTo>
                  <a:pt x="99" y="44"/>
                </a:lnTo>
                <a:lnTo>
                  <a:pt x="86" y="10"/>
                </a:lnTo>
                <a:cubicBezTo>
                  <a:pt x="84" y="4"/>
                  <a:pt x="79" y="0"/>
                  <a:pt x="73" y="0"/>
                </a:cubicBezTo>
                <a:cubicBezTo>
                  <a:pt x="66" y="0"/>
                  <a:pt x="61" y="4"/>
                  <a:pt x="59" y="10"/>
                </a:cubicBezTo>
                <a:lnTo>
                  <a:pt x="45" y="44"/>
                </a:lnTo>
                <a:lnTo>
                  <a:pt x="10" y="57"/>
                </a:lnTo>
                <a:cubicBezTo>
                  <a:pt x="4" y="59"/>
                  <a:pt x="0" y="65"/>
                  <a:pt x="0" y="71"/>
                </a:cubicBezTo>
                <a:cubicBezTo>
                  <a:pt x="0" y="77"/>
                  <a:pt x="4" y="83"/>
                  <a:pt x="10" y="85"/>
                </a:cubicBezTo>
                <a:lnTo>
                  <a:pt x="45" y="98"/>
                </a:lnTo>
                <a:lnTo>
                  <a:pt x="59" y="133"/>
                </a:lnTo>
                <a:cubicBezTo>
                  <a:pt x="61" y="139"/>
                  <a:pt x="66" y="143"/>
                  <a:pt x="73" y="143"/>
                </a:cubicBezTo>
                <a:cubicBezTo>
                  <a:pt x="79" y="143"/>
                  <a:pt x="84" y="139"/>
                  <a:pt x="86" y="133"/>
                </a:cubicBezTo>
                <a:lnTo>
                  <a:pt x="99" y="98"/>
                </a:lnTo>
                <a:lnTo>
                  <a:pt x="134" y="85"/>
                </a:lnTo>
                <a:cubicBezTo>
                  <a:pt x="140" y="83"/>
                  <a:pt x="144" y="77"/>
                  <a:pt x="144" y="71"/>
                </a:cubicBezTo>
                <a:cubicBezTo>
                  <a:pt x="144" y="65"/>
                  <a:pt x="140" y="59"/>
                  <a:pt x="134"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52" name="TextBox 3151"/>
          <p:cNvSpPr txBox="1"/>
          <p:nvPr/>
        </p:nvSpPr>
        <p:spPr>
          <a:xfrm>
            <a:off x="880920" y="4168440"/>
            <a:ext cx="26571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Digital Material Confirmations</a:t>
            </a:r>
            <a:endParaRPr lang="en-GB" sz="1500" b="0" u="none" strike="noStrike">
              <a:solidFill>
                <a:srgbClr val="000000"/>
              </a:solidFill>
              <a:effectLst/>
              <a:uFillTx/>
              <a:latin typeface="Times New Roman"/>
            </a:endParaRPr>
          </a:p>
        </p:txBody>
      </p:sp>
      <p:sp>
        <p:nvSpPr>
          <p:cNvPr id="3153" name="Freeform: Shape 3152"/>
          <p:cNvSpPr/>
          <p:nvPr/>
        </p:nvSpPr>
        <p:spPr>
          <a:xfrm>
            <a:off x="6229080" y="4181400"/>
            <a:ext cx="190800" cy="190800"/>
          </a:xfrm>
          <a:custGeom>
            <a:avLst/>
            <a:gdLst/>
            <a:ahLst/>
            <a:cxnLst/>
            <a:rect l="0" t="0" r="r" b="b"/>
            <a:pathLst>
              <a:path w="530" h="530">
                <a:moveTo>
                  <a:pt x="530" y="471"/>
                </a:moveTo>
                <a:cubicBezTo>
                  <a:pt x="530" y="504"/>
                  <a:pt x="504" y="530"/>
                  <a:pt x="472" y="530"/>
                </a:cubicBezTo>
                <a:lnTo>
                  <a:pt x="59" y="530"/>
                </a:lnTo>
                <a:cubicBezTo>
                  <a:pt x="27" y="530"/>
                  <a:pt x="0" y="504"/>
                  <a:pt x="0" y="471"/>
                </a:cubicBezTo>
                <a:lnTo>
                  <a:pt x="0" y="59"/>
                </a:lnTo>
                <a:cubicBezTo>
                  <a:pt x="0" y="26"/>
                  <a:pt x="27" y="0"/>
                  <a:pt x="59" y="0"/>
                </a:cubicBezTo>
                <a:lnTo>
                  <a:pt x="472"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54" name="Freeform: Shape 3153"/>
          <p:cNvSpPr/>
          <p:nvPr/>
        </p:nvSpPr>
        <p:spPr>
          <a:xfrm>
            <a:off x="6259320" y="4212720"/>
            <a:ext cx="131040" cy="128880"/>
          </a:xfrm>
          <a:custGeom>
            <a:avLst/>
            <a:gdLst/>
            <a:ahLst/>
            <a:cxnLst/>
            <a:rect l="0" t="0" r="r" b="b"/>
            <a:pathLst>
              <a:path w="364" h="358">
                <a:moveTo>
                  <a:pt x="348" y="6"/>
                </a:moveTo>
                <a:cubicBezTo>
                  <a:pt x="331" y="-5"/>
                  <a:pt x="308" y="0"/>
                  <a:pt x="297" y="17"/>
                </a:cubicBezTo>
                <a:lnTo>
                  <a:pt x="136" y="265"/>
                </a:lnTo>
                <a:lnTo>
                  <a:pt x="62" y="195"/>
                </a:lnTo>
                <a:cubicBezTo>
                  <a:pt x="47" y="182"/>
                  <a:pt x="24" y="182"/>
                  <a:pt x="10" y="197"/>
                </a:cubicBezTo>
                <a:cubicBezTo>
                  <a:pt x="-4" y="212"/>
                  <a:pt x="-3" y="237"/>
                  <a:pt x="12" y="250"/>
                </a:cubicBezTo>
                <a:lnTo>
                  <a:pt x="118" y="348"/>
                </a:lnTo>
                <a:cubicBezTo>
                  <a:pt x="125" y="355"/>
                  <a:pt x="134" y="358"/>
                  <a:pt x="143" y="358"/>
                </a:cubicBezTo>
                <a:cubicBezTo>
                  <a:pt x="153" y="358"/>
                  <a:pt x="165" y="354"/>
                  <a:pt x="174" y="341"/>
                </a:cubicBezTo>
                <a:cubicBezTo>
                  <a:pt x="179" y="334"/>
                  <a:pt x="358" y="57"/>
                  <a:pt x="358" y="57"/>
                </a:cubicBezTo>
                <a:cubicBezTo>
                  <a:pt x="370" y="40"/>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55" name="TextBox 3154"/>
          <p:cNvSpPr txBox="1"/>
          <p:nvPr/>
        </p:nvSpPr>
        <p:spPr>
          <a:xfrm>
            <a:off x="3904200" y="416844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3156" name="TextBox 3155"/>
          <p:cNvSpPr txBox="1"/>
          <p:nvPr/>
        </p:nvSpPr>
        <p:spPr>
          <a:xfrm>
            <a:off x="8780400" y="4168440"/>
            <a:ext cx="23889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Digital order confirmations</a:t>
            </a:r>
            <a:endParaRPr lang="en-GB" sz="1500" b="0" u="none" strike="noStrike">
              <a:solidFill>
                <a:srgbClr val="000000"/>
              </a:solidFill>
              <a:effectLst/>
              <a:uFillTx/>
              <a:latin typeface="Times New Roman"/>
            </a:endParaRPr>
          </a:p>
        </p:txBody>
      </p:sp>
      <p:sp>
        <p:nvSpPr>
          <p:cNvPr id="3157" name="TextBox 3156"/>
          <p:cNvSpPr txBox="1"/>
          <p:nvPr/>
        </p:nvSpPr>
        <p:spPr>
          <a:xfrm>
            <a:off x="880920" y="4606560"/>
            <a:ext cx="15084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Marking Material</a:t>
            </a:r>
            <a:endParaRPr lang="en-GB" sz="1500" b="0" u="none" strike="noStrike">
              <a:solidFill>
                <a:srgbClr val="000000"/>
              </a:solidFill>
              <a:effectLst/>
              <a:uFillTx/>
              <a:latin typeface="Times New Roman"/>
            </a:endParaRPr>
          </a:p>
        </p:txBody>
      </p:sp>
      <p:sp>
        <p:nvSpPr>
          <p:cNvPr id="3158" name="Freeform: Shape 3157"/>
          <p:cNvSpPr/>
          <p:nvPr/>
        </p:nvSpPr>
        <p:spPr>
          <a:xfrm>
            <a:off x="3744000" y="4782600"/>
            <a:ext cx="146520" cy="169560"/>
          </a:xfrm>
          <a:custGeom>
            <a:avLst/>
            <a:gdLst/>
            <a:ahLst/>
            <a:cxnLst/>
            <a:rect l="0" t="0" r="r" b="b"/>
            <a:pathLst>
              <a:path w="407" h="471">
                <a:moveTo>
                  <a:pt x="398" y="219"/>
                </a:moveTo>
                <a:lnTo>
                  <a:pt x="266" y="171"/>
                </a:lnTo>
                <a:lnTo>
                  <a:pt x="217" y="10"/>
                </a:lnTo>
                <a:cubicBezTo>
                  <a:pt x="215" y="4"/>
                  <a:pt x="209" y="0"/>
                  <a:pt x="203" y="0"/>
                </a:cubicBezTo>
                <a:cubicBezTo>
                  <a:pt x="197" y="0"/>
                  <a:pt x="191" y="4"/>
                  <a:pt x="189" y="10"/>
                </a:cubicBezTo>
                <a:lnTo>
                  <a:pt x="140" y="171"/>
                </a:lnTo>
                <a:lnTo>
                  <a:pt x="9" y="219"/>
                </a:lnTo>
                <a:cubicBezTo>
                  <a:pt x="3" y="222"/>
                  <a:pt x="0" y="227"/>
                  <a:pt x="0" y="233"/>
                </a:cubicBezTo>
                <a:cubicBezTo>
                  <a:pt x="0" y="239"/>
                  <a:pt x="3" y="245"/>
                  <a:pt x="9" y="247"/>
                </a:cubicBezTo>
                <a:lnTo>
                  <a:pt x="140" y="295"/>
                </a:lnTo>
                <a:lnTo>
                  <a:pt x="189" y="460"/>
                </a:lnTo>
                <a:cubicBezTo>
                  <a:pt x="191" y="467"/>
                  <a:pt x="196" y="471"/>
                  <a:pt x="203" y="471"/>
                </a:cubicBezTo>
                <a:cubicBezTo>
                  <a:pt x="209" y="471"/>
                  <a:pt x="215" y="467"/>
                  <a:pt x="217" y="460"/>
                </a:cubicBezTo>
                <a:lnTo>
                  <a:pt x="266" y="295"/>
                </a:lnTo>
                <a:lnTo>
                  <a:pt x="398" y="247"/>
                </a:lnTo>
                <a:cubicBezTo>
                  <a:pt x="403" y="245"/>
                  <a:pt x="407" y="239"/>
                  <a:pt x="407" y="233"/>
                </a:cubicBezTo>
                <a:cubicBezTo>
                  <a:pt x="407" y="227"/>
                  <a:pt x="403" y="222"/>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59" name="Freeform: Shape 3158"/>
          <p:cNvSpPr/>
          <p:nvPr/>
        </p:nvSpPr>
        <p:spPr>
          <a:xfrm>
            <a:off x="3710160" y="4784040"/>
            <a:ext cx="74520" cy="173520"/>
          </a:xfrm>
          <a:custGeom>
            <a:avLst/>
            <a:gdLst/>
            <a:ahLst/>
            <a:cxnLst/>
            <a:rect l="0" t="0" r="r" b="b"/>
            <a:pathLst>
              <a:path w="207" h="482">
                <a:moveTo>
                  <a:pt x="198" y="376"/>
                </a:moveTo>
                <a:lnTo>
                  <a:pt x="164" y="364"/>
                </a:lnTo>
                <a:lnTo>
                  <a:pt x="150" y="315"/>
                </a:lnTo>
                <a:cubicBezTo>
                  <a:pt x="149" y="309"/>
                  <a:pt x="143" y="304"/>
                  <a:pt x="136" y="304"/>
                </a:cubicBezTo>
                <a:cubicBezTo>
                  <a:pt x="130" y="304"/>
                  <a:pt x="124" y="309"/>
                  <a:pt x="122" y="315"/>
                </a:cubicBezTo>
                <a:lnTo>
                  <a:pt x="109" y="364"/>
                </a:lnTo>
                <a:lnTo>
                  <a:pt x="75" y="376"/>
                </a:lnTo>
                <a:cubicBezTo>
                  <a:pt x="69" y="378"/>
                  <a:pt x="65" y="384"/>
                  <a:pt x="65" y="390"/>
                </a:cubicBezTo>
                <a:cubicBezTo>
                  <a:pt x="65" y="397"/>
                  <a:pt x="69" y="403"/>
                  <a:pt x="75" y="405"/>
                </a:cubicBezTo>
                <a:lnTo>
                  <a:pt x="109" y="417"/>
                </a:lnTo>
                <a:lnTo>
                  <a:pt x="122" y="470"/>
                </a:lnTo>
                <a:cubicBezTo>
                  <a:pt x="124" y="477"/>
                  <a:pt x="130" y="482"/>
                  <a:pt x="136" y="482"/>
                </a:cubicBezTo>
                <a:cubicBezTo>
                  <a:pt x="143" y="482"/>
                  <a:pt x="149" y="477"/>
                  <a:pt x="151" y="470"/>
                </a:cubicBezTo>
                <a:lnTo>
                  <a:pt x="164" y="417"/>
                </a:lnTo>
                <a:lnTo>
                  <a:pt x="198" y="405"/>
                </a:lnTo>
                <a:cubicBezTo>
                  <a:pt x="203" y="403"/>
                  <a:pt x="207" y="397"/>
                  <a:pt x="207" y="390"/>
                </a:cubicBezTo>
                <a:cubicBezTo>
                  <a:pt x="207" y="384"/>
                  <a:pt x="203" y="378"/>
                  <a:pt x="198" y="376"/>
                </a:cubicBezTo>
                <a:moveTo>
                  <a:pt x="134" y="58"/>
                </a:moveTo>
                <a:lnTo>
                  <a:pt x="99" y="45"/>
                </a:lnTo>
                <a:lnTo>
                  <a:pt x="86" y="10"/>
                </a:lnTo>
                <a:cubicBezTo>
                  <a:pt x="84" y="4"/>
                  <a:pt x="79" y="0"/>
                  <a:pt x="73" y="0"/>
                </a:cubicBezTo>
                <a:cubicBezTo>
                  <a:pt x="66" y="0"/>
                  <a:pt x="61" y="4"/>
                  <a:pt x="59" y="10"/>
                </a:cubicBezTo>
                <a:lnTo>
                  <a:pt x="45" y="45"/>
                </a:lnTo>
                <a:lnTo>
                  <a:pt x="10" y="58"/>
                </a:lnTo>
                <a:cubicBezTo>
                  <a:pt x="4" y="60"/>
                  <a:pt x="0" y="65"/>
                  <a:pt x="0" y="72"/>
                </a:cubicBezTo>
                <a:cubicBezTo>
                  <a:pt x="0" y="78"/>
                  <a:pt x="4" y="83"/>
                  <a:pt x="10" y="85"/>
                </a:cubicBezTo>
                <a:lnTo>
                  <a:pt x="45" y="98"/>
                </a:lnTo>
                <a:lnTo>
                  <a:pt x="59" y="133"/>
                </a:lnTo>
                <a:cubicBezTo>
                  <a:pt x="61" y="139"/>
                  <a:pt x="66" y="143"/>
                  <a:pt x="73" y="143"/>
                </a:cubicBezTo>
                <a:cubicBezTo>
                  <a:pt x="79" y="143"/>
                  <a:pt x="84" y="139"/>
                  <a:pt x="86" y="133"/>
                </a:cubicBezTo>
                <a:lnTo>
                  <a:pt x="99" y="98"/>
                </a:lnTo>
                <a:lnTo>
                  <a:pt x="134" y="85"/>
                </a:lnTo>
                <a:cubicBezTo>
                  <a:pt x="140" y="83"/>
                  <a:pt x="144" y="78"/>
                  <a:pt x="144" y="72"/>
                </a:cubicBezTo>
                <a:cubicBezTo>
                  <a:pt x="144" y="65"/>
                  <a:pt x="140" y="60"/>
                  <a:pt x="134"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60" name="TextBox 3159"/>
          <p:cNvSpPr txBox="1"/>
          <p:nvPr/>
        </p:nvSpPr>
        <p:spPr>
          <a:xfrm>
            <a:off x="880920" y="4911120"/>
            <a:ext cx="12646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Confirmations</a:t>
            </a:r>
            <a:endParaRPr lang="en-GB" sz="1500" b="0" u="none" strike="noStrike">
              <a:solidFill>
                <a:srgbClr val="000000"/>
              </a:solidFill>
              <a:effectLst/>
              <a:uFillTx/>
              <a:latin typeface="Times New Roman"/>
            </a:endParaRPr>
          </a:p>
        </p:txBody>
      </p:sp>
      <p:sp>
        <p:nvSpPr>
          <p:cNvPr id="3161" name="Freeform: Shape 3160"/>
          <p:cNvSpPr/>
          <p:nvPr/>
        </p:nvSpPr>
        <p:spPr>
          <a:xfrm>
            <a:off x="6229080" y="4771800"/>
            <a:ext cx="190800" cy="190800"/>
          </a:xfrm>
          <a:custGeom>
            <a:avLst/>
            <a:gdLst/>
            <a:ahLst/>
            <a:cxnLst/>
            <a:rect l="0" t="0" r="r" b="b"/>
            <a:pathLst>
              <a:path w="530" h="530">
                <a:moveTo>
                  <a:pt x="530" y="471"/>
                </a:moveTo>
                <a:cubicBezTo>
                  <a:pt x="530" y="504"/>
                  <a:pt x="504" y="530"/>
                  <a:pt x="472" y="530"/>
                </a:cubicBezTo>
                <a:lnTo>
                  <a:pt x="59" y="530"/>
                </a:lnTo>
                <a:cubicBezTo>
                  <a:pt x="27" y="530"/>
                  <a:pt x="0" y="504"/>
                  <a:pt x="0" y="471"/>
                </a:cubicBezTo>
                <a:lnTo>
                  <a:pt x="0" y="59"/>
                </a:lnTo>
                <a:cubicBezTo>
                  <a:pt x="0" y="26"/>
                  <a:pt x="27" y="0"/>
                  <a:pt x="59" y="0"/>
                </a:cubicBezTo>
                <a:lnTo>
                  <a:pt x="472"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62" name="Freeform: Shape 3161"/>
          <p:cNvSpPr/>
          <p:nvPr/>
        </p:nvSpPr>
        <p:spPr>
          <a:xfrm>
            <a:off x="6259320" y="4803480"/>
            <a:ext cx="131040" cy="128520"/>
          </a:xfrm>
          <a:custGeom>
            <a:avLst/>
            <a:gdLst/>
            <a:ahLst/>
            <a:cxnLst/>
            <a:rect l="0" t="0" r="r" b="b"/>
            <a:pathLst>
              <a:path w="364" h="357">
                <a:moveTo>
                  <a:pt x="348" y="6"/>
                </a:moveTo>
                <a:cubicBezTo>
                  <a:pt x="331" y="-5"/>
                  <a:pt x="308" y="-1"/>
                  <a:pt x="297" y="17"/>
                </a:cubicBezTo>
                <a:lnTo>
                  <a:pt x="136" y="264"/>
                </a:lnTo>
                <a:lnTo>
                  <a:pt x="62" y="196"/>
                </a:lnTo>
                <a:cubicBezTo>
                  <a:pt x="47" y="182"/>
                  <a:pt x="24" y="183"/>
                  <a:pt x="10" y="198"/>
                </a:cubicBezTo>
                <a:cubicBezTo>
                  <a:pt x="-4" y="213"/>
                  <a:pt x="-3" y="236"/>
                  <a:pt x="12" y="250"/>
                </a:cubicBezTo>
                <a:lnTo>
                  <a:pt x="118" y="348"/>
                </a:lnTo>
                <a:cubicBezTo>
                  <a:pt x="125" y="354"/>
                  <a:pt x="134" y="357"/>
                  <a:pt x="143" y="357"/>
                </a:cubicBezTo>
                <a:cubicBezTo>
                  <a:pt x="153" y="357"/>
                  <a:pt x="165" y="353"/>
                  <a:pt x="174" y="341"/>
                </a:cubicBezTo>
                <a:cubicBezTo>
                  <a:pt x="179" y="333"/>
                  <a:pt x="358" y="57"/>
                  <a:pt x="358" y="57"/>
                </a:cubicBezTo>
                <a:cubicBezTo>
                  <a:pt x="370" y="40"/>
                  <a:pt x="365" y="18"/>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63" name="TextBox 3162"/>
          <p:cNvSpPr txBox="1"/>
          <p:nvPr/>
        </p:nvSpPr>
        <p:spPr>
          <a:xfrm>
            <a:off x="3904200" y="475884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3164" name="TextBox 3163"/>
          <p:cNvSpPr txBox="1"/>
          <p:nvPr/>
        </p:nvSpPr>
        <p:spPr>
          <a:xfrm>
            <a:off x="8780400" y="4758840"/>
            <a:ext cx="25578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Marking order confirmations</a:t>
            </a:r>
            <a:endParaRPr lang="en-GB" sz="1500" b="0" u="none" strike="noStrike">
              <a:solidFill>
                <a:srgbClr val="000000"/>
              </a:solidFill>
              <a:effectLst/>
              <a:uFillTx/>
              <a:latin typeface="Times New Roman"/>
            </a:endParaRPr>
          </a:p>
        </p:txBody>
      </p:sp>
      <p:sp>
        <p:nvSpPr>
          <p:cNvPr id="3165" name="Freeform: Shape 3164"/>
          <p:cNvSpPr/>
          <p:nvPr/>
        </p:nvSpPr>
        <p:spPr>
          <a:xfrm>
            <a:off x="3744000" y="5363280"/>
            <a:ext cx="146520" cy="169920"/>
          </a:xfrm>
          <a:custGeom>
            <a:avLst/>
            <a:gdLst/>
            <a:ahLst/>
            <a:cxnLst/>
            <a:rect l="0" t="0" r="r" b="b"/>
            <a:pathLst>
              <a:path w="407" h="472">
                <a:moveTo>
                  <a:pt x="398" y="219"/>
                </a:moveTo>
                <a:lnTo>
                  <a:pt x="266" y="171"/>
                </a:lnTo>
                <a:lnTo>
                  <a:pt x="217" y="11"/>
                </a:lnTo>
                <a:cubicBezTo>
                  <a:pt x="215" y="5"/>
                  <a:pt x="209" y="0"/>
                  <a:pt x="203" y="0"/>
                </a:cubicBezTo>
                <a:cubicBezTo>
                  <a:pt x="197" y="0"/>
                  <a:pt x="191" y="5"/>
                  <a:pt x="189" y="11"/>
                </a:cubicBezTo>
                <a:lnTo>
                  <a:pt x="140" y="171"/>
                </a:lnTo>
                <a:lnTo>
                  <a:pt x="9" y="219"/>
                </a:lnTo>
                <a:cubicBezTo>
                  <a:pt x="3" y="222"/>
                  <a:pt x="0" y="227"/>
                  <a:pt x="0" y="233"/>
                </a:cubicBezTo>
                <a:cubicBezTo>
                  <a:pt x="0" y="239"/>
                  <a:pt x="3" y="245"/>
                  <a:pt x="9" y="247"/>
                </a:cubicBezTo>
                <a:lnTo>
                  <a:pt x="140" y="295"/>
                </a:lnTo>
                <a:lnTo>
                  <a:pt x="189" y="461"/>
                </a:lnTo>
                <a:cubicBezTo>
                  <a:pt x="191" y="468"/>
                  <a:pt x="196" y="472"/>
                  <a:pt x="203" y="472"/>
                </a:cubicBezTo>
                <a:cubicBezTo>
                  <a:pt x="209" y="472"/>
                  <a:pt x="215" y="468"/>
                  <a:pt x="217" y="461"/>
                </a:cubicBezTo>
                <a:lnTo>
                  <a:pt x="266" y="295"/>
                </a:lnTo>
                <a:lnTo>
                  <a:pt x="398" y="247"/>
                </a:lnTo>
                <a:cubicBezTo>
                  <a:pt x="403" y="245"/>
                  <a:pt x="407" y="239"/>
                  <a:pt x="407" y="233"/>
                </a:cubicBezTo>
                <a:cubicBezTo>
                  <a:pt x="407" y="227"/>
                  <a:pt x="403" y="222"/>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66" name="Freeform: Shape 3165"/>
          <p:cNvSpPr/>
          <p:nvPr/>
        </p:nvSpPr>
        <p:spPr>
          <a:xfrm>
            <a:off x="3710160" y="5365080"/>
            <a:ext cx="74520" cy="173520"/>
          </a:xfrm>
          <a:custGeom>
            <a:avLst/>
            <a:gdLst/>
            <a:ahLst/>
            <a:cxnLst/>
            <a:rect l="0" t="0" r="r" b="b"/>
            <a:pathLst>
              <a:path w="207" h="482">
                <a:moveTo>
                  <a:pt x="198" y="377"/>
                </a:moveTo>
                <a:lnTo>
                  <a:pt x="164" y="365"/>
                </a:lnTo>
                <a:lnTo>
                  <a:pt x="150" y="316"/>
                </a:lnTo>
                <a:cubicBezTo>
                  <a:pt x="149" y="310"/>
                  <a:pt x="143" y="305"/>
                  <a:pt x="136" y="305"/>
                </a:cubicBezTo>
                <a:cubicBezTo>
                  <a:pt x="130" y="305"/>
                  <a:pt x="124" y="310"/>
                  <a:pt x="122" y="316"/>
                </a:cubicBezTo>
                <a:lnTo>
                  <a:pt x="109" y="365"/>
                </a:lnTo>
                <a:lnTo>
                  <a:pt x="75" y="377"/>
                </a:lnTo>
                <a:cubicBezTo>
                  <a:pt x="69" y="379"/>
                  <a:pt x="65" y="385"/>
                  <a:pt x="65" y="391"/>
                </a:cubicBezTo>
                <a:cubicBezTo>
                  <a:pt x="65" y="397"/>
                  <a:pt x="69" y="403"/>
                  <a:pt x="75" y="405"/>
                </a:cubicBezTo>
                <a:lnTo>
                  <a:pt x="109" y="417"/>
                </a:lnTo>
                <a:lnTo>
                  <a:pt x="122" y="470"/>
                </a:lnTo>
                <a:cubicBezTo>
                  <a:pt x="124" y="477"/>
                  <a:pt x="130" y="482"/>
                  <a:pt x="136" y="482"/>
                </a:cubicBezTo>
                <a:cubicBezTo>
                  <a:pt x="143" y="482"/>
                  <a:pt x="149" y="477"/>
                  <a:pt x="151" y="470"/>
                </a:cubicBezTo>
                <a:lnTo>
                  <a:pt x="164" y="417"/>
                </a:lnTo>
                <a:lnTo>
                  <a:pt x="198" y="405"/>
                </a:lnTo>
                <a:cubicBezTo>
                  <a:pt x="203" y="403"/>
                  <a:pt x="207" y="397"/>
                  <a:pt x="207" y="391"/>
                </a:cubicBezTo>
                <a:cubicBezTo>
                  <a:pt x="207" y="385"/>
                  <a:pt x="203" y="379"/>
                  <a:pt x="198" y="377"/>
                </a:cubicBezTo>
                <a:moveTo>
                  <a:pt x="134" y="58"/>
                </a:moveTo>
                <a:lnTo>
                  <a:pt x="99" y="45"/>
                </a:lnTo>
                <a:lnTo>
                  <a:pt x="86" y="10"/>
                </a:lnTo>
                <a:cubicBezTo>
                  <a:pt x="84" y="4"/>
                  <a:pt x="79" y="0"/>
                  <a:pt x="73" y="0"/>
                </a:cubicBezTo>
                <a:cubicBezTo>
                  <a:pt x="66" y="0"/>
                  <a:pt x="61" y="4"/>
                  <a:pt x="59" y="10"/>
                </a:cubicBezTo>
                <a:lnTo>
                  <a:pt x="45" y="45"/>
                </a:lnTo>
                <a:lnTo>
                  <a:pt x="10" y="58"/>
                </a:lnTo>
                <a:cubicBezTo>
                  <a:pt x="4" y="60"/>
                  <a:pt x="0" y="65"/>
                  <a:pt x="0" y="71"/>
                </a:cubicBezTo>
                <a:cubicBezTo>
                  <a:pt x="0" y="78"/>
                  <a:pt x="4" y="83"/>
                  <a:pt x="10" y="85"/>
                </a:cubicBezTo>
                <a:lnTo>
                  <a:pt x="45" y="98"/>
                </a:lnTo>
                <a:lnTo>
                  <a:pt x="59" y="133"/>
                </a:lnTo>
                <a:cubicBezTo>
                  <a:pt x="61" y="139"/>
                  <a:pt x="66" y="142"/>
                  <a:pt x="73" y="142"/>
                </a:cubicBezTo>
                <a:cubicBezTo>
                  <a:pt x="79" y="142"/>
                  <a:pt x="84" y="139"/>
                  <a:pt x="86" y="133"/>
                </a:cubicBezTo>
                <a:lnTo>
                  <a:pt x="99" y="98"/>
                </a:lnTo>
                <a:lnTo>
                  <a:pt x="134" y="85"/>
                </a:lnTo>
                <a:cubicBezTo>
                  <a:pt x="140" y="83"/>
                  <a:pt x="144" y="78"/>
                  <a:pt x="144" y="71"/>
                </a:cubicBezTo>
                <a:cubicBezTo>
                  <a:pt x="144" y="65"/>
                  <a:pt x="140" y="60"/>
                  <a:pt x="134" y="58"/>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67" name="TextBox 3166"/>
          <p:cNvSpPr txBox="1"/>
          <p:nvPr/>
        </p:nvSpPr>
        <p:spPr>
          <a:xfrm>
            <a:off x="880920" y="5339880"/>
            <a:ext cx="257184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Tutorial Order Confirmations</a:t>
            </a:r>
            <a:endParaRPr lang="en-GB" sz="1500" b="0" u="none" strike="noStrike">
              <a:solidFill>
                <a:srgbClr val="000000"/>
              </a:solidFill>
              <a:effectLst/>
              <a:uFillTx/>
              <a:latin typeface="Times New Roman"/>
            </a:endParaRPr>
          </a:p>
        </p:txBody>
      </p:sp>
      <p:sp>
        <p:nvSpPr>
          <p:cNvPr id="3168" name="Freeform: Shape 3167"/>
          <p:cNvSpPr/>
          <p:nvPr/>
        </p:nvSpPr>
        <p:spPr>
          <a:xfrm>
            <a:off x="6229080" y="5352840"/>
            <a:ext cx="190800" cy="190800"/>
          </a:xfrm>
          <a:custGeom>
            <a:avLst/>
            <a:gdLst/>
            <a:ahLst/>
            <a:cxnLst/>
            <a:rect l="0" t="0" r="r" b="b"/>
            <a:pathLst>
              <a:path w="530" h="530">
                <a:moveTo>
                  <a:pt x="530" y="471"/>
                </a:moveTo>
                <a:cubicBezTo>
                  <a:pt x="530" y="504"/>
                  <a:pt x="504" y="530"/>
                  <a:pt x="472" y="530"/>
                </a:cubicBezTo>
                <a:lnTo>
                  <a:pt x="59" y="530"/>
                </a:lnTo>
                <a:cubicBezTo>
                  <a:pt x="27" y="530"/>
                  <a:pt x="0" y="504"/>
                  <a:pt x="0" y="471"/>
                </a:cubicBezTo>
                <a:lnTo>
                  <a:pt x="0" y="59"/>
                </a:lnTo>
                <a:cubicBezTo>
                  <a:pt x="0" y="26"/>
                  <a:pt x="27" y="0"/>
                  <a:pt x="59" y="0"/>
                </a:cubicBezTo>
                <a:lnTo>
                  <a:pt x="472" y="0"/>
                </a:lnTo>
                <a:cubicBezTo>
                  <a:pt x="504" y="0"/>
                  <a:pt x="530" y="26"/>
                  <a:pt x="530" y="59"/>
                </a:cubicBezTo>
                <a:lnTo>
                  <a:pt x="530" y="471"/>
                </a:lnTo>
                <a:close/>
              </a:path>
            </a:pathLst>
          </a:custGeom>
          <a:solidFill>
            <a:srgbClr val="77B255"/>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69" name="Freeform: Shape 3168"/>
          <p:cNvSpPr/>
          <p:nvPr/>
        </p:nvSpPr>
        <p:spPr>
          <a:xfrm>
            <a:off x="6259320" y="5384520"/>
            <a:ext cx="131040" cy="128520"/>
          </a:xfrm>
          <a:custGeom>
            <a:avLst/>
            <a:gdLst/>
            <a:ahLst/>
            <a:cxnLst/>
            <a:rect l="0" t="0" r="r" b="b"/>
            <a:pathLst>
              <a:path w="364" h="357">
                <a:moveTo>
                  <a:pt x="348" y="6"/>
                </a:moveTo>
                <a:cubicBezTo>
                  <a:pt x="331" y="-5"/>
                  <a:pt x="308" y="-1"/>
                  <a:pt x="297" y="16"/>
                </a:cubicBezTo>
                <a:lnTo>
                  <a:pt x="136" y="264"/>
                </a:lnTo>
                <a:lnTo>
                  <a:pt x="62" y="196"/>
                </a:lnTo>
                <a:cubicBezTo>
                  <a:pt x="47" y="182"/>
                  <a:pt x="24" y="183"/>
                  <a:pt x="10" y="198"/>
                </a:cubicBezTo>
                <a:cubicBezTo>
                  <a:pt x="-4" y="213"/>
                  <a:pt x="-3" y="236"/>
                  <a:pt x="12" y="250"/>
                </a:cubicBezTo>
                <a:lnTo>
                  <a:pt x="118" y="348"/>
                </a:lnTo>
                <a:cubicBezTo>
                  <a:pt x="125" y="354"/>
                  <a:pt x="134" y="357"/>
                  <a:pt x="143" y="357"/>
                </a:cubicBezTo>
                <a:cubicBezTo>
                  <a:pt x="153" y="357"/>
                  <a:pt x="165" y="353"/>
                  <a:pt x="174" y="341"/>
                </a:cubicBezTo>
                <a:cubicBezTo>
                  <a:pt x="179" y="333"/>
                  <a:pt x="358" y="56"/>
                  <a:pt x="358" y="56"/>
                </a:cubicBezTo>
                <a:cubicBezTo>
                  <a:pt x="370" y="39"/>
                  <a:pt x="365" y="17"/>
                  <a:pt x="348" y="6"/>
                </a:cubicBez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70" name="TextBox 3169"/>
          <p:cNvSpPr txBox="1"/>
          <p:nvPr/>
        </p:nvSpPr>
        <p:spPr>
          <a:xfrm>
            <a:off x="3904200" y="533988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3171" name="TextBox 3170"/>
          <p:cNvSpPr txBox="1"/>
          <p:nvPr/>
        </p:nvSpPr>
        <p:spPr>
          <a:xfrm>
            <a:off x="8780400" y="5339880"/>
            <a:ext cx="197100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Tutorial confirmations</a:t>
            </a:r>
            <a:endParaRPr lang="en-GB" sz="1500" b="0" u="none" strike="noStrike">
              <a:solidFill>
                <a:srgbClr val="000000"/>
              </a:solidFill>
              <a:effectLst/>
              <a:uFillTx/>
              <a:latin typeface="Times New Roman"/>
            </a:endParaRPr>
          </a:p>
        </p:txBody>
      </p:sp>
      <p:sp>
        <p:nvSpPr>
          <p:cNvPr id="3172" name="Freeform: Shape 3171"/>
          <p:cNvSpPr/>
          <p:nvPr/>
        </p:nvSpPr>
        <p:spPr>
          <a:xfrm>
            <a:off x="3744000" y="5801760"/>
            <a:ext cx="146520" cy="169560"/>
          </a:xfrm>
          <a:custGeom>
            <a:avLst/>
            <a:gdLst/>
            <a:ahLst/>
            <a:cxnLst/>
            <a:rect l="0" t="0" r="r" b="b"/>
            <a:pathLst>
              <a:path w="407" h="471">
                <a:moveTo>
                  <a:pt x="398" y="219"/>
                </a:moveTo>
                <a:lnTo>
                  <a:pt x="266" y="171"/>
                </a:lnTo>
                <a:lnTo>
                  <a:pt x="217" y="10"/>
                </a:lnTo>
                <a:cubicBezTo>
                  <a:pt x="215" y="4"/>
                  <a:pt x="209" y="0"/>
                  <a:pt x="203" y="0"/>
                </a:cubicBezTo>
                <a:cubicBezTo>
                  <a:pt x="197" y="0"/>
                  <a:pt x="191" y="4"/>
                  <a:pt x="189" y="10"/>
                </a:cubicBezTo>
                <a:lnTo>
                  <a:pt x="140" y="171"/>
                </a:lnTo>
                <a:lnTo>
                  <a:pt x="9" y="219"/>
                </a:lnTo>
                <a:cubicBezTo>
                  <a:pt x="3" y="222"/>
                  <a:pt x="0" y="227"/>
                  <a:pt x="0" y="233"/>
                </a:cubicBezTo>
                <a:cubicBezTo>
                  <a:pt x="0" y="239"/>
                  <a:pt x="3" y="245"/>
                  <a:pt x="9" y="247"/>
                </a:cubicBezTo>
                <a:lnTo>
                  <a:pt x="140" y="295"/>
                </a:lnTo>
                <a:lnTo>
                  <a:pt x="189" y="460"/>
                </a:lnTo>
                <a:cubicBezTo>
                  <a:pt x="191" y="467"/>
                  <a:pt x="196" y="471"/>
                  <a:pt x="203" y="471"/>
                </a:cubicBezTo>
                <a:cubicBezTo>
                  <a:pt x="209" y="471"/>
                  <a:pt x="215" y="467"/>
                  <a:pt x="217" y="460"/>
                </a:cubicBezTo>
                <a:lnTo>
                  <a:pt x="266" y="295"/>
                </a:lnTo>
                <a:lnTo>
                  <a:pt x="398" y="247"/>
                </a:lnTo>
                <a:cubicBezTo>
                  <a:pt x="403" y="245"/>
                  <a:pt x="407" y="239"/>
                  <a:pt x="407" y="233"/>
                </a:cubicBezTo>
                <a:cubicBezTo>
                  <a:pt x="407" y="227"/>
                  <a:pt x="403" y="222"/>
                  <a:pt x="398" y="219"/>
                </a:cubicBezTo>
                <a:close/>
              </a:path>
            </a:pathLst>
          </a:custGeom>
          <a:solidFill>
            <a:srgbClr val="FFAC33"/>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73" name="Freeform: Shape 3172"/>
          <p:cNvSpPr/>
          <p:nvPr/>
        </p:nvSpPr>
        <p:spPr>
          <a:xfrm>
            <a:off x="3710160" y="5803560"/>
            <a:ext cx="74520" cy="173160"/>
          </a:xfrm>
          <a:custGeom>
            <a:avLst/>
            <a:gdLst/>
            <a:ahLst/>
            <a:cxnLst/>
            <a:rect l="0" t="0" r="r" b="b"/>
            <a:pathLst>
              <a:path w="207" h="481">
                <a:moveTo>
                  <a:pt x="198" y="375"/>
                </a:moveTo>
                <a:lnTo>
                  <a:pt x="164" y="363"/>
                </a:lnTo>
                <a:lnTo>
                  <a:pt x="150" y="314"/>
                </a:lnTo>
                <a:cubicBezTo>
                  <a:pt x="149" y="308"/>
                  <a:pt x="143" y="303"/>
                  <a:pt x="136" y="303"/>
                </a:cubicBezTo>
                <a:cubicBezTo>
                  <a:pt x="130" y="303"/>
                  <a:pt x="124" y="308"/>
                  <a:pt x="122" y="314"/>
                </a:cubicBezTo>
                <a:lnTo>
                  <a:pt x="109" y="363"/>
                </a:lnTo>
                <a:lnTo>
                  <a:pt x="75" y="375"/>
                </a:lnTo>
                <a:cubicBezTo>
                  <a:pt x="69" y="377"/>
                  <a:pt x="65" y="383"/>
                  <a:pt x="65" y="389"/>
                </a:cubicBezTo>
                <a:cubicBezTo>
                  <a:pt x="65" y="395"/>
                  <a:pt x="69" y="401"/>
                  <a:pt x="75" y="403"/>
                </a:cubicBezTo>
                <a:lnTo>
                  <a:pt x="109" y="415"/>
                </a:lnTo>
                <a:lnTo>
                  <a:pt x="122" y="470"/>
                </a:lnTo>
                <a:cubicBezTo>
                  <a:pt x="124" y="476"/>
                  <a:pt x="130" y="481"/>
                  <a:pt x="136" y="481"/>
                </a:cubicBezTo>
                <a:cubicBezTo>
                  <a:pt x="143" y="481"/>
                  <a:pt x="149" y="476"/>
                  <a:pt x="151" y="470"/>
                </a:cubicBezTo>
                <a:lnTo>
                  <a:pt x="164" y="415"/>
                </a:lnTo>
                <a:lnTo>
                  <a:pt x="198" y="403"/>
                </a:lnTo>
                <a:cubicBezTo>
                  <a:pt x="203" y="401"/>
                  <a:pt x="207" y="395"/>
                  <a:pt x="207" y="389"/>
                </a:cubicBezTo>
                <a:cubicBezTo>
                  <a:pt x="207" y="383"/>
                  <a:pt x="203" y="377"/>
                  <a:pt x="198" y="375"/>
                </a:cubicBezTo>
                <a:moveTo>
                  <a:pt x="134" y="57"/>
                </a:moveTo>
                <a:lnTo>
                  <a:pt x="99" y="44"/>
                </a:lnTo>
                <a:lnTo>
                  <a:pt x="86" y="9"/>
                </a:lnTo>
                <a:cubicBezTo>
                  <a:pt x="84" y="3"/>
                  <a:pt x="79" y="0"/>
                  <a:pt x="73" y="0"/>
                </a:cubicBezTo>
                <a:cubicBezTo>
                  <a:pt x="66" y="0"/>
                  <a:pt x="61" y="3"/>
                  <a:pt x="59" y="9"/>
                </a:cubicBezTo>
                <a:lnTo>
                  <a:pt x="45" y="44"/>
                </a:lnTo>
                <a:lnTo>
                  <a:pt x="10" y="57"/>
                </a:lnTo>
                <a:cubicBezTo>
                  <a:pt x="4" y="59"/>
                  <a:pt x="0" y="64"/>
                  <a:pt x="0" y="71"/>
                </a:cubicBezTo>
                <a:cubicBezTo>
                  <a:pt x="0" y="77"/>
                  <a:pt x="4" y="82"/>
                  <a:pt x="10" y="84"/>
                </a:cubicBezTo>
                <a:lnTo>
                  <a:pt x="45" y="97"/>
                </a:lnTo>
                <a:lnTo>
                  <a:pt x="59" y="132"/>
                </a:lnTo>
                <a:cubicBezTo>
                  <a:pt x="61" y="138"/>
                  <a:pt x="66" y="142"/>
                  <a:pt x="73" y="142"/>
                </a:cubicBezTo>
                <a:cubicBezTo>
                  <a:pt x="79" y="142"/>
                  <a:pt x="84" y="138"/>
                  <a:pt x="86" y="132"/>
                </a:cubicBezTo>
                <a:lnTo>
                  <a:pt x="99" y="97"/>
                </a:lnTo>
                <a:lnTo>
                  <a:pt x="134" y="84"/>
                </a:lnTo>
                <a:cubicBezTo>
                  <a:pt x="140" y="82"/>
                  <a:pt x="144" y="77"/>
                  <a:pt x="144" y="71"/>
                </a:cubicBezTo>
                <a:cubicBezTo>
                  <a:pt x="144" y="64"/>
                  <a:pt x="140" y="59"/>
                  <a:pt x="134" y="57"/>
                </a:cubicBezTo>
                <a:close/>
              </a:path>
            </a:pathLst>
          </a:custGeom>
          <a:solidFill>
            <a:srgbClr val="FFCC4D"/>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74" name="TextBox 3173"/>
          <p:cNvSpPr txBox="1"/>
          <p:nvPr/>
        </p:nvSpPr>
        <p:spPr>
          <a:xfrm>
            <a:off x="880920" y="5778000"/>
            <a:ext cx="21088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Tutorial Request Emails</a:t>
            </a:r>
            <a:endParaRPr lang="en-GB" sz="1500" b="0" u="none" strike="noStrike">
              <a:solidFill>
                <a:srgbClr val="000000"/>
              </a:solidFill>
              <a:effectLst/>
              <a:uFillTx/>
              <a:latin typeface="Times New Roman"/>
            </a:endParaRPr>
          </a:p>
        </p:txBody>
      </p:sp>
      <p:sp>
        <p:nvSpPr>
          <p:cNvPr id="3175" name="Freeform: Shape 3174"/>
          <p:cNvSpPr/>
          <p:nvPr/>
        </p:nvSpPr>
        <p:spPr>
          <a:xfrm>
            <a:off x="6239160" y="5790960"/>
            <a:ext cx="180720" cy="181080"/>
          </a:xfrm>
          <a:custGeom>
            <a:avLst/>
            <a:gdLst/>
            <a:ahLst/>
            <a:cxnLst/>
            <a:rect l="0" t="0" r="r" b="b"/>
            <a:pathLst>
              <a:path w="502" h="503">
                <a:moveTo>
                  <a:pt x="477" y="93"/>
                </a:moveTo>
                <a:lnTo>
                  <a:pt x="435" y="133"/>
                </a:lnTo>
                <a:cubicBezTo>
                  <a:pt x="435" y="133"/>
                  <a:pt x="408" y="147"/>
                  <a:pt x="382" y="120"/>
                </a:cubicBezTo>
                <a:cubicBezTo>
                  <a:pt x="355" y="93"/>
                  <a:pt x="368" y="66"/>
                  <a:pt x="368" y="66"/>
                </a:cubicBezTo>
                <a:lnTo>
                  <a:pt x="408" y="26"/>
                </a:lnTo>
                <a:cubicBezTo>
                  <a:pt x="422" y="12"/>
                  <a:pt x="406" y="0"/>
                  <a:pt x="394" y="0"/>
                </a:cubicBezTo>
                <a:cubicBezTo>
                  <a:pt x="334" y="0"/>
                  <a:pt x="286" y="48"/>
                  <a:pt x="286" y="108"/>
                </a:cubicBezTo>
                <a:cubicBezTo>
                  <a:pt x="286" y="116"/>
                  <a:pt x="287" y="124"/>
                  <a:pt x="289" y="132"/>
                </a:cubicBezTo>
                <a:lnTo>
                  <a:pt x="198" y="224"/>
                </a:lnTo>
                <a:lnTo>
                  <a:pt x="278" y="305"/>
                </a:lnTo>
                <a:lnTo>
                  <a:pt x="369" y="214"/>
                </a:lnTo>
                <a:cubicBezTo>
                  <a:pt x="377" y="216"/>
                  <a:pt x="385" y="217"/>
                  <a:pt x="394" y="217"/>
                </a:cubicBezTo>
                <a:cubicBezTo>
                  <a:pt x="453" y="217"/>
                  <a:pt x="502" y="167"/>
                  <a:pt x="502" y="108"/>
                </a:cubicBezTo>
                <a:cubicBezTo>
                  <a:pt x="502" y="96"/>
                  <a:pt x="490" y="80"/>
                  <a:pt x="477" y="93"/>
                </a:cubicBezTo>
                <a:moveTo>
                  <a:pt x="196" y="227"/>
                </a:moveTo>
                <a:lnTo>
                  <a:pt x="17" y="406"/>
                </a:lnTo>
                <a:cubicBezTo>
                  <a:pt x="-5" y="428"/>
                  <a:pt x="-5" y="464"/>
                  <a:pt x="17" y="486"/>
                </a:cubicBezTo>
                <a:cubicBezTo>
                  <a:pt x="39" y="508"/>
                  <a:pt x="74" y="508"/>
                  <a:pt x="96" y="486"/>
                </a:cubicBezTo>
                <a:lnTo>
                  <a:pt x="276" y="307"/>
                </a:lnTo>
                <a:lnTo>
                  <a:pt x="196" y="227"/>
                </a:lnTo>
                <a:moveTo>
                  <a:pt x="57" y="469"/>
                </a:moveTo>
                <a:cubicBezTo>
                  <a:pt x="45" y="469"/>
                  <a:pt x="35" y="459"/>
                  <a:pt x="35" y="447"/>
                </a:cubicBezTo>
                <a:cubicBezTo>
                  <a:pt x="35" y="435"/>
                  <a:pt x="45" y="426"/>
                  <a:pt x="57" y="426"/>
                </a:cubicBezTo>
                <a:cubicBezTo>
                  <a:pt x="69" y="426"/>
                  <a:pt x="79" y="435"/>
                  <a:pt x="79" y="447"/>
                </a:cubicBezTo>
                <a:cubicBezTo>
                  <a:pt x="79" y="459"/>
                  <a:pt x="69" y="469"/>
                  <a:pt x="57" y="469"/>
                </a:cubicBezTo>
                <a:close/>
              </a:path>
            </a:pathLst>
          </a:custGeom>
          <a:solidFill>
            <a:srgbClr val="8899A6"/>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176" name="Freeform: Shape 3175"/>
          <p:cNvSpPr/>
          <p:nvPr/>
        </p:nvSpPr>
        <p:spPr>
          <a:xfrm>
            <a:off x="6264360" y="5817960"/>
            <a:ext cx="154080" cy="154080"/>
          </a:xfrm>
          <a:custGeom>
            <a:avLst/>
            <a:gdLst/>
            <a:ahLst/>
            <a:cxnLst/>
            <a:rect l="0" t="0" r="r" b="b"/>
            <a:pathLst>
              <a:path w="428" h="428">
                <a:moveTo>
                  <a:pt x="356" y="415"/>
                </a:moveTo>
                <a:cubicBezTo>
                  <a:pt x="374" y="432"/>
                  <a:pt x="401" y="433"/>
                  <a:pt x="417" y="417"/>
                </a:cubicBezTo>
                <a:cubicBezTo>
                  <a:pt x="433" y="401"/>
                  <a:pt x="432" y="374"/>
                  <a:pt x="415" y="357"/>
                </a:cubicBezTo>
                <a:lnTo>
                  <a:pt x="72" y="14"/>
                </a:lnTo>
                <a:cubicBezTo>
                  <a:pt x="55" y="-4"/>
                  <a:pt x="28" y="-4"/>
                  <a:pt x="12" y="12"/>
                </a:cubicBezTo>
                <a:cubicBezTo>
                  <a:pt x="-4" y="28"/>
                  <a:pt x="-4" y="55"/>
                  <a:pt x="13" y="72"/>
                </a:cubicBezTo>
                <a:lnTo>
                  <a:pt x="356" y="415"/>
                </a:lnTo>
                <a:close/>
              </a:path>
            </a:pathLst>
          </a:custGeom>
          <a:solidFill>
            <a:srgbClr val="F4900C"/>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77" name="Freeform: Shape 3176"/>
          <p:cNvSpPr/>
          <p:nvPr/>
        </p:nvSpPr>
        <p:spPr>
          <a:xfrm>
            <a:off x="6229080" y="5790960"/>
            <a:ext cx="115200" cy="91800"/>
          </a:xfrm>
          <a:custGeom>
            <a:avLst/>
            <a:gdLst/>
            <a:ahLst/>
            <a:cxnLst/>
            <a:rect l="0" t="0" r="r" b="b"/>
            <a:pathLst>
              <a:path w="320" h="255">
                <a:moveTo>
                  <a:pt x="316" y="13"/>
                </a:moveTo>
                <a:cubicBezTo>
                  <a:pt x="316" y="13"/>
                  <a:pt x="228" y="-31"/>
                  <a:pt x="155" y="44"/>
                </a:cubicBezTo>
                <a:lnTo>
                  <a:pt x="52" y="147"/>
                </a:lnTo>
                <a:cubicBezTo>
                  <a:pt x="52" y="147"/>
                  <a:pt x="37" y="132"/>
                  <a:pt x="21" y="147"/>
                </a:cubicBezTo>
                <a:lnTo>
                  <a:pt x="7" y="161"/>
                </a:lnTo>
                <a:cubicBezTo>
                  <a:pt x="7" y="161"/>
                  <a:pt x="0" y="168"/>
                  <a:pt x="0" y="176"/>
                </a:cubicBezTo>
                <a:lnTo>
                  <a:pt x="0" y="177"/>
                </a:lnTo>
                <a:cubicBezTo>
                  <a:pt x="0" y="181"/>
                  <a:pt x="2" y="186"/>
                  <a:pt x="7" y="191"/>
                </a:cubicBezTo>
                <a:lnTo>
                  <a:pt x="67" y="249"/>
                </a:lnTo>
                <a:cubicBezTo>
                  <a:pt x="67" y="249"/>
                  <a:pt x="81" y="264"/>
                  <a:pt x="96" y="249"/>
                </a:cubicBezTo>
                <a:lnTo>
                  <a:pt x="111" y="235"/>
                </a:lnTo>
                <a:cubicBezTo>
                  <a:pt x="111" y="235"/>
                  <a:pt x="125" y="220"/>
                  <a:pt x="111" y="205"/>
                </a:cubicBezTo>
                <a:lnTo>
                  <a:pt x="110" y="204"/>
                </a:lnTo>
                <a:cubicBezTo>
                  <a:pt x="121" y="193"/>
                  <a:pt x="138" y="182"/>
                  <a:pt x="155" y="191"/>
                </a:cubicBezTo>
                <a:lnTo>
                  <a:pt x="214" y="132"/>
                </a:lnTo>
                <a:cubicBezTo>
                  <a:pt x="214" y="132"/>
                  <a:pt x="199" y="88"/>
                  <a:pt x="228" y="58"/>
                </a:cubicBezTo>
                <a:cubicBezTo>
                  <a:pt x="258" y="28"/>
                  <a:pt x="272" y="28"/>
                  <a:pt x="302" y="28"/>
                </a:cubicBezTo>
                <a:cubicBezTo>
                  <a:pt x="331" y="28"/>
                  <a:pt x="316" y="13"/>
                  <a:pt x="316" y="13"/>
                </a:cubicBezTo>
                <a:close/>
              </a:path>
            </a:pathLst>
          </a:custGeom>
          <a:solidFill>
            <a:srgbClr val="66757F"/>
          </a:solidFill>
          <a:ln w="0">
            <a:noFill/>
          </a:ln>
        </p:spPr>
        <p:txBody>
          <a:bodyPr lIns="0" tIns="0" rIns="0" bIns="0" anchor="t">
            <a:noAutofit/>
          </a:bodyPr>
          <a:lstStyle/>
          <a:p>
            <a:endParaRPr lang="en-GB" sz="2400" b="0" u="none" strike="noStrike">
              <a:solidFill>
                <a:srgbClr val="FFFFFF"/>
              </a:solidFill>
              <a:effectLst/>
              <a:uFillTx/>
              <a:latin typeface="Times New Roman"/>
            </a:endParaRPr>
          </a:p>
        </p:txBody>
      </p:sp>
      <p:sp>
        <p:nvSpPr>
          <p:cNvPr id="3178" name="TextBox 3177"/>
          <p:cNvSpPr txBox="1"/>
          <p:nvPr/>
        </p:nvSpPr>
        <p:spPr>
          <a:xfrm>
            <a:off x="3904200" y="5778000"/>
            <a:ext cx="76932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Revised</a:t>
            </a:r>
            <a:endParaRPr lang="en-GB" sz="1500" b="0" u="none" strike="noStrike">
              <a:solidFill>
                <a:srgbClr val="000000"/>
              </a:solidFill>
              <a:effectLst/>
              <a:uFillTx/>
              <a:latin typeface="Times New Roman"/>
            </a:endParaRPr>
          </a:p>
        </p:txBody>
      </p:sp>
      <p:sp>
        <p:nvSpPr>
          <p:cNvPr id="3179" name="TextBox 3178"/>
          <p:cNvSpPr txBox="1"/>
          <p:nvPr/>
        </p:nvSpPr>
        <p:spPr>
          <a:xfrm>
            <a:off x="6431040" y="5778000"/>
            <a:ext cx="107496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 In progress</a:t>
            </a:r>
            <a:endParaRPr lang="en-GB" sz="1500" b="0" u="none" strike="noStrike">
              <a:solidFill>
                <a:srgbClr val="000000"/>
              </a:solidFill>
              <a:effectLst/>
              <a:uFillTx/>
              <a:latin typeface="Times New Roman"/>
            </a:endParaRPr>
          </a:p>
        </p:txBody>
      </p:sp>
      <p:sp>
        <p:nvSpPr>
          <p:cNvPr id="3180" name="TextBox 3179"/>
          <p:cNvSpPr txBox="1"/>
          <p:nvPr/>
        </p:nvSpPr>
        <p:spPr>
          <a:xfrm>
            <a:off x="8780400" y="5778000"/>
            <a:ext cx="2580480" cy="230400"/>
          </a:xfrm>
          <a:prstGeom prst="rect">
            <a:avLst/>
          </a:prstGeom>
          <a:noFill/>
          <a:ln w="0">
            <a:noFill/>
          </a:ln>
        </p:spPr>
        <p:txBody>
          <a:bodyPr wrap="none" lIns="0" tIns="0" rIns="0" bIns="0" anchor="t">
            <a:spAutoFit/>
          </a:bodyPr>
          <a:lstStyle/>
          <a:p>
            <a:r>
              <a:rPr lang="en-GB" sz="1500" b="0" u="none" strike="noStrike">
                <a:solidFill>
                  <a:srgbClr val="2F2F2F"/>
                </a:solidFill>
                <a:effectLst/>
                <a:uFillTx/>
                <a:latin typeface="Inter"/>
                <a:ea typeface="Inter"/>
              </a:rPr>
              <a:t>Tutorial request notifications</a:t>
            </a:r>
            <a:endParaRPr lang="en-GB" sz="1500" b="0" u="none" strike="noStrike">
              <a:solidFill>
                <a:srgbClr val="000000"/>
              </a:solidFill>
              <a:effectLst/>
              <a:uFillTx/>
              <a:latin typeface="Times New Roman"/>
            </a:endParaRPr>
          </a:p>
        </p:txBody>
      </p:sp>
      <p:sp>
        <p:nvSpPr>
          <p:cNvPr id="3181" name="TextBox 3180"/>
          <p:cNvSpPr txBox="1"/>
          <p:nvPr/>
        </p:nvSpPr>
        <p:spPr>
          <a:xfrm>
            <a:off x="11659680" y="6335280"/>
            <a:ext cx="24732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24</a:t>
            </a:r>
            <a:endParaRPr lang="en-GB" sz="1800" b="0" u="none" strike="noStrike">
              <a:solidFill>
                <a:srgbClr val="000000"/>
              </a:solidFill>
              <a:effectLst/>
              <a:uFillTx/>
              <a:latin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2" name="Freeform: Shape 318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83" name="Freeform: Shape 318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84" name="Freeform: Shape 318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1F1F1"/>
          </a:solidFill>
          <a:ln w="0">
            <a:noFill/>
          </a:ln>
        </p:spPr>
        <p:txBody>
          <a:bodyPr lIns="0" tIns="0" rIns="0" bIns="0" anchor="t">
            <a:noAutofit/>
          </a:bodyPr>
          <a:lstStyle/>
          <a:p>
            <a:endParaRPr lang="en-GB" sz="2400" b="0" u="none" strike="noStrike">
              <a:solidFill>
                <a:srgbClr val="000000"/>
              </a:solidFill>
              <a:effectLst/>
              <a:uFillTx/>
              <a:latin typeface="Times New Roman"/>
            </a:endParaRPr>
          </a:p>
        </p:txBody>
      </p:sp>
      <p:sp>
        <p:nvSpPr>
          <p:cNvPr id="3185" name="TextBox 3184"/>
          <p:cNvSpPr txBox="1"/>
          <p:nvPr/>
        </p:nvSpPr>
        <p:spPr>
          <a:xfrm>
            <a:off x="747720" y="3134880"/>
            <a:ext cx="2027160" cy="474480"/>
          </a:xfrm>
          <a:prstGeom prst="rect">
            <a:avLst/>
          </a:prstGeom>
          <a:noFill/>
          <a:ln w="0">
            <a:noFill/>
          </a:ln>
        </p:spPr>
        <p:txBody>
          <a:bodyPr wrap="none" lIns="0" tIns="0" rIns="0" bIns="0" anchor="t">
            <a:spAutoFit/>
          </a:bodyPr>
          <a:lstStyle/>
          <a:p>
            <a:r>
              <a:rPr lang="en-GB" sz="3080" b="0" u="none" strike="noStrike">
                <a:solidFill>
                  <a:srgbClr val="2F2F2F"/>
                </a:solidFill>
                <a:effectLst/>
                <a:uFillTx/>
                <a:latin typeface="Inter"/>
                <a:ea typeface="Inter"/>
              </a:rPr>
              <a:t>Feedback?</a:t>
            </a:r>
            <a:endParaRPr lang="en-GB" sz="3080" b="0" u="none" strike="noStrike">
              <a:solidFill>
                <a:srgbClr val="000000"/>
              </a:solidFill>
              <a:effectLst/>
              <a:uFillTx/>
              <a:latin typeface="Times New Roman"/>
            </a:endParaRPr>
          </a:p>
        </p:txBody>
      </p:sp>
      <p:sp>
        <p:nvSpPr>
          <p:cNvPr id="3186" name="TextBox 3185"/>
          <p:cNvSpPr txBox="1"/>
          <p:nvPr/>
        </p:nvSpPr>
        <p:spPr>
          <a:xfrm>
            <a:off x="11659680" y="6335280"/>
            <a:ext cx="247320" cy="305280"/>
          </a:xfrm>
          <a:prstGeom prst="rect">
            <a:avLst/>
          </a:prstGeom>
          <a:noFill/>
          <a:ln w="0">
            <a:noFill/>
          </a:ln>
        </p:spPr>
        <p:txBody>
          <a:bodyPr wrap="none" lIns="0" tIns="0" rIns="0" bIns="0" anchor="t">
            <a:spAutoFit/>
          </a:bodyPr>
          <a:lstStyle/>
          <a:p>
            <a:r>
              <a:rPr lang="en-GB" sz="1800" b="0" u="none" strike="noStrike">
                <a:solidFill>
                  <a:srgbClr val="777777"/>
                </a:solidFill>
                <a:effectLst/>
                <a:uFillTx/>
                <a:latin typeface="SegoeUI"/>
                <a:ea typeface="SegoeUI"/>
              </a:rPr>
              <a:t>25</a:t>
            </a:r>
            <a:endParaRPr lang="en-GB" sz="1800" b="0" u="none" strike="noStrike">
              <a:solidFill>
                <a:srgbClr val="000000"/>
              </a:solidFill>
              <a:effectLst/>
              <a:uFillTx/>
              <a:latin typeface="Times New Roman"/>
            </a:endParaRP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252</TotalTime>
  <Words>4436</Words>
  <Application>Microsoft Office PowerPoint</Application>
  <PresentationFormat>Widescreen</PresentationFormat>
  <Paragraphs>906</Paragraphs>
  <Slides>25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Aptos</vt:lpstr>
      <vt:lpstr>Arial</vt:lpstr>
      <vt:lpstr>Consolas</vt:lpstr>
      <vt:lpstr>Inter</vt:lpstr>
      <vt:lpstr>SegoeUI</vt:lpstr>
      <vt:lpstr>Symbol</vt:lpstr>
      <vt:lpstr>Times New Roman</vt:lpstr>
      <vt:lpstr>Wingdings</vt: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Eugene Lo</cp:lastModifiedBy>
  <cp:revision>1</cp:revision>
  <dcterms:modified xsi:type="dcterms:W3CDTF">2025-12-01T15:38:41Z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en-GB</dc:language>
  <cp:lastModifiedBy/>
  <cp:revision>0</cp:revision>
  <dc:subject/>
  <dc:title/>
</cp:coreProperties>
</file>